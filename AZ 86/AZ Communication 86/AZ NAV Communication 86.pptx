
<file path=[Content_Types].xml><?xml version="1.0" encoding="utf-8"?>
<Types xmlns="http://schemas.openxmlformats.org/package/2006/content-types">
  <Default Extension="fntdata" ContentType="application/x-fontdata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48" r:id="rId1"/>
  </p:sldMasterIdLst>
  <p:notesMasterIdLst>
    <p:notesMasterId r:id="rId10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9144000" cy="6858000" type="screen4x3"/>
  <p:notesSz cx="6858000" cy="9144000"/>
  <p:embeddedFontLst>
    <p:embeddedFont>
      <p:font typeface="Merriweather Sans" pitchFamily="2" charset="0"/>
      <p:regular r:id="rId11"/>
    </p:embeddedFont>
    <p:embeddedFont>
      <p:font typeface="Sarabun" panose="020B0604020202020204" charset="-34"/>
      <p:regular r:id="rId12"/>
      <p:bold r:id="rId13"/>
      <p:italic r:id="rId14"/>
      <p:boldItalic r:id="rId15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GoogleSlidesCustomDataVersion2">
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r:id="rId18" roundtripDataSignature="AMtx7mhiaKQ2Lz87YF2lTGr9OI5prFNBIw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65" d="100"/>
          <a:sy n="65" d="100"/>
        </p:scale>
        <p:origin x="1536" y="78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3.fntdata"/><Relationship Id="rId18" Type="http://customschemas.google.com/relationships/presentationmetadata" Target="metadata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font" Target="fonts/font2.fntdata"/><Relationship Id="rId2" Type="http://schemas.openxmlformats.org/officeDocument/2006/relationships/slide" Target="slides/slide1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font" Target="fonts/font1.fntdata"/><Relationship Id="rId5" Type="http://schemas.openxmlformats.org/officeDocument/2006/relationships/slide" Target="slides/slide4.xml"/><Relationship Id="rId15" Type="http://schemas.openxmlformats.org/officeDocument/2006/relationships/font" Target="fonts/font5.fntdata"/><Relationship Id="rId10" Type="http://schemas.openxmlformats.org/officeDocument/2006/relationships/notesMaster" Target="notesMasters/notesMaster1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4.fntdata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6200" y="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L="914400" marR="0" lvl="1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marL="1371600" marR="0" lvl="2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L="1828800" marR="0" lvl="3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marL="2286000" marR="0" lvl="4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680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6200" y="868680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sz="120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1:notes"/>
          <p:cNvSpPr txBox="1">
            <a:spLocks noGrp="1"/>
          </p:cNvSpPr>
          <p:nvPr>
            <p:ph type="sldNum" idx="12"/>
          </p:nvPr>
        </p:nvSpPr>
        <p:spPr>
          <a:xfrm>
            <a:off x="3886200" y="868680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</a:t>
            </a:fld>
            <a:endParaRPr/>
          </a:p>
        </p:txBody>
      </p:sp>
      <p:sp>
        <p:nvSpPr>
          <p:cNvPr id="62" name="Google Shape;62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63" name="Google Shape;63;p1:notes"/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6" name="Google Shape;726;p2:notes"/>
          <p:cNvSpPr txBox="1">
            <a:spLocks noGrp="1"/>
          </p:cNvSpPr>
          <p:nvPr>
            <p:ph type="sldNum" idx="12"/>
          </p:nvPr>
        </p:nvSpPr>
        <p:spPr>
          <a:xfrm>
            <a:off x="3886200" y="868680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2</a:t>
            </a:fld>
            <a:endParaRPr/>
          </a:p>
        </p:txBody>
      </p:sp>
      <p:sp>
        <p:nvSpPr>
          <p:cNvPr id="727" name="Google Shape;727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728" name="Google Shape;728;p2:notes"/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3" name="Google Shape;1033;p3:notes"/>
          <p:cNvSpPr txBox="1">
            <a:spLocks noGrp="1"/>
          </p:cNvSpPr>
          <p:nvPr>
            <p:ph type="sldNum" idx="12"/>
          </p:nvPr>
        </p:nvSpPr>
        <p:spPr>
          <a:xfrm>
            <a:off x="3886200" y="868680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3</a:t>
            </a:fld>
            <a:endParaRPr/>
          </a:p>
        </p:txBody>
      </p:sp>
      <p:sp>
        <p:nvSpPr>
          <p:cNvPr id="1034" name="Google Shape;1034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035" name="Google Shape;1035;p3:notes"/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0" name="Google Shape;1240;p4:notes"/>
          <p:cNvSpPr txBox="1">
            <a:spLocks noGrp="1"/>
          </p:cNvSpPr>
          <p:nvPr>
            <p:ph type="sldNum" idx="12"/>
          </p:nvPr>
        </p:nvSpPr>
        <p:spPr>
          <a:xfrm>
            <a:off x="3886200" y="868680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4</a:t>
            </a:fld>
            <a:endParaRPr/>
          </a:p>
        </p:txBody>
      </p:sp>
      <p:sp>
        <p:nvSpPr>
          <p:cNvPr id="1241" name="Google Shape;1241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242" name="Google Shape;1242;p4:notes"/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0" name="Google Shape;1680;p5:notes"/>
          <p:cNvSpPr txBox="1">
            <a:spLocks noGrp="1"/>
          </p:cNvSpPr>
          <p:nvPr>
            <p:ph type="sldNum" idx="12"/>
          </p:nvPr>
        </p:nvSpPr>
        <p:spPr>
          <a:xfrm>
            <a:off x="3886200" y="868680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5</a:t>
            </a:fld>
            <a:endParaRPr/>
          </a:p>
        </p:txBody>
      </p:sp>
      <p:sp>
        <p:nvSpPr>
          <p:cNvPr id="1681" name="Google Shape;1681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682" name="Google Shape;1682;p5:notes"/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0" name="Google Shape;1720;p6:notes"/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21" name="Google Shape;1721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7" name="Google Shape;1727;p7:notes"/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28" name="Google Shape;1728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4" name="Google Shape;1734;p8:notes"/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35" name="Google Shape;1735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10"/>
          <p:cNvSpPr txBox="1">
            <a:spLocks noGrp="1"/>
          </p:cNvSpPr>
          <p:nvPr>
            <p:ph type="title"/>
          </p:nvPr>
        </p:nvSpPr>
        <p:spPr>
          <a:xfrm>
            <a:off x="685800" y="381000"/>
            <a:ext cx="7772400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0800" tIns="50800" rIns="91425" bIns="508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5" name="Google Shape;15;p10"/>
          <p:cNvSpPr txBox="1">
            <a:spLocks noGrp="1"/>
          </p:cNvSpPr>
          <p:nvPr>
            <p:ph type="body" idx="1"/>
          </p:nvPr>
        </p:nvSpPr>
        <p:spPr>
          <a:xfrm>
            <a:off x="685800" y="1981200"/>
            <a:ext cx="7772400" cy="487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0800" tIns="50800" rIns="91425" bIns="50800" anchor="t" anchorCtr="0">
            <a:noAutofit/>
          </a:bodyPr>
          <a:lstStyle>
            <a:lvl1pPr marL="457200" lvl="0" indent="-342900" algn="l">
              <a:spcBef>
                <a:spcPts val="7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6" name="Google Shape;16;p10"/>
          <p:cNvSpPr txBox="1">
            <a:spLocks noGrp="1"/>
          </p:cNvSpPr>
          <p:nvPr>
            <p:ph type="sldNum" idx="12"/>
          </p:nvPr>
        </p:nvSpPr>
        <p:spPr>
          <a:xfrm>
            <a:off x="7359650" y="6248400"/>
            <a:ext cx="292100" cy="292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lvl="0" indent="0" algn="ctr"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L="0" lvl="1" indent="0" algn="ctr"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marL="0" lvl="2" indent="0" algn="ctr"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L="0" lvl="3" indent="0" algn="ctr"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marL="0" lvl="4" indent="0" algn="ctr"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L="0" lvl="5" indent="0" algn="ctr"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marL="0" lvl="6" indent="0" algn="ctr"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marL="0" lvl="7" indent="0" algn="ctr"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marL="0" lvl="8" indent="0" algn="ctr"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11"/>
          <p:cNvSpPr txBox="1">
            <a:spLocks noGrp="1"/>
          </p:cNvSpPr>
          <p:nvPr>
            <p:ph type="ctrTitle"/>
          </p:nvPr>
        </p:nvSpPr>
        <p:spPr>
          <a:xfrm>
            <a:off x="1143000" y="1122363"/>
            <a:ext cx="6858000" cy="238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0800" tIns="50800" rIns="91425" bIns="50800" anchor="b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6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11"/>
          <p:cNvSpPr txBox="1"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0800" tIns="50800" rIns="91425" bIns="50800" anchor="t" anchorCtr="0">
            <a:noAutofit/>
          </a:bodyPr>
          <a:lstStyle>
            <a:lvl1pPr lvl="0" algn="ctr">
              <a:spcBef>
                <a:spcPts val="7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algn="ctr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>
            <a:endParaRPr/>
          </a:p>
        </p:txBody>
      </p:sp>
      <p:sp>
        <p:nvSpPr>
          <p:cNvPr id="20" name="Google Shape;20;p11"/>
          <p:cNvSpPr txBox="1">
            <a:spLocks noGrp="1"/>
          </p:cNvSpPr>
          <p:nvPr>
            <p:ph type="sldNum" idx="12"/>
          </p:nvPr>
        </p:nvSpPr>
        <p:spPr>
          <a:xfrm>
            <a:off x="7359650" y="6248400"/>
            <a:ext cx="292100" cy="292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lvl="0" indent="0" algn="ct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L="0" lvl="1" indent="0" algn="ct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marL="0" lvl="2" indent="0" algn="ct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L="0" lvl="3" indent="0" algn="ct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marL="0" lvl="4" indent="0" algn="ct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L="0" lvl="5" indent="0" algn="ct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marL="0" lvl="6" indent="0" algn="ct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marL="0" lvl="7" indent="0" algn="ct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marL="0" lvl="8" indent="0" algn="ct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12"/>
          <p:cNvSpPr txBox="1">
            <a:spLocks noGrp="1"/>
          </p:cNvSpPr>
          <p:nvPr>
            <p:ph type="title"/>
          </p:nvPr>
        </p:nvSpPr>
        <p:spPr>
          <a:xfrm>
            <a:off x="623888" y="1709738"/>
            <a:ext cx="7886700" cy="28527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0800" tIns="50800" rIns="91425" bIns="50800" anchor="b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6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12"/>
          <p:cNvSpPr txBox="1">
            <a:spLocks noGrp="1"/>
          </p:cNvSpPr>
          <p:nvPr>
            <p:ph type="body" idx="1"/>
          </p:nvPr>
        </p:nvSpPr>
        <p:spPr>
          <a:xfrm>
            <a:off x="623888" y="4589463"/>
            <a:ext cx="78867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0800" tIns="50800" rIns="91425" bIns="50800" anchor="t" anchorCtr="0">
            <a:noAutofit/>
          </a:bodyPr>
          <a:lstStyle>
            <a:lvl1pPr marL="457200" lvl="0" indent="-228600" algn="l">
              <a:spcBef>
                <a:spcPts val="7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marL="914400" lvl="1" indent="-228600" algn="l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marL="1371600" lvl="2" indent="-228600" algn="l"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marL="1828800" lvl="3" indent="-228600" algn="l"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marL="2286000" lvl="4" indent="-228600" algn="l"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>
            <a:endParaRPr/>
          </a:p>
        </p:txBody>
      </p:sp>
      <p:sp>
        <p:nvSpPr>
          <p:cNvPr id="24" name="Google Shape;24;p12"/>
          <p:cNvSpPr txBox="1">
            <a:spLocks noGrp="1"/>
          </p:cNvSpPr>
          <p:nvPr>
            <p:ph type="sldNum" idx="12"/>
          </p:nvPr>
        </p:nvSpPr>
        <p:spPr>
          <a:xfrm>
            <a:off x="7359650" y="6248400"/>
            <a:ext cx="292100" cy="292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lvl="0" indent="0" algn="ct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L="0" lvl="1" indent="0" algn="ct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marL="0" lvl="2" indent="0" algn="ct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L="0" lvl="3" indent="0" algn="ct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marL="0" lvl="4" indent="0" algn="ct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L="0" lvl="5" indent="0" algn="ct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marL="0" lvl="6" indent="0" algn="ct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marL="0" lvl="7" indent="0" algn="ct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marL="0" lvl="8" indent="0" algn="ct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13"/>
          <p:cNvSpPr txBox="1">
            <a:spLocks noGrp="1"/>
          </p:cNvSpPr>
          <p:nvPr>
            <p:ph type="title"/>
          </p:nvPr>
        </p:nvSpPr>
        <p:spPr>
          <a:xfrm>
            <a:off x="685800" y="381000"/>
            <a:ext cx="7772400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0800" tIns="50800" rIns="91425" bIns="508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13"/>
          <p:cNvSpPr txBox="1">
            <a:spLocks noGrp="1"/>
          </p:cNvSpPr>
          <p:nvPr>
            <p:ph type="body" idx="1"/>
          </p:nvPr>
        </p:nvSpPr>
        <p:spPr>
          <a:xfrm>
            <a:off x="685800" y="1981200"/>
            <a:ext cx="3810000" cy="487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0800" tIns="50800" rIns="91425" bIns="50800" anchor="t" anchorCtr="0">
            <a:noAutofit/>
          </a:bodyPr>
          <a:lstStyle>
            <a:lvl1pPr marL="457200" lvl="0" indent="-342900" algn="l">
              <a:spcBef>
                <a:spcPts val="7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8" name="Google Shape;28;p13"/>
          <p:cNvSpPr txBox="1">
            <a:spLocks noGrp="1"/>
          </p:cNvSpPr>
          <p:nvPr>
            <p:ph type="body" idx="2"/>
          </p:nvPr>
        </p:nvSpPr>
        <p:spPr>
          <a:xfrm>
            <a:off x="4648200" y="1981200"/>
            <a:ext cx="3810000" cy="487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0800" tIns="50800" rIns="91425" bIns="50800" anchor="t" anchorCtr="0">
            <a:noAutofit/>
          </a:bodyPr>
          <a:lstStyle>
            <a:lvl1pPr marL="457200" lvl="0" indent="-342900" algn="l">
              <a:spcBef>
                <a:spcPts val="7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9" name="Google Shape;29;p13"/>
          <p:cNvSpPr txBox="1">
            <a:spLocks noGrp="1"/>
          </p:cNvSpPr>
          <p:nvPr>
            <p:ph type="sldNum" idx="12"/>
          </p:nvPr>
        </p:nvSpPr>
        <p:spPr>
          <a:xfrm>
            <a:off x="7359650" y="6248400"/>
            <a:ext cx="292100" cy="292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lvl="0" indent="0" algn="ct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L="0" lvl="1" indent="0" algn="ct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marL="0" lvl="2" indent="0" algn="ct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L="0" lvl="3" indent="0" algn="ct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marL="0" lvl="4" indent="0" algn="ct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L="0" lvl="5" indent="0" algn="ct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marL="0" lvl="6" indent="0" algn="ct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marL="0" lvl="7" indent="0" algn="ct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marL="0" lvl="8" indent="0" algn="ct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Google Shape;31;p14"/>
          <p:cNvSpPr txBox="1">
            <a:spLocks noGrp="1"/>
          </p:cNvSpPr>
          <p:nvPr>
            <p:ph type="title"/>
          </p:nvPr>
        </p:nvSpPr>
        <p:spPr>
          <a:xfrm>
            <a:off x="630238" y="365125"/>
            <a:ext cx="78867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0800" tIns="50800" rIns="91425" bIns="508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2" name="Google Shape;32;p14"/>
          <p:cNvSpPr txBox="1">
            <a:spLocks noGrp="1"/>
          </p:cNvSpPr>
          <p:nvPr>
            <p:ph type="body" idx="1"/>
          </p:nvPr>
        </p:nvSpPr>
        <p:spPr>
          <a:xfrm>
            <a:off x="630238" y="1681163"/>
            <a:ext cx="3868737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0800" tIns="50800" rIns="91425" bIns="50800" anchor="b" anchorCtr="0">
            <a:noAutofit/>
          </a:bodyPr>
          <a:lstStyle>
            <a:lvl1pPr marL="457200" lvl="0" indent="-228600" algn="l">
              <a:spcBef>
                <a:spcPts val="7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33" name="Google Shape;33;p14"/>
          <p:cNvSpPr txBox="1">
            <a:spLocks noGrp="1"/>
          </p:cNvSpPr>
          <p:nvPr>
            <p:ph type="body" idx="2"/>
          </p:nvPr>
        </p:nvSpPr>
        <p:spPr>
          <a:xfrm>
            <a:off x="630238" y="2505075"/>
            <a:ext cx="3868737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0800" tIns="50800" rIns="91425" bIns="50800" anchor="t" anchorCtr="0">
            <a:noAutofit/>
          </a:bodyPr>
          <a:lstStyle>
            <a:lvl1pPr marL="457200" lvl="0" indent="-342900" algn="l">
              <a:spcBef>
                <a:spcPts val="7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4" name="Google Shape;34;p14"/>
          <p:cNvSpPr txBox="1">
            <a:spLocks noGrp="1"/>
          </p:cNvSpPr>
          <p:nvPr>
            <p:ph type="body" idx="3"/>
          </p:nvPr>
        </p:nvSpPr>
        <p:spPr>
          <a:xfrm>
            <a:off x="4629150" y="1681163"/>
            <a:ext cx="3887788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0800" tIns="50800" rIns="91425" bIns="50800" anchor="b" anchorCtr="0">
            <a:noAutofit/>
          </a:bodyPr>
          <a:lstStyle>
            <a:lvl1pPr marL="457200" lvl="0" indent="-228600" algn="l">
              <a:spcBef>
                <a:spcPts val="7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35" name="Google Shape;35;p14"/>
          <p:cNvSpPr txBox="1">
            <a:spLocks noGrp="1"/>
          </p:cNvSpPr>
          <p:nvPr>
            <p:ph type="body" idx="4"/>
          </p:nvPr>
        </p:nvSpPr>
        <p:spPr>
          <a:xfrm>
            <a:off x="4629150" y="2505075"/>
            <a:ext cx="3887788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0800" tIns="50800" rIns="91425" bIns="50800" anchor="t" anchorCtr="0">
            <a:noAutofit/>
          </a:bodyPr>
          <a:lstStyle>
            <a:lvl1pPr marL="457200" lvl="0" indent="-342900" algn="l">
              <a:spcBef>
                <a:spcPts val="7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6" name="Google Shape;36;p14"/>
          <p:cNvSpPr txBox="1">
            <a:spLocks noGrp="1"/>
          </p:cNvSpPr>
          <p:nvPr>
            <p:ph type="sldNum" idx="12"/>
          </p:nvPr>
        </p:nvSpPr>
        <p:spPr>
          <a:xfrm>
            <a:off x="7359650" y="6248400"/>
            <a:ext cx="292100" cy="292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lvl="0" indent="0" algn="ct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L="0" lvl="1" indent="0" algn="ct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marL="0" lvl="2" indent="0" algn="ct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L="0" lvl="3" indent="0" algn="ct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marL="0" lvl="4" indent="0" algn="ct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L="0" lvl="5" indent="0" algn="ct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marL="0" lvl="6" indent="0" algn="ct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marL="0" lvl="7" indent="0" algn="ct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marL="0" lvl="8" indent="0" algn="ct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p15"/>
          <p:cNvSpPr txBox="1">
            <a:spLocks noGrp="1"/>
          </p:cNvSpPr>
          <p:nvPr>
            <p:ph type="title"/>
          </p:nvPr>
        </p:nvSpPr>
        <p:spPr>
          <a:xfrm>
            <a:off x="685800" y="381000"/>
            <a:ext cx="7772400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0800" tIns="50800" rIns="91425" bIns="508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9" name="Google Shape;39;p15"/>
          <p:cNvSpPr txBox="1">
            <a:spLocks noGrp="1"/>
          </p:cNvSpPr>
          <p:nvPr>
            <p:ph type="sldNum" idx="12"/>
          </p:nvPr>
        </p:nvSpPr>
        <p:spPr>
          <a:xfrm>
            <a:off x="7359650" y="6248400"/>
            <a:ext cx="292100" cy="292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lvl="0" indent="0" algn="ct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L="0" lvl="1" indent="0" algn="ct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marL="0" lvl="2" indent="0" algn="ct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L="0" lvl="3" indent="0" algn="ct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marL="0" lvl="4" indent="0" algn="ct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L="0" lvl="5" indent="0" algn="ct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marL="0" lvl="6" indent="0" algn="ct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marL="0" lvl="7" indent="0" algn="ct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marL="0" lvl="8" indent="0" algn="ct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16"/>
          <p:cNvSpPr txBox="1">
            <a:spLocks noGrp="1"/>
          </p:cNvSpPr>
          <p:nvPr>
            <p:ph type="sldNum" idx="12"/>
          </p:nvPr>
        </p:nvSpPr>
        <p:spPr>
          <a:xfrm>
            <a:off x="7359650" y="6248400"/>
            <a:ext cx="292100" cy="292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lvl="0" indent="0" algn="ct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L="0" lvl="1" indent="0" algn="ct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marL="0" lvl="2" indent="0" algn="ct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L="0" lvl="3" indent="0" algn="ct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marL="0" lvl="4" indent="0" algn="ct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L="0" lvl="5" indent="0" algn="ct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marL="0" lvl="6" indent="0" algn="ct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marL="0" lvl="7" indent="0" algn="ct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marL="0" lvl="8" indent="0" algn="ct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p17"/>
          <p:cNvSpPr txBox="1"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0800" tIns="50800" rIns="91425" bIns="50800" anchor="b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3200"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4" name="Google Shape;44;p17"/>
          <p:cNvSpPr txBox="1">
            <a:spLocks noGrp="1"/>
          </p:cNvSpPr>
          <p:nvPr>
            <p:ph type="body" idx="1"/>
          </p:nvPr>
        </p:nvSpPr>
        <p:spPr>
          <a:xfrm>
            <a:off x="3887788" y="987425"/>
            <a:ext cx="4629150" cy="4873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0800" tIns="50800" rIns="91425" bIns="50800" anchor="t" anchorCtr="0">
            <a:noAutofit/>
          </a:bodyPr>
          <a:lstStyle>
            <a:lvl1pPr marL="457200" lvl="0" indent="-431800" algn="l">
              <a:spcBef>
                <a:spcPts val="7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marL="1371600" lvl="2" indent="-381000" algn="l"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marL="2286000" lvl="4" indent="-355600" algn="l"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marL="2743200" lvl="5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45" name="Google Shape;45;p17"/>
          <p:cNvSpPr txBox="1">
            <a:spLocks noGrp="1"/>
          </p:cNvSpPr>
          <p:nvPr>
            <p:ph type="body" idx="2"/>
          </p:nvPr>
        </p:nvSpPr>
        <p:spPr>
          <a:xfrm>
            <a:off x="630238" y="2057400"/>
            <a:ext cx="2949575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0800" tIns="50800" rIns="91425" bIns="50800" anchor="t" anchorCtr="0">
            <a:noAutofit/>
          </a:bodyPr>
          <a:lstStyle>
            <a:lvl1pPr marL="457200" lvl="0" indent="-228600" algn="l">
              <a:spcBef>
                <a:spcPts val="7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46" name="Google Shape;46;p17"/>
          <p:cNvSpPr txBox="1">
            <a:spLocks noGrp="1"/>
          </p:cNvSpPr>
          <p:nvPr>
            <p:ph type="sldNum" idx="12"/>
          </p:nvPr>
        </p:nvSpPr>
        <p:spPr>
          <a:xfrm>
            <a:off x="7359650" y="6248400"/>
            <a:ext cx="292100" cy="292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lvl="0" indent="0" algn="ct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L="0" lvl="1" indent="0" algn="ct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marL="0" lvl="2" indent="0" algn="ct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L="0" lvl="3" indent="0" algn="ct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marL="0" lvl="4" indent="0" algn="ct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L="0" lvl="5" indent="0" algn="ct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marL="0" lvl="6" indent="0" algn="ct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marL="0" lvl="7" indent="0" algn="ct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marL="0" lvl="8" indent="0" algn="ct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48;p18"/>
          <p:cNvSpPr txBox="1"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0800" tIns="50800" rIns="91425" bIns="50800" anchor="b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3200"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9" name="Google Shape;49;p18"/>
          <p:cNvSpPr>
            <a:spLocks noGrp="1"/>
          </p:cNvSpPr>
          <p:nvPr>
            <p:ph type="pic" idx="2"/>
          </p:nvPr>
        </p:nvSpPr>
        <p:spPr>
          <a:xfrm>
            <a:off x="3887788" y="987425"/>
            <a:ext cx="462915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50" name="Google Shape;50;p18"/>
          <p:cNvSpPr txBox="1">
            <a:spLocks noGrp="1"/>
          </p:cNvSpPr>
          <p:nvPr>
            <p:ph type="body" idx="1"/>
          </p:nvPr>
        </p:nvSpPr>
        <p:spPr>
          <a:xfrm>
            <a:off x="630238" y="2057400"/>
            <a:ext cx="2949575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0800" tIns="50800" rIns="91425" bIns="50800" anchor="t" anchorCtr="0">
            <a:noAutofit/>
          </a:bodyPr>
          <a:lstStyle>
            <a:lvl1pPr marL="457200" lvl="0" indent="-228600" algn="l">
              <a:spcBef>
                <a:spcPts val="7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51" name="Google Shape;51;p18"/>
          <p:cNvSpPr txBox="1">
            <a:spLocks noGrp="1"/>
          </p:cNvSpPr>
          <p:nvPr>
            <p:ph type="sldNum" idx="12"/>
          </p:nvPr>
        </p:nvSpPr>
        <p:spPr>
          <a:xfrm>
            <a:off x="7359650" y="6248400"/>
            <a:ext cx="292100" cy="292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lvl="0" indent="0" algn="ct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L="0" lvl="1" indent="0" algn="ct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marL="0" lvl="2" indent="0" algn="ct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L="0" lvl="3" indent="0" algn="ct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marL="0" lvl="4" indent="0" algn="ct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L="0" lvl="5" indent="0" algn="ct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marL="0" lvl="6" indent="0" algn="ct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marL="0" lvl="7" indent="0" algn="ct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marL="0" lvl="8" indent="0" algn="ct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p19"/>
          <p:cNvSpPr txBox="1">
            <a:spLocks noGrp="1"/>
          </p:cNvSpPr>
          <p:nvPr>
            <p:ph type="title"/>
          </p:nvPr>
        </p:nvSpPr>
        <p:spPr>
          <a:xfrm>
            <a:off x="685800" y="381000"/>
            <a:ext cx="7772400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0800" tIns="50800" rIns="91425" bIns="508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4" name="Google Shape;54;p19"/>
          <p:cNvSpPr txBox="1">
            <a:spLocks noGrp="1"/>
          </p:cNvSpPr>
          <p:nvPr>
            <p:ph type="body" idx="1"/>
          </p:nvPr>
        </p:nvSpPr>
        <p:spPr>
          <a:xfrm rot="5400000">
            <a:off x="2133600" y="533400"/>
            <a:ext cx="4876800" cy="777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0800" tIns="50800" rIns="91425" bIns="50800" anchor="t" anchorCtr="0">
            <a:noAutofit/>
          </a:bodyPr>
          <a:lstStyle>
            <a:lvl1pPr marL="457200" lvl="0" indent="-342900" algn="l">
              <a:spcBef>
                <a:spcPts val="7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55" name="Google Shape;55;p19"/>
          <p:cNvSpPr txBox="1">
            <a:spLocks noGrp="1"/>
          </p:cNvSpPr>
          <p:nvPr>
            <p:ph type="sldNum" idx="12"/>
          </p:nvPr>
        </p:nvSpPr>
        <p:spPr>
          <a:xfrm>
            <a:off x="7359650" y="6248400"/>
            <a:ext cx="292100" cy="292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lvl="0" indent="0" algn="ct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L="0" lvl="1" indent="0" algn="ct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marL="0" lvl="2" indent="0" algn="ct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L="0" lvl="3" indent="0" algn="ct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marL="0" lvl="4" indent="0" algn="ct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L="0" lvl="5" indent="0" algn="ct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marL="0" lvl="6" indent="0" algn="ct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marL="0" lvl="7" indent="0" algn="ct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marL="0" lvl="8" indent="0" algn="ct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20"/>
          <p:cNvSpPr txBox="1">
            <a:spLocks noGrp="1"/>
          </p:cNvSpPr>
          <p:nvPr>
            <p:ph type="title"/>
          </p:nvPr>
        </p:nvSpPr>
        <p:spPr>
          <a:xfrm rot="5400000">
            <a:off x="4248150" y="2647950"/>
            <a:ext cx="6477000" cy="1943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0800" tIns="50800" rIns="91425" bIns="508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8" name="Google Shape;58;p20"/>
          <p:cNvSpPr txBox="1">
            <a:spLocks noGrp="1"/>
          </p:cNvSpPr>
          <p:nvPr>
            <p:ph type="body" idx="1"/>
          </p:nvPr>
        </p:nvSpPr>
        <p:spPr>
          <a:xfrm rot="5400000">
            <a:off x="285750" y="781050"/>
            <a:ext cx="6477000" cy="5676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0800" tIns="50800" rIns="91425" bIns="50800" anchor="t" anchorCtr="0">
            <a:noAutofit/>
          </a:bodyPr>
          <a:lstStyle>
            <a:lvl1pPr marL="457200" lvl="0" indent="-342900" algn="l">
              <a:spcBef>
                <a:spcPts val="7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59" name="Google Shape;59;p20"/>
          <p:cNvSpPr txBox="1">
            <a:spLocks noGrp="1"/>
          </p:cNvSpPr>
          <p:nvPr>
            <p:ph type="sldNum" idx="12"/>
          </p:nvPr>
        </p:nvSpPr>
        <p:spPr>
          <a:xfrm>
            <a:off x="7359650" y="6248400"/>
            <a:ext cx="292100" cy="292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lvl="0" indent="0" algn="ct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L="0" lvl="1" indent="0" algn="ct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marL="0" lvl="2" indent="0" algn="ct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L="0" lvl="3" indent="0" algn="ct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marL="0" lvl="4" indent="0" algn="ct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L="0" lvl="5" indent="0" algn="ct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marL="0" lvl="6" indent="0" algn="ct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marL="0" lvl="7" indent="0" algn="ct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marL="0" lvl="8" indent="0" algn="ct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9"/>
          <p:cNvSpPr txBox="1">
            <a:spLocks noGrp="1"/>
          </p:cNvSpPr>
          <p:nvPr>
            <p:ph type="title"/>
          </p:nvPr>
        </p:nvSpPr>
        <p:spPr>
          <a:xfrm>
            <a:off x="685800" y="381000"/>
            <a:ext cx="7772400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0800" tIns="50800" rIns="91425" bIns="508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R="0" lvl="1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marR="0" lvl="2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R="0" lvl="3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marR="0" lvl="4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R="0" lvl="5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marR="0" lvl="6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marR="0" lvl="7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marR="0" lvl="8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endParaRPr/>
          </a:p>
        </p:txBody>
      </p:sp>
      <p:sp>
        <p:nvSpPr>
          <p:cNvPr id="11" name="Google Shape;11;p9"/>
          <p:cNvSpPr txBox="1">
            <a:spLocks noGrp="1"/>
          </p:cNvSpPr>
          <p:nvPr>
            <p:ph type="body" idx="1"/>
          </p:nvPr>
        </p:nvSpPr>
        <p:spPr>
          <a:xfrm>
            <a:off x="685800" y="1981200"/>
            <a:ext cx="7772400" cy="487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0800" tIns="50800" rIns="91425" bIns="50800" anchor="t" anchorCtr="0">
            <a:noAutofit/>
          </a:bodyPr>
          <a:lstStyle>
            <a:lvl1pPr marL="457200" marR="0" lvl="0" indent="-431800" algn="l" rtl="0">
              <a:spcBef>
                <a:spcPts val="70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Merriweather Sans"/>
              <a:buChar char="•"/>
              <a:defRPr sz="32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L="914400" marR="0" lvl="1" indent="-406400" algn="l" rtl="0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Merriweather Sans"/>
              <a:buChar char="–"/>
              <a:defRPr sz="28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marL="1371600" marR="0" lvl="2" indent="-381000" algn="l" rtl="0"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Merriweather Sans"/>
              <a:buChar char="•"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L="1828800" marR="0" lvl="3" indent="-355600" algn="l" rtl="0"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Merriweather Sans"/>
              <a:buChar char="–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marL="2286000" marR="0" lvl="4" indent="-355600" algn="l" rtl="0"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Merriweather Sans"/>
              <a:buChar char="»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endParaRPr/>
          </a:p>
        </p:txBody>
      </p:sp>
      <p:sp>
        <p:nvSpPr>
          <p:cNvPr id="12" name="Google Shape;12;p9"/>
          <p:cNvSpPr txBox="1">
            <a:spLocks noGrp="1"/>
          </p:cNvSpPr>
          <p:nvPr>
            <p:ph type="sldNum" idx="12"/>
          </p:nvPr>
        </p:nvSpPr>
        <p:spPr>
          <a:xfrm>
            <a:off x="7359650" y="6248400"/>
            <a:ext cx="292100" cy="292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ctr" rtl="0"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L="0" marR="0" lvl="1" indent="0" algn="ctr" rtl="0"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marL="0" marR="0" lvl="2" indent="0" algn="ctr" rtl="0"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L="0" marR="0" lvl="3" indent="0" algn="ctr" rtl="0"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marL="0" marR="0" lvl="4" indent="0" algn="ctr" rtl="0"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L="0" marR="0" lvl="5" indent="0" algn="ctr" rtl="0"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marL="0" marR="0" lvl="6" indent="0" algn="ctr" rtl="0"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marL="0" marR="0" lvl="7" indent="0" algn="ctr" rtl="0"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marL="0" marR="0" lvl="8" indent="0" algn="ctr" rtl="0"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5" name="Google Shape;65;p1"/>
          <p:cNvPicPr preferRelativeResize="0"/>
          <p:nvPr/>
        </p:nvPicPr>
        <p:blipFill rotWithShape="1">
          <a:blip r:embed="rId3">
            <a:alphaModFix/>
          </a:blip>
          <a:srcRect r="40517" b="-469"/>
          <a:stretch/>
        </p:blipFill>
        <p:spPr>
          <a:xfrm>
            <a:off x="0" y="0"/>
            <a:ext cx="9144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66" name="Google Shape;66;p1"/>
          <p:cNvSpPr/>
          <p:nvPr/>
        </p:nvSpPr>
        <p:spPr>
          <a:xfrm>
            <a:off x="6477000" y="5575300"/>
            <a:ext cx="838200" cy="35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40625" bIns="0" anchor="t" anchorCtr="0">
            <a:noAutofit/>
          </a:bodyPr>
          <a:lstStyle/>
          <a:p>
            <a:pPr marL="39688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24 E</a:t>
            </a:r>
            <a:endParaRPr/>
          </a:p>
        </p:txBody>
      </p:sp>
      <p:sp>
        <p:nvSpPr>
          <p:cNvPr id="67" name="Google Shape;67;p1"/>
          <p:cNvSpPr/>
          <p:nvPr/>
        </p:nvSpPr>
        <p:spPr>
          <a:xfrm>
            <a:off x="7315200" y="4432300"/>
            <a:ext cx="838200" cy="35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40625" bIns="0" anchor="t" anchorCtr="0">
            <a:noAutofit/>
          </a:bodyPr>
          <a:lstStyle/>
          <a:p>
            <a:pPr marL="39688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14 N</a:t>
            </a:r>
            <a:endParaRPr/>
          </a:p>
        </p:txBody>
      </p:sp>
      <p:sp>
        <p:nvSpPr>
          <p:cNvPr id="68" name="Google Shape;68;p1"/>
          <p:cNvSpPr/>
          <p:nvPr/>
        </p:nvSpPr>
        <p:spPr>
          <a:xfrm>
            <a:off x="7315200" y="5270500"/>
            <a:ext cx="838200" cy="35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40625" bIns="0" anchor="t" anchorCtr="0">
            <a:noAutofit/>
          </a:bodyPr>
          <a:lstStyle/>
          <a:p>
            <a:pPr marL="39688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12 N</a:t>
            </a:r>
            <a:endParaRPr/>
          </a:p>
        </p:txBody>
      </p:sp>
      <p:sp>
        <p:nvSpPr>
          <p:cNvPr id="69" name="Google Shape;69;p1"/>
          <p:cNvSpPr/>
          <p:nvPr/>
        </p:nvSpPr>
        <p:spPr>
          <a:xfrm>
            <a:off x="4876800" y="5575300"/>
            <a:ext cx="838200" cy="35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40625" bIns="0" anchor="t" anchorCtr="0">
            <a:noAutofit/>
          </a:bodyPr>
          <a:lstStyle/>
          <a:p>
            <a:pPr marL="39688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20 E</a:t>
            </a:r>
            <a:endParaRPr/>
          </a:p>
        </p:txBody>
      </p:sp>
      <p:grpSp>
        <p:nvGrpSpPr>
          <p:cNvPr id="70" name="Google Shape;70;p1"/>
          <p:cNvGrpSpPr/>
          <p:nvPr/>
        </p:nvGrpSpPr>
        <p:grpSpPr>
          <a:xfrm>
            <a:off x="3657600" y="2971800"/>
            <a:ext cx="228600" cy="762000"/>
            <a:chOff x="3969" y="3294"/>
            <a:chExt cx="164" cy="567"/>
          </a:xfrm>
        </p:grpSpPr>
        <p:sp>
          <p:nvSpPr>
            <p:cNvPr id="71" name="Google Shape;71;p1"/>
            <p:cNvSpPr/>
            <p:nvPr/>
          </p:nvSpPr>
          <p:spPr>
            <a:xfrm>
              <a:off x="3969" y="3294"/>
              <a:ext cx="164" cy="567"/>
            </a:xfrm>
            <a:custGeom>
              <a:avLst/>
              <a:gdLst/>
              <a:ahLst/>
              <a:cxnLst/>
              <a:rect l="l" t="t" r="r" b="b"/>
              <a:pathLst>
                <a:path w="188" h="953" extrusionOk="0">
                  <a:moveTo>
                    <a:pt x="188" y="873"/>
                  </a:moveTo>
                  <a:lnTo>
                    <a:pt x="94" y="953"/>
                  </a:lnTo>
                  <a:lnTo>
                    <a:pt x="0" y="873"/>
                  </a:lnTo>
                  <a:lnTo>
                    <a:pt x="94" y="0"/>
                  </a:lnTo>
                  <a:lnTo>
                    <a:pt x="188" y="873"/>
                  </a:lnTo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72" name="Google Shape;72;p1"/>
            <p:cNvSpPr/>
            <p:nvPr/>
          </p:nvSpPr>
          <p:spPr>
            <a:xfrm>
              <a:off x="4035" y="3318"/>
              <a:ext cx="32" cy="59"/>
            </a:xfrm>
            <a:custGeom>
              <a:avLst/>
              <a:gdLst/>
              <a:ahLst/>
              <a:cxnLst/>
              <a:rect l="l" t="t" r="r" b="b"/>
              <a:pathLst>
                <a:path w="36" h="99" extrusionOk="0">
                  <a:moveTo>
                    <a:pt x="29" y="19"/>
                  </a:moveTo>
                  <a:lnTo>
                    <a:pt x="18" y="0"/>
                  </a:lnTo>
                  <a:lnTo>
                    <a:pt x="5" y="19"/>
                  </a:lnTo>
                  <a:lnTo>
                    <a:pt x="0" y="80"/>
                  </a:lnTo>
                  <a:lnTo>
                    <a:pt x="18" y="99"/>
                  </a:lnTo>
                  <a:lnTo>
                    <a:pt x="36" y="80"/>
                  </a:lnTo>
                  <a:lnTo>
                    <a:pt x="29" y="19"/>
                  </a:lnTo>
                  <a:close/>
                </a:path>
              </a:pathLst>
            </a:custGeom>
            <a:solidFill>
              <a:srgbClr val="666666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73" name="Google Shape;73;p1"/>
            <p:cNvSpPr/>
            <p:nvPr/>
          </p:nvSpPr>
          <p:spPr>
            <a:xfrm>
              <a:off x="3969" y="3767"/>
              <a:ext cx="164" cy="48"/>
            </a:xfrm>
            <a:custGeom>
              <a:avLst/>
              <a:gdLst/>
              <a:ahLst/>
              <a:cxnLst/>
              <a:rect l="l" t="t" r="r" b="b"/>
              <a:pathLst>
                <a:path w="188" h="78" extrusionOk="0">
                  <a:moveTo>
                    <a:pt x="188" y="78"/>
                  </a:moveTo>
                  <a:lnTo>
                    <a:pt x="94" y="0"/>
                  </a:lnTo>
                  <a:lnTo>
                    <a:pt x="0" y="78"/>
                  </a:lnTo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74" name="Google Shape;74;p1"/>
            <p:cNvSpPr/>
            <p:nvPr/>
          </p:nvSpPr>
          <p:spPr>
            <a:xfrm>
              <a:off x="3969" y="3294"/>
              <a:ext cx="164" cy="567"/>
            </a:xfrm>
            <a:custGeom>
              <a:avLst/>
              <a:gdLst/>
              <a:ahLst/>
              <a:cxnLst/>
              <a:rect l="l" t="t" r="r" b="b"/>
              <a:pathLst>
                <a:path w="188" h="953" extrusionOk="0">
                  <a:moveTo>
                    <a:pt x="94" y="0"/>
                  </a:moveTo>
                  <a:lnTo>
                    <a:pt x="94" y="953"/>
                  </a:lnTo>
                  <a:lnTo>
                    <a:pt x="188" y="873"/>
                  </a:lnTo>
                  <a:lnTo>
                    <a:pt x="94" y="0"/>
                  </a:lnTo>
                  <a:lnTo>
                    <a:pt x="0" y="873"/>
                  </a:lnTo>
                  <a:lnTo>
                    <a:pt x="94" y="953"/>
                  </a:lnTo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75" name="Google Shape;75;p1"/>
            <p:cNvSpPr/>
            <p:nvPr/>
          </p:nvSpPr>
          <p:spPr>
            <a:xfrm>
              <a:off x="4030" y="3424"/>
              <a:ext cx="42" cy="12"/>
            </a:xfrm>
            <a:custGeom>
              <a:avLst/>
              <a:gdLst/>
              <a:ahLst/>
              <a:cxnLst/>
              <a:rect l="l" t="t" r="r" b="b"/>
              <a:pathLst>
                <a:path w="47" h="19" extrusionOk="0">
                  <a:moveTo>
                    <a:pt x="47" y="0"/>
                  </a:moveTo>
                  <a:lnTo>
                    <a:pt x="24" y="19"/>
                  </a:lnTo>
                  <a:lnTo>
                    <a:pt x="0" y="0"/>
                  </a:lnTo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76" name="Google Shape;76;p1"/>
            <p:cNvSpPr/>
            <p:nvPr/>
          </p:nvSpPr>
          <p:spPr>
            <a:xfrm>
              <a:off x="4023" y="3468"/>
              <a:ext cx="54" cy="15"/>
            </a:xfrm>
            <a:custGeom>
              <a:avLst/>
              <a:gdLst/>
              <a:ahLst/>
              <a:cxnLst/>
              <a:rect l="l" t="t" r="r" b="b"/>
              <a:pathLst>
                <a:path w="64" h="26" extrusionOk="0">
                  <a:moveTo>
                    <a:pt x="64" y="0"/>
                  </a:moveTo>
                  <a:lnTo>
                    <a:pt x="33" y="26"/>
                  </a:lnTo>
                  <a:lnTo>
                    <a:pt x="0" y="0"/>
                  </a:lnTo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77" name="Google Shape;77;p1"/>
            <p:cNvSpPr/>
            <p:nvPr/>
          </p:nvSpPr>
          <p:spPr>
            <a:xfrm>
              <a:off x="4018" y="3510"/>
              <a:ext cx="68" cy="21"/>
            </a:xfrm>
            <a:custGeom>
              <a:avLst/>
              <a:gdLst/>
              <a:ahLst/>
              <a:cxnLst/>
              <a:rect l="l" t="t" r="r" b="b"/>
              <a:pathLst>
                <a:path w="78" h="35" extrusionOk="0">
                  <a:moveTo>
                    <a:pt x="78" y="2"/>
                  </a:moveTo>
                  <a:lnTo>
                    <a:pt x="38" y="35"/>
                  </a:lnTo>
                  <a:lnTo>
                    <a:pt x="0" y="0"/>
                  </a:lnTo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78" name="Google Shape;78;p1"/>
            <p:cNvSpPr/>
            <p:nvPr/>
          </p:nvSpPr>
          <p:spPr>
            <a:xfrm>
              <a:off x="4009" y="3555"/>
              <a:ext cx="82" cy="23"/>
            </a:xfrm>
            <a:custGeom>
              <a:avLst/>
              <a:gdLst/>
              <a:ahLst/>
              <a:cxnLst/>
              <a:rect l="l" t="t" r="r" b="b"/>
              <a:pathLst>
                <a:path w="94" h="38" extrusionOk="0">
                  <a:moveTo>
                    <a:pt x="94" y="0"/>
                  </a:moveTo>
                  <a:lnTo>
                    <a:pt x="47" y="38"/>
                  </a:lnTo>
                  <a:lnTo>
                    <a:pt x="0" y="0"/>
                  </a:lnTo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79" name="Google Shape;79;p1"/>
            <p:cNvSpPr/>
            <p:nvPr/>
          </p:nvSpPr>
          <p:spPr>
            <a:xfrm>
              <a:off x="4002" y="3598"/>
              <a:ext cx="96" cy="27"/>
            </a:xfrm>
            <a:custGeom>
              <a:avLst/>
              <a:gdLst/>
              <a:ahLst/>
              <a:cxnLst/>
              <a:rect l="l" t="t" r="r" b="b"/>
              <a:pathLst>
                <a:path w="110" h="46" extrusionOk="0">
                  <a:moveTo>
                    <a:pt x="110" y="0"/>
                  </a:moveTo>
                  <a:lnTo>
                    <a:pt x="56" y="46"/>
                  </a:lnTo>
                  <a:lnTo>
                    <a:pt x="0" y="0"/>
                  </a:lnTo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80" name="Google Shape;80;p1"/>
            <p:cNvSpPr/>
            <p:nvPr/>
          </p:nvSpPr>
          <p:spPr>
            <a:xfrm>
              <a:off x="3997" y="3641"/>
              <a:ext cx="110" cy="32"/>
            </a:xfrm>
            <a:custGeom>
              <a:avLst/>
              <a:gdLst/>
              <a:ahLst/>
              <a:cxnLst/>
              <a:rect l="l" t="t" r="r" b="b"/>
              <a:pathLst>
                <a:path w="125" h="53" extrusionOk="0">
                  <a:moveTo>
                    <a:pt x="125" y="0"/>
                  </a:moveTo>
                  <a:lnTo>
                    <a:pt x="62" y="53"/>
                  </a:lnTo>
                  <a:lnTo>
                    <a:pt x="0" y="0"/>
                  </a:lnTo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81" name="Google Shape;81;p1"/>
            <p:cNvSpPr/>
            <p:nvPr/>
          </p:nvSpPr>
          <p:spPr>
            <a:xfrm>
              <a:off x="3990" y="3684"/>
              <a:ext cx="122" cy="36"/>
            </a:xfrm>
            <a:custGeom>
              <a:avLst/>
              <a:gdLst/>
              <a:ahLst/>
              <a:cxnLst/>
              <a:rect l="l" t="t" r="r" b="b"/>
              <a:pathLst>
                <a:path w="141" h="61" extrusionOk="0">
                  <a:moveTo>
                    <a:pt x="141" y="0"/>
                  </a:moveTo>
                  <a:lnTo>
                    <a:pt x="71" y="61"/>
                  </a:lnTo>
                  <a:lnTo>
                    <a:pt x="0" y="0"/>
                  </a:lnTo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82" name="Google Shape;82;p1"/>
            <p:cNvSpPr/>
            <p:nvPr/>
          </p:nvSpPr>
          <p:spPr>
            <a:xfrm>
              <a:off x="3981" y="3728"/>
              <a:ext cx="138" cy="39"/>
            </a:xfrm>
            <a:custGeom>
              <a:avLst/>
              <a:gdLst/>
              <a:ahLst/>
              <a:cxnLst/>
              <a:rect l="l" t="t" r="r" b="b"/>
              <a:pathLst>
                <a:path w="158" h="68" extrusionOk="0">
                  <a:moveTo>
                    <a:pt x="158" y="0"/>
                  </a:moveTo>
                  <a:lnTo>
                    <a:pt x="80" y="68"/>
                  </a:lnTo>
                  <a:lnTo>
                    <a:pt x="0" y="2"/>
                  </a:lnTo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83" name="Google Shape;83;p1"/>
            <p:cNvSpPr/>
            <p:nvPr/>
          </p:nvSpPr>
          <p:spPr>
            <a:xfrm>
              <a:off x="3978" y="3769"/>
              <a:ext cx="148" cy="46"/>
            </a:xfrm>
            <a:custGeom>
              <a:avLst/>
              <a:gdLst/>
              <a:ahLst/>
              <a:cxnLst/>
              <a:rect l="l" t="t" r="r" b="b"/>
              <a:pathLst>
                <a:path w="172" h="75" extrusionOk="0">
                  <a:moveTo>
                    <a:pt x="172" y="2"/>
                  </a:moveTo>
                  <a:lnTo>
                    <a:pt x="85" y="75"/>
                  </a:lnTo>
                  <a:lnTo>
                    <a:pt x="0" y="0"/>
                  </a:lnTo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84" name="Google Shape;84;p1"/>
            <p:cNvSpPr/>
            <p:nvPr/>
          </p:nvSpPr>
          <p:spPr>
            <a:xfrm>
              <a:off x="4035" y="3318"/>
              <a:ext cx="32" cy="59"/>
            </a:xfrm>
            <a:custGeom>
              <a:avLst/>
              <a:gdLst/>
              <a:ahLst/>
              <a:cxnLst/>
              <a:rect l="l" t="t" r="r" b="b"/>
              <a:pathLst>
                <a:path w="36" h="99" extrusionOk="0">
                  <a:moveTo>
                    <a:pt x="29" y="19"/>
                  </a:moveTo>
                  <a:lnTo>
                    <a:pt x="18" y="0"/>
                  </a:lnTo>
                  <a:lnTo>
                    <a:pt x="5" y="19"/>
                  </a:lnTo>
                  <a:lnTo>
                    <a:pt x="0" y="80"/>
                  </a:lnTo>
                  <a:lnTo>
                    <a:pt x="18" y="99"/>
                  </a:lnTo>
                  <a:lnTo>
                    <a:pt x="36" y="80"/>
                  </a:lnTo>
                  <a:lnTo>
                    <a:pt x="29" y="19"/>
                  </a:lnTo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85" name="Google Shape;85;p1"/>
            <p:cNvSpPr/>
            <p:nvPr/>
          </p:nvSpPr>
          <p:spPr>
            <a:xfrm>
              <a:off x="4070" y="3294"/>
              <a:ext cx="49" cy="127"/>
            </a:xfrm>
            <a:custGeom>
              <a:avLst/>
              <a:gdLst/>
              <a:ahLst/>
              <a:cxnLst/>
              <a:rect l="l" t="t" r="r" b="b"/>
              <a:pathLst>
                <a:path w="56" h="214" extrusionOk="0">
                  <a:moveTo>
                    <a:pt x="56" y="0"/>
                  </a:moveTo>
                  <a:lnTo>
                    <a:pt x="48" y="2"/>
                  </a:lnTo>
                  <a:lnTo>
                    <a:pt x="41" y="7"/>
                  </a:lnTo>
                  <a:lnTo>
                    <a:pt x="36" y="14"/>
                  </a:lnTo>
                  <a:lnTo>
                    <a:pt x="28" y="25"/>
                  </a:lnTo>
                  <a:lnTo>
                    <a:pt x="23" y="39"/>
                  </a:lnTo>
                  <a:lnTo>
                    <a:pt x="18" y="54"/>
                  </a:lnTo>
                  <a:lnTo>
                    <a:pt x="14" y="72"/>
                  </a:lnTo>
                  <a:lnTo>
                    <a:pt x="9" y="92"/>
                  </a:lnTo>
                  <a:lnTo>
                    <a:pt x="7" y="115"/>
                  </a:lnTo>
                  <a:lnTo>
                    <a:pt x="3" y="137"/>
                  </a:lnTo>
                  <a:lnTo>
                    <a:pt x="1" y="162"/>
                  </a:lnTo>
                  <a:lnTo>
                    <a:pt x="0" y="188"/>
                  </a:lnTo>
                  <a:lnTo>
                    <a:pt x="0" y="214"/>
                  </a:lnTo>
                  <a:lnTo>
                    <a:pt x="0" y="0"/>
                  </a:lnTo>
                  <a:lnTo>
                    <a:pt x="56" y="0"/>
                  </a:lnTo>
                  <a:close/>
                </a:path>
              </a:pathLst>
            </a:custGeom>
            <a:solidFill>
              <a:srgbClr val="9A9A9A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86" name="Google Shape;86;p1"/>
            <p:cNvSpPr/>
            <p:nvPr/>
          </p:nvSpPr>
          <p:spPr>
            <a:xfrm>
              <a:off x="4070" y="3294"/>
              <a:ext cx="49" cy="127"/>
            </a:xfrm>
            <a:custGeom>
              <a:avLst/>
              <a:gdLst/>
              <a:ahLst/>
              <a:cxnLst/>
              <a:rect l="l" t="t" r="r" b="b"/>
              <a:pathLst>
                <a:path w="56" h="214" extrusionOk="0">
                  <a:moveTo>
                    <a:pt x="56" y="0"/>
                  </a:moveTo>
                  <a:lnTo>
                    <a:pt x="48" y="2"/>
                  </a:lnTo>
                  <a:lnTo>
                    <a:pt x="41" y="7"/>
                  </a:lnTo>
                  <a:lnTo>
                    <a:pt x="36" y="14"/>
                  </a:lnTo>
                  <a:lnTo>
                    <a:pt x="28" y="25"/>
                  </a:lnTo>
                  <a:lnTo>
                    <a:pt x="23" y="39"/>
                  </a:lnTo>
                  <a:lnTo>
                    <a:pt x="18" y="54"/>
                  </a:lnTo>
                  <a:lnTo>
                    <a:pt x="14" y="72"/>
                  </a:lnTo>
                  <a:lnTo>
                    <a:pt x="9" y="92"/>
                  </a:lnTo>
                  <a:lnTo>
                    <a:pt x="7" y="115"/>
                  </a:lnTo>
                  <a:lnTo>
                    <a:pt x="3" y="137"/>
                  </a:lnTo>
                  <a:lnTo>
                    <a:pt x="1" y="162"/>
                  </a:lnTo>
                  <a:lnTo>
                    <a:pt x="0" y="188"/>
                  </a:lnTo>
                  <a:lnTo>
                    <a:pt x="0" y="214"/>
                  </a:lnTo>
                  <a:lnTo>
                    <a:pt x="1" y="214"/>
                  </a:lnTo>
                  <a:lnTo>
                    <a:pt x="1" y="188"/>
                  </a:lnTo>
                  <a:lnTo>
                    <a:pt x="3" y="163"/>
                  </a:lnTo>
                  <a:lnTo>
                    <a:pt x="5" y="139"/>
                  </a:lnTo>
                  <a:lnTo>
                    <a:pt x="7" y="117"/>
                  </a:lnTo>
                  <a:lnTo>
                    <a:pt x="10" y="96"/>
                  </a:lnTo>
                  <a:lnTo>
                    <a:pt x="14" y="75"/>
                  </a:lnTo>
                  <a:lnTo>
                    <a:pt x="19" y="58"/>
                  </a:lnTo>
                  <a:lnTo>
                    <a:pt x="25" y="42"/>
                  </a:lnTo>
                  <a:lnTo>
                    <a:pt x="30" y="30"/>
                  </a:lnTo>
                  <a:lnTo>
                    <a:pt x="36" y="19"/>
                  </a:lnTo>
                  <a:lnTo>
                    <a:pt x="43" y="11"/>
                  </a:lnTo>
                  <a:lnTo>
                    <a:pt x="48" y="7"/>
                  </a:lnTo>
                  <a:lnTo>
                    <a:pt x="56" y="6"/>
                  </a:lnTo>
                  <a:lnTo>
                    <a:pt x="56" y="0"/>
                  </a:lnTo>
                  <a:close/>
                </a:path>
              </a:pathLst>
            </a:custGeom>
            <a:solidFill>
              <a:srgbClr val="9A9A9A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87" name="Google Shape;87;p1"/>
            <p:cNvSpPr/>
            <p:nvPr/>
          </p:nvSpPr>
          <p:spPr>
            <a:xfrm>
              <a:off x="4072" y="3298"/>
              <a:ext cx="47" cy="123"/>
            </a:xfrm>
            <a:custGeom>
              <a:avLst/>
              <a:gdLst/>
              <a:ahLst/>
              <a:cxnLst/>
              <a:rect l="l" t="t" r="r" b="b"/>
              <a:pathLst>
                <a:path w="55" h="208" extrusionOk="0">
                  <a:moveTo>
                    <a:pt x="55" y="0"/>
                  </a:moveTo>
                  <a:lnTo>
                    <a:pt x="47" y="1"/>
                  </a:lnTo>
                  <a:lnTo>
                    <a:pt x="42" y="5"/>
                  </a:lnTo>
                  <a:lnTo>
                    <a:pt x="35" y="13"/>
                  </a:lnTo>
                  <a:lnTo>
                    <a:pt x="29" y="24"/>
                  </a:lnTo>
                  <a:lnTo>
                    <a:pt x="24" y="36"/>
                  </a:lnTo>
                  <a:lnTo>
                    <a:pt x="18" y="52"/>
                  </a:lnTo>
                  <a:lnTo>
                    <a:pt x="13" y="69"/>
                  </a:lnTo>
                  <a:lnTo>
                    <a:pt x="9" y="90"/>
                  </a:lnTo>
                  <a:lnTo>
                    <a:pt x="6" y="111"/>
                  </a:lnTo>
                  <a:lnTo>
                    <a:pt x="4" y="133"/>
                  </a:lnTo>
                  <a:lnTo>
                    <a:pt x="2" y="157"/>
                  </a:lnTo>
                  <a:lnTo>
                    <a:pt x="0" y="182"/>
                  </a:lnTo>
                  <a:lnTo>
                    <a:pt x="0" y="208"/>
                  </a:lnTo>
                  <a:lnTo>
                    <a:pt x="2" y="208"/>
                  </a:lnTo>
                  <a:lnTo>
                    <a:pt x="2" y="180"/>
                  </a:lnTo>
                  <a:lnTo>
                    <a:pt x="4" y="154"/>
                  </a:lnTo>
                  <a:lnTo>
                    <a:pt x="6" y="130"/>
                  </a:lnTo>
                  <a:lnTo>
                    <a:pt x="8" y="105"/>
                  </a:lnTo>
                  <a:lnTo>
                    <a:pt x="13" y="85"/>
                  </a:lnTo>
                  <a:lnTo>
                    <a:pt x="17" y="64"/>
                  </a:lnTo>
                  <a:lnTo>
                    <a:pt x="22" y="46"/>
                  </a:lnTo>
                  <a:lnTo>
                    <a:pt x="27" y="33"/>
                  </a:lnTo>
                  <a:lnTo>
                    <a:pt x="35" y="20"/>
                  </a:lnTo>
                  <a:lnTo>
                    <a:pt x="40" y="12"/>
                  </a:lnTo>
                  <a:lnTo>
                    <a:pt x="47" y="7"/>
                  </a:lnTo>
                  <a:lnTo>
                    <a:pt x="55" y="5"/>
                  </a:lnTo>
                  <a:lnTo>
                    <a:pt x="55" y="0"/>
                  </a:lnTo>
                  <a:close/>
                </a:path>
              </a:pathLst>
            </a:custGeom>
            <a:solidFill>
              <a:srgbClr val="9B9B9B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88" name="Google Shape;88;p1"/>
            <p:cNvSpPr/>
            <p:nvPr/>
          </p:nvSpPr>
          <p:spPr>
            <a:xfrm>
              <a:off x="4074" y="3300"/>
              <a:ext cx="45" cy="121"/>
            </a:xfrm>
            <a:custGeom>
              <a:avLst/>
              <a:gdLst/>
              <a:ahLst/>
              <a:cxnLst/>
              <a:rect l="l" t="t" r="r" b="b"/>
              <a:pathLst>
                <a:path w="53" h="203" extrusionOk="0">
                  <a:moveTo>
                    <a:pt x="53" y="0"/>
                  </a:moveTo>
                  <a:lnTo>
                    <a:pt x="45" y="2"/>
                  </a:lnTo>
                  <a:lnTo>
                    <a:pt x="38" y="7"/>
                  </a:lnTo>
                  <a:lnTo>
                    <a:pt x="33" y="15"/>
                  </a:lnTo>
                  <a:lnTo>
                    <a:pt x="25" y="28"/>
                  </a:lnTo>
                  <a:lnTo>
                    <a:pt x="20" y="41"/>
                  </a:lnTo>
                  <a:lnTo>
                    <a:pt x="15" y="59"/>
                  </a:lnTo>
                  <a:lnTo>
                    <a:pt x="11" y="80"/>
                  </a:lnTo>
                  <a:lnTo>
                    <a:pt x="6" y="100"/>
                  </a:lnTo>
                  <a:lnTo>
                    <a:pt x="4" y="125"/>
                  </a:lnTo>
                  <a:lnTo>
                    <a:pt x="2" y="149"/>
                  </a:lnTo>
                  <a:lnTo>
                    <a:pt x="0" y="175"/>
                  </a:lnTo>
                  <a:lnTo>
                    <a:pt x="0" y="203"/>
                  </a:lnTo>
                  <a:lnTo>
                    <a:pt x="0" y="203"/>
                  </a:lnTo>
                  <a:lnTo>
                    <a:pt x="2" y="177"/>
                  </a:lnTo>
                  <a:lnTo>
                    <a:pt x="2" y="151"/>
                  </a:lnTo>
                  <a:lnTo>
                    <a:pt x="4" y="126"/>
                  </a:lnTo>
                  <a:lnTo>
                    <a:pt x="7" y="104"/>
                  </a:lnTo>
                  <a:lnTo>
                    <a:pt x="11" y="81"/>
                  </a:lnTo>
                  <a:lnTo>
                    <a:pt x="16" y="62"/>
                  </a:lnTo>
                  <a:lnTo>
                    <a:pt x="20" y="45"/>
                  </a:lnTo>
                  <a:lnTo>
                    <a:pt x="27" y="31"/>
                  </a:lnTo>
                  <a:lnTo>
                    <a:pt x="33" y="21"/>
                  </a:lnTo>
                  <a:lnTo>
                    <a:pt x="38" y="12"/>
                  </a:lnTo>
                  <a:lnTo>
                    <a:pt x="45" y="7"/>
                  </a:lnTo>
                  <a:lnTo>
                    <a:pt x="53" y="5"/>
                  </a:lnTo>
                  <a:lnTo>
                    <a:pt x="53" y="0"/>
                  </a:lnTo>
                  <a:close/>
                </a:path>
              </a:pathLst>
            </a:custGeom>
            <a:solidFill>
              <a:srgbClr val="9D9D9D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89" name="Google Shape;89;p1"/>
            <p:cNvSpPr/>
            <p:nvPr/>
          </p:nvSpPr>
          <p:spPr>
            <a:xfrm>
              <a:off x="4074" y="3304"/>
              <a:ext cx="45" cy="117"/>
            </a:xfrm>
            <a:custGeom>
              <a:avLst/>
              <a:gdLst/>
              <a:ahLst/>
              <a:cxnLst/>
              <a:rect l="l" t="t" r="r" b="b"/>
              <a:pathLst>
                <a:path w="53" h="198" extrusionOk="0">
                  <a:moveTo>
                    <a:pt x="53" y="0"/>
                  </a:moveTo>
                  <a:lnTo>
                    <a:pt x="45" y="2"/>
                  </a:lnTo>
                  <a:lnTo>
                    <a:pt x="38" y="7"/>
                  </a:lnTo>
                  <a:lnTo>
                    <a:pt x="33" y="16"/>
                  </a:lnTo>
                  <a:lnTo>
                    <a:pt x="27" y="26"/>
                  </a:lnTo>
                  <a:lnTo>
                    <a:pt x="20" y="40"/>
                  </a:lnTo>
                  <a:lnTo>
                    <a:pt x="16" y="57"/>
                  </a:lnTo>
                  <a:lnTo>
                    <a:pt x="11" y="76"/>
                  </a:lnTo>
                  <a:lnTo>
                    <a:pt x="7" y="99"/>
                  </a:lnTo>
                  <a:lnTo>
                    <a:pt x="4" y="121"/>
                  </a:lnTo>
                  <a:lnTo>
                    <a:pt x="2" y="146"/>
                  </a:lnTo>
                  <a:lnTo>
                    <a:pt x="2" y="172"/>
                  </a:lnTo>
                  <a:lnTo>
                    <a:pt x="0" y="198"/>
                  </a:lnTo>
                  <a:lnTo>
                    <a:pt x="2" y="198"/>
                  </a:lnTo>
                  <a:lnTo>
                    <a:pt x="2" y="172"/>
                  </a:lnTo>
                  <a:lnTo>
                    <a:pt x="4" y="147"/>
                  </a:lnTo>
                  <a:lnTo>
                    <a:pt x="6" y="123"/>
                  </a:lnTo>
                  <a:lnTo>
                    <a:pt x="9" y="101"/>
                  </a:lnTo>
                  <a:lnTo>
                    <a:pt x="13" y="80"/>
                  </a:lnTo>
                  <a:lnTo>
                    <a:pt x="16" y="61"/>
                  </a:lnTo>
                  <a:lnTo>
                    <a:pt x="22" y="45"/>
                  </a:lnTo>
                  <a:lnTo>
                    <a:pt x="27" y="31"/>
                  </a:lnTo>
                  <a:lnTo>
                    <a:pt x="33" y="19"/>
                  </a:lnTo>
                  <a:lnTo>
                    <a:pt x="40" y="12"/>
                  </a:lnTo>
                  <a:lnTo>
                    <a:pt x="45" y="7"/>
                  </a:lnTo>
                  <a:lnTo>
                    <a:pt x="53" y="5"/>
                  </a:lnTo>
                  <a:lnTo>
                    <a:pt x="53" y="0"/>
                  </a:lnTo>
                  <a:close/>
                </a:path>
              </a:pathLst>
            </a:custGeom>
            <a:solidFill>
              <a:srgbClr val="9F9F9F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90" name="Google Shape;90;p1"/>
            <p:cNvSpPr/>
            <p:nvPr/>
          </p:nvSpPr>
          <p:spPr>
            <a:xfrm>
              <a:off x="4074" y="3307"/>
              <a:ext cx="45" cy="114"/>
            </a:xfrm>
            <a:custGeom>
              <a:avLst/>
              <a:gdLst/>
              <a:ahLst/>
              <a:cxnLst/>
              <a:rect l="l" t="t" r="r" b="b"/>
              <a:pathLst>
                <a:path w="51" h="193" extrusionOk="0">
                  <a:moveTo>
                    <a:pt x="51" y="0"/>
                  </a:moveTo>
                  <a:lnTo>
                    <a:pt x="43" y="2"/>
                  </a:lnTo>
                  <a:lnTo>
                    <a:pt x="38" y="7"/>
                  </a:lnTo>
                  <a:lnTo>
                    <a:pt x="31" y="14"/>
                  </a:lnTo>
                  <a:lnTo>
                    <a:pt x="25" y="26"/>
                  </a:lnTo>
                  <a:lnTo>
                    <a:pt x="20" y="40"/>
                  </a:lnTo>
                  <a:lnTo>
                    <a:pt x="14" y="56"/>
                  </a:lnTo>
                  <a:lnTo>
                    <a:pt x="11" y="75"/>
                  </a:lnTo>
                  <a:lnTo>
                    <a:pt x="7" y="96"/>
                  </a:lnTo>
                  <a:lnTo>
                    <a:pt x="4" y="118"/>
                  </a:lnTo>
                  <a:lnTo>
                    <a:pt x="2" y="142"/>
                  </a:lnTo>
                  <a:lnTo>
                    <a:pt x="0" y="167"/>
                  </a:lnTo>
                  <a:lnTo>
                    <a:pt x="0" y="193"/>
                  </a:lnTo>
                  <a:lnTo>
                    <a:pt x="2" y="193"/>
                  </a:lnTo>
                  <a:lnTo>
                    <a:pt x="2" y="168"/>
                  </a:lnTo>
                  <a:lnTo>
                    <a:pt x="4" y="144"/>
                  </a:lnTo>
                  <a:lnTo>
                    <a:pt x="5" y="120"/>
                  </a:lnTo>
                  <a:lnTo>
                    <a:pt x="7" y="99"/>
                  </a:lnTo>
                  <a:lnTo>
                    <a:pt x="11" y="78"/>
                  </a:lnTo>
                  <a:lnTo>
                    <a:pt x="16" y="59"/>
                  </a:lnTo>
                  <a:lnTo>
                    <a:pt x="20" y="44"/>
                  </a:lnTo>
                  <a:lnTo>
                    <a:pt x="25" y="30"/>
                  </a:lnTo>
                  <a:lnTo>
                    <a:pt x="31" y="19"/>
                  </a:lnTo>
                  <a:lnTo>
                    <a:pt x="38" y="12"/>
                  </a:lnTo>
                  <a:lnTo>
                    <a:pt x="43" y="7"/>
                  </a:lnTo>
                  <a:lnTo>
                    <a:pt x="51" y="5"/>
                  </a:lnTo>
                  <a:lnTo>
                    <a:pt x="51" y="0"/>
                  </a:lnTo>
                  <a:close/>
                </a:path>
              </a:pathLst>
            </a:custGeom>
            <a:solidFill>
              <a:srgbClr val="A1A1A1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91" name="Google Shape;91;p1"/>
            <p:cNvSpPr/>
            <p:nvPr/>
          </p:nvSpPr>
          <p:spPr>
            <a:xfrm>
              <a:off x="4075" y="3309"/>
              <a:ext cx="44" cy="112"/>
            </a:xfrm>
            <a:custGeom>
              <a:avLst/>
              <a:gdLst/>
              <a:ahLst/>
              <a:cxnLst/>
              <a:rect l="l" t="t" r="r" b="b"/>
              <a:pathLst>
                <a:path w="49" h="188" extrusionOk="0">
                  <a:moveTo>
                    <a:pt x="49" y="0"/>
                  </a:moveTo>
                  <a:lnTo>
                    <a:pt x="41" y="2"/>
                  </a:lnTo>
                  <a:lnTo>
                    <a:pt x="36" y="7"/>
                  </a:lnTo>
                  <a:lnTo>
                    <a:pt x="29" y="14"/>
                  </a:lnTo>
                  <a:lnTo>
                    <a:pt x="23" y="25"/>
                  </a:lnTo>
                  <a:lnTo>
                    <a:pt x="18" y="39"/>
                  </a:lnTo>
                  <a:lnTo>
                    <a:pt x="14" y="54"/>
                  </a:lnTo>
                  <a:lnTo>
                    <a:pt x="9" y="73"/>
                  </a:lnTo>
                  <a:lnTo>
                    <a:pt x="5" y="94"/>
                  </a:lnTo>
                  <a:lnTo>
                    <a:pt x="3" y="115"/>
                  </a:lnTo>
                  <a:lnTo>
                    <a:pt x="2" y="139"/>
                  </a:lnTo>
                  <a:lnTo>
                    <a:pt x="0" y="163"/>
                  </a:lnTo>
                  <a:lnTo>
                    <a:pt x="0" y="188"/>
                  </a:lnTo>
                  <a:lnTo>
                    <a:pt x="2" y="188"/>
                  </a:lnTo>
                  <a:lnTo>
                    <a:pt x="2" y="163"/>
                  </a:lnTo>
                  <a:lnTo>
                    <a:pt x="2" y="141"/>
                  </a:lnTo>
                  <a:lnTo>
                    <a:pt x="5" y="118"/>
                  </a:lnTo>
                  <a:lnTo>
                    <a:pt x="7" y="96"/>
                  </a:lnTo>
                  <a:lnTo>
                    <a:pt x="11" y="77"/>
                  </a:lnTo>
                  <a:lnTo>
                    <a:pt x="14" y="59"/>
                  </a:lnTo>
                  <a:lnTo>
                    <a:pt x="20" y="44"/>
                  </a:lnTo>
                  <a:lnTo>
                    <a:pt x="25" y="30"/>
                  </a:lnTo>
                  <a:lnTo>
                    <a:pt x="30" y="19"/>
                  </a:lnTo>
                  <a:lnTo>
                    <a:pt x="36" y="11"/>
                  </a:lnTo>
                  <a:lnTo>
                    <a:pt x="41" y="7"/>
                  </a:lnTo>
                  <a:lnTo>
                    <a:pt x="49" y="6"/>
                  </a:lnTo>
                  <a:lnTo>
                    <a:pt x="49" y="0"/>
                  </a:lnTo>
                  <a:close/>
                </a:path>
              </a:pathLst>
            </a:custGeom>
            <a:solidFill>
              <a:srgbClr val="A3A3A3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92" name="Google Shape;92;p1"/>
            <p:cNvSpPr/>
            <p:nvPr/>
          </p:nvSpPr>
          <p:spPr>
            <a:xfrm>
              <a:off x="4077" y="3313"/>
              <a:ext cx="42" cy="108"/>
            </a:xfrm>
            <a:custGeom>
              <a:avLst/>
              <a:gdLst/>
              <a:ahLst/>
              <a:cxnLst/>
              <a:rect l="l" t="t" r="r" b="b"/>
              <a:pathLst>
                <a:path w="47" h="182" extrusionOk="0">
                  <a:moveTo>
                    <a:pt x="47" y="0"/>
                  </a:moveTo>
                  <a:lnTo>
                    <a:pt x="39" y="1"/>
                  </a:lnTo>
                  <a:lnTo>
                    <a:pt x="34" y="5"/>
                  </a:lnTo>
                  <a:lnTo>
                    <a:pt x="28" y="13"/>
                  </a:lnTo>
                  <a:lnTo>
                    <a:pt x="23" y="24"/>
                  </a:lnTo>
                  <a:lnTo>
                    <a:pt x="18" y="38"/>
                  </a:lnTo>
                  <a:lnTo>
                    <a:pt x="12" y="53"/>
                  </a:lnTo>
                  <a:lnTo>
                    <a:pt x="9" y="71"/>
                  </a:lnTo>
                  <a:lnTo>
                    <a:pt x="5" y="90"/>
                  </a:lnTo>
                  <a:lnTo>
                    <a:pt x="3" y="112"/>
                  </a:lnTo>
                  <a:lnTo>
                    <a:pt x="0" y="135"/>
                  </a:lnTo>
                  <a:lnTo>
                    <a:pt x="0" y="157"/>
                  </a:lnTo>
                  <a:lnTo>
                    <a:pt x="0" y="182"/>
                  </a:lnTo>
                  <a:lnTo>
                    <a:pt x="0" y="182"/>
                  </a:lnTo>
                  <a:lnTo>
                    <a:pt x="1" y="157"/>
                  </a:lnTo>
                  <a:lnTo>
                    <a:pt x="1" y="135"/>
                  </a:lnTo>
                  <a:lnTo>
                    <a:pt x="3" y="114"/>
                  </a:lnTo>
                  <a:lnTo>
                    <a:pt x="7" y="93"/>
                  </a:lnTo>
                  <a:lnTo>
                    <a:pt x="10" y="74"/>
                  </a:lnTo>
                  <a:lnTo>
                    <a:pt x="14" y="57"/>
                  </a:lnTo>
                  <a:lnTo>
                    <a:pt x="18" y="41"/>
                  </a:lnTo>
                  <a:lnTo>
                    <a:pt x="23" y="29"/>
                  </a:lnTo>
                  <a:lnTo>
                    <a:pt x="28" y="19"/>
                  </a:lnTo>
                  <a:lnTo>
                    <a:pt x="34" y="10"/>
                  </a:lnTo>
                  <a:lnTo>
                    <a:pt x="39" y="7"/>
                  </a:lnTo>
                  <a:lnTo>
                    <a:pt x="47" y="5"/>
                  </a:lnTo>
                  <a:lnTo>
                    <a:pt x="47" y="0"/>
                  </a:lnTo>
                  <a:close/>
                </a:path>
              </a:pathLst>
            </a:custGeom>
            <a:solidFill>
              <a:srgbClr val="A5A5A5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93" name="Google Shape;93;p1"/>
            <p:cNvSpPr/>
            <p:nvPr/>
          </p:nvSpPr>
          <p:spPr>
            <a:xfrm>
              <a:off x="4077" y="3315"/>
              <a:ext cx="42" cy="106"/>
            </a:xfrm>
            <a:custGeom>
              <a:avLst/>
              <a:gdLst/>
              <a:ahLst/>
              <a:cxnLst/>
              <a:rect l="l" t="t" r="r" b="b"/>
              <a:pathLst>
                <a:path w="47" h="177" extrusionOk="0">
                  <a:moveTo>
                    <a:pt x="47" y="0"/>
                  </a:moveTo>
                  <a:lnTo>
                    <a:pt x="39" y="2"/>
                  </a:lnTo>
                  <a:lnTo>
                    <a:pt x="34" y="5"/>
                  </a:lnTo>
                  <a:lnTo>
                    <a:pt x="28" y="14"/>
                  </a:lnTo>
                  <a:lnTo>
                    <a:pt x="23" y="24"/>
                  </a:lnTo>
                  <a:lnTo>
                    <a:pt x="18" y="36"/>
                  </a:lnTo>
                  <a:lnTo>
                    <a:pt x="14" y="52"/>
                  </a:lnTo>
                  <a:lnTo>
                    <a:pt x="10" y="69"/>
                  </a:lnTo>
                  <a:lnTo>
                    <a:pt x="7" y="88"/>
                  </a:lnTo>
                  <a:lnTo>
                    <a:pt x="3" y="109"/>
                  </a:lnTo>
                  <a:lnTo>
                    <a:pt x="1" y="130"/>
                  </a:lnTo>
                  <a:lnTo>
                    <a:pt x="1" y="152"/>
                  </a:lnTo>
                  <a:lnTo>
                    <a:pt x="0" y="177"/>
                  </a:lnTo>
                  <a:lnTo>
                    <a:pt x="1" y="177"/>
                  </a:lnTo>
                  <a:lnTo>
                    <a:pt x="1" y="154"/>
                  </a:lnTo>
                  <a:lnTo>
                    <a:pt x="3" y="132"/>
                  </a:lnTo>
                  <a:lnTo>
                    <a:pt x="5" y="111"/>
                  </a:lnTo>
                  <a:lnTo>
                    <a:pt x="7" y="90"/>
                  </a:lnTo>
                  <a:lnTo>
                    <a:pt x="10" y="73"/>
                  </a:lnTo>
                  <a:lnTo>
                    <a:pt x="14" y="55"/>
                  </a:lnTo>
                  <a:lnTo>
                    <a:pt x="19" y="40"/>
                  </a:lnTo>
                  <a:lnTo>
                    <a:pt x="23" y="28"/>
                  </a:lnTo>
                  <a:lnTo>
                    <a:pt x="28" y="17"/>
                  </a:lnTo>
                  <a:lnTo>
                    <a:pt x="34" y="10"/>
                  </a:lnTo>
                  <a:lnTo>
                    <a:pt x="41" y="7"/>
                  </a:lnTo>
                  <a:lnTo>
                    <a:pt x="47" y="5"/>
                  </a:lnTo>
                  <a:lnTo>
                    <a:pt x="47" y="0"/>
                  </a:lnTo>
                  <a:close/>
                </a:path>
              </a:pathLst>
            </a:custGeom>
            <a:solidFill>
              <a:srgbClr val="A8A8A8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94" name="Google Shape;94;p1"/>
            <p:cNvSpPr/>
            <p:nvPr/>
          </p:nvSpPr>
          <p:spPr>
            <a:xfrm>
              <a:off x="4079" y="3319"/>
              <a:ext cx="40" cy="102"/>
            </a:xfrm>
            <a:custGeom>
              <a:avLst/>
              <a:gdLst/>
              <a:ahLst/>
              <a:cxnLst/>
              <a:rect l="l" t="t" r="r" b="b"/>
              <a:pathLst>
                <a:path w="46" h="172" extrusionOk="0">
                  <a:moveTo>
                    <a:pt x="46" y="0"/>
                  </a:moveTo>
                  <a:lnTo>
                    <a:pt x="40" y="2"/>
                  </a:lnTo>
                  <a:lnTo>
                    <a:pt x="33" y="5"/>
                  </a:lnTo>
                  <a:lnTo>
                    <a:pt x="27" y="12"/>
                  </a:lnTo>
                  <a:lnTo>
                    <a:pt x="22" y="23"/>
                  </a:lnTo>
                  <a:lnTo>
                    <a:pt x="18" y="35"/>
                  </a:lnTo>
                  <a:lnTo>
                    <a:pt x="13" y="50"/>
                  </a:lnTo>
                  <a:lnTo>
                    <a:pt x="9" y="68"/>
                  </a:lnTo>
                  <a:lnTo>
                    <a:pt x="6" y="85"/>
                  </a:lnTo>
                  <a:lnTo>
                    <a:pt x="4" y="106"/>
                  </a:lnTo>
                  <a:lnTo>
                    <a:pt x="2" y="127"/>
                  </a:lnTo>
                  <a:lnTo>
                    <a:pt x="0" y="149"/>
                  </a:lnTo>
                  <a:lnTo>
                    <a:pt x="0" y="172"/>
                  </a:lnTo>
                  <a:lnTo>
                    <a:pt x="2" y="172"/>
                  </a:lnTo>
                  <a:lnTo>
                    <a:pt x="2" y="147"/>
                  </a:lnTo>
                  <a:lnTo>
                    <a:pt x="4" y="125"/>
                  </a:lnTo>
                  <a:lnTo>
                    <a:pt x="6" y="102"/>
                  </a:lnTo>
                  <a:lnTo>
                    <a:pt x="9" y="82"/>
                  </a:lnTo>
                  <a:lnTo>
                    <a:pt x="13" y="62"/>
                  </a:lnTo>
                  <a:lnTo>
                    <a:pt x="17" y="45"/>
                  </a:lnTo>
                  <a:lnTo>
                    <a:pt x="22" y="31"/>
                  </a:lnTo>
                  <a:lnTo>
                    <a:pt x="27" y="21"/>
                  </a:lnTo>
                  <a:lnTo>
                    <a:pt x="33" y="12"/>
                  </a:lnTo>
                  <a:lnTo>
                    <a:pt x="38" y="7"/>
                  </a:lnTo>
                  <a:lnTo>
                    <a:pt x="46" y="5"/>
                  </a:lnTo>
                  <a:lnTo>
                    <a:pt x="46" y="0"/>
                  </a:lnTo>
                  <a:close/>
                </a:path>
              </a:pathLst>
            </a:custGeom>
            <a:solidFill>
              <a:srgbClr val="AAAAAA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95" name="Google Shape;95;p1"/>
            <p:cNvSpPr/>
            <p:nvPr/>
          </p:nvSpPr>
          <p:spPr>
            <a:xfrm>
              <a:off x="4081" y="3323"/>
              <a:ext cx="38" cy="98"/>
            </a:xfrm>
            <a:custGeom>
              <a:avLst/>
              <a:gdLst/>
              <a:ahLst/>
              <a:cxnLst/>
              <a:rect l="l" t="t" r="r" b="b"/>
              <a:pathLst>
                <a:path w="44" h="167" extrusionOk="0">
                  <a:moveTo>
                    <a:pt x="44" y="0"/>
                  </a:moveTo>
                  <a:lnTo>
                    <a:pt x="36" y="2"/>
                  </a:lnTo>
                  <a:lnTo>
                    <a:pt x="31" y="7"/>
                  </a:lnTo>
                  <a:lnTo>
                    <a:pt x="25" y="16"/>
                  </a:lnTo>
                  <a:lnTo>
                    <a:pt x="20" y="26"/>
                  </a:lnTo>
                  <a:lnTo>
                    <a:pt x="15" y="40"/>
                  </a:lnTo>
                  <a:lnTo>
                    <a:pt x="11" y="57"/>
                  </a:lnTo>
                  <a:lnTo>
                    <a:pt x="7" y="77"/>
                  </a:lnTo>
                  <a:lnTo>
                    <a:pt x="4" y="97"/>
                  </a:lnTo>
                  <a:lnTo>
                    <a:pt x="2" y="120"/>
                  </a:lnTo>
                  <a:lnTo>
                    <a:pt x="0" y="142"/>
                  </a:lnTo>
                  <a:lnTo>
                    <a:pt x="0" y="167"/>
                  </a:lnTo>
                  <a:lnTo>
                    <a:pt x="2" y="167"/>
                  </a:lnTo>
                  <a:lnTo>
                    <a:pt x="2" y="142"/>
                  </a:lnTo>
                  <a:lnTo>
                    <a:pt x="2" y="122"/>
                  </a:lnTo>
                  <a:lnTo>
                    <a:pt x="6" y="99"/>
                  </a:lnTo>
                  <a:lnTo>
                    <a:pt x="7" y="80"/>
                  </a:lnTo>
                  <a:lnTo>
                    <a:pt x="11" y="61"/>
                  </a:lnTo>
                  <a:lnTo>
                    <a:pt x="16" y="45"/>
                  </a:lnTo>
                  <a:lnTo>
                    <a:pt x="20" y="31"/>
                  </a:lnTo>
                  <a:lnTo>
                    <a:pt x="25" y="19"/>
                  </a:lnTo>
                  <a:lnTo>
                    <a:pt x="31" y="12"/>
                  </a:lnTo>
                  <a:lnTo>
                    <a:pt x="36" y="7"/>
                  </a:lnTo>
                  <a:lnTo>
                    <a:pt x="44" y="5"/>
                  </a:lnTo>
                  <a:lnTo>
                    <a:pt x="44" y="0"/>
                  </a:lnTo>
                  <a:close/>
                </a:path>
              </a:pathLst>
            </a:custGeom>
            <a:solidFill>
              <a:srgbClr val="ACACAC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96" name="Google Shape;96;p1"/>
            <p:cNvSpPr/>
            <p:nvPr/>
          </p:nvSpPr>
          <p:spPr>
            <a:xfrm>
              <a:off x="4082" y="3325"/>
              <a:ext cx="37" cy="96"/>
            </a:xfrm>
            <a:custGeom>
              <a:avLst/>
              <a:gdLst/>
              <a:ahLst/>
              <a:cxnLst/>
              <a:rect l="l" t="t" r="r" b="b"/>
              <a:pathLst>
                <a:path w="42" h="162" extrusionOk="0">
                  <a:moveTo>
                    <a:pt x="42" y="0"/>
                  </a:moveTo>
                  <a:lnTo>
                    <a:pt x="34" y="2"/>
                  </a:lnTo>
                  <a:lnTo>
                    <a:pt x="29" y="7"/>
                  </a:lnTo>
                  <a:lnTo>
                    <a:pt x="23" y="14"/>
                  </a:lnTo>
                  <a:lnTo>
                    <a:pt x="18" y="26"/>
                  </a:lnTo>
                  <a:lnTo>
                    <a:pt x="14" y="40"/>
                  </a:lnTo>
                  <a:lnTo>
                    <a:pt x="9" y="56"/>
                  </a:lnTo>
                  <a:lnTo>
                    <a:pt x="5" y="75"/>
                  </a:lnTo>
                  <a:lnTo>
                    <a:pt x="4" y="94"/>
                  </a:lnTo>
                  <a:lnTo>
                    <a:pt x="0" y="117"/>
                  </a:lnTo>
                  <a:lnTo>
                    <a:pt x="0" y="137"/>
                  </a:lnTo>
                  <a:lnTo>
                    <a:pt x="0" y="162"/>
                  </a:lnTo>
                  <a:lnTo>
                    <a:pt x="0" y="162"/>
                  </a:lnTo>
                  <a:lnTo>
                    <a:pt x="2" y="139"/>
                  </a:lnTo>
                  <a:lnTo>
                    <a:pt x="2" y="117"/>
                  </a:lnTo>
                  <a:lnTo>
                    <a:pt x="4" y="96"/>
                  </a:lnTo>
                  <a:lnTo>
                    <a:pt x="7" y="77"/>
                  </a:lnTo>
                  <a:lnTo>
                    <a:pt x="11" y="59"/>
                  </a:lnTo>
                  <a:lnTo>
                    <a:pt x="14" y="44"/>
                  </a:lnTo>
                  <a:lnTo>
                    <a:pt x="20" y="30"/>
                  </a:lnTo>
                  <a:lnTo>
                    <a:pt x="23" y="20"/>
                  </a:lnTo>
                  <a:lnTo>
                    <a:pt x="29" y="13"/>
                  </a:lnTo>
                  <a:lnTo>
                    <a:pt x="36" y="7"/>
                  </a:lnTo>
                  <a:lnTo>
                    <a:pt x="42" y="6"/>
                  </a:lnTo>
                  <a:lnTo>
                    <a:pt x="42" y="0"/>
                  </a:lnTo>
                  <a:close/>
                </a:path>
              </a:pathLst>
            </a:custGeom>
            <a:solidFill>
              <a:srgbClr val="AFAFAF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97" name="Google Shape;97;p1"/>
            <p:cNvSpPr/>
            <p:nvPr/>
          </p:nvSpPr>
          <p:spPr>
            <a:xfrm>
              <a:off x="4082" y="3329"/>
              <a:ext cx="37" cy="92"/>
            </a:xfrm>
            <a:custGeom>
              <a:avLst/>
              <a:gdLst/>
              <a:ahLst/>
              <a:cxnLst/>
              <a:rect l="l" t="t" r="r" b="b"/>
              <a:pathLst>
                <a:path w="42" h="156" extrusionOk="0">
                  <a:moveTo>
                    <a:pt x="42" y="0"/>
                  </a:moveTo>
                  <a:lnTo>
                    <a:pt x="36" y="1"/>
                  </a:lnTo>
                  <a:lnTo>
                    <a:pt x="29" y="7"/>
                  </a:lnTo>
                  <a:lnTo>
                    <a:pt x="23" y="14"/>
                  </a:lnTo>
                  <a:lnTo>
                    <a:pt x="20" y="24"/>
                  </a:lnTo>
                  <a:lnTo>
                    <a:pt x="14" y="38"/>
                  </a:lnTo>
                  <a:lnTo>
                    <a:pt x="11" y="53"/>
                  </a:lnTo>
                  <a:lnTo>
                    <a:pt x="7" y="71"/>
                  </a:lnTo>
                  <a:lnTo>
                    <a:pt x="4" y="90"/>
                  </a:lnTo>
                  <a:lnTo>
                    <a:pt x="2" y="111"/>
                  </a:lnTo>
                  <a:lnTo>
                    <a:pt x="2" y="133"/>
                  </a:lnTo>
                  <a:lnTo>
                    <a:pt x="0" y="156"/>
                  </a:lnTo>
                  <a:lnTo>
                    <a:pt x="2" y="156"/>
                  </a:lnTo>
                  <a:lnTo>
                    <a:pt x="2" y="133"/>
                  </a:lnTo>
                  <a:lnTo>
                    <a:pt x="4" y="112"/>
                  </a:lnTo>
                  <a:lnTo>
                    <a:pt x="5" y="93"/>
                  </a:lnTo>
                  <a:lnTo>
                    <a:pt x="7" y="74"/>
                  </a:lnTo>
                  <a:lnTo>
                    <a:pt x="11" y="57"/>
                  </a:lnTo>
                  <a:lnTo>
                    <a:pt x="16" y="41"/>
                  </a:lnTo>
                  <a:lnTo>
                    <a:pt x="20" y="29"/>
                  </a:lnTo>
                  <a:lnTo>
                    <a:pt x="25" y="19"/>
                  </a:lnTo>
                  <a:lnTo>
                    <a:pt x="31" y="10"/>
                  </a:lnTo>
                  <a:lnTo>
                    <a:pt x="36" y="7"/>
                  </a:lnTo>
                  <a:lnTo>
                    <a:pt x="42" y="5"/>
                  </a:lnTo>
                  <a:lnTo>
                    <a:pt x="42" y="0"/>
                  </a:lnTo>
                  <a:close/>
                </a:path>
              </a:pathLst>
            </a:custGeom>
            <a:solidFill>
              <a:srgbClr val="B1B1B1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98" name="Google Shape;98;p1"/>
            <p:cNvSpPr/>
            <p:nvPr/>
          </p:nvSpPr>
          <p:spPr>
            <a:xfrm>
              <a:off x="4084" y="3331"/>
              <a:ext cx="35" cy="90"/>
            </a:xfrm>
            <a:custGeom>
              <a:avLst/>
              <a:gdLst/>
              <a:ahLst/>
              <a:cxnLst/>
              <a:rect l="l" t="t" r="r" b="b"/>
              <a:pathLst>
                <a:path w="40" h="151" extrusionOk="0">
                  <a:moveTo>
                    <a:pt x="40" y="0"/>
                  </a:moveTo>
                  <a:lnTo>
                    <a:pt x="34" y="2"/>
                  </a:lnTo>
                  <a:lnTo>
                    <a:pt x="29" y="5"/>
                  </a:lnTo>
                  <a:lnTo>
                    <a:pt x="23" y="14"/>
                  </a:lnTo>
                  <a:lnTo>
                    <a:pt x="18" y="24"/>
                  </a:lnTo>
                  <a:lnTo>
                    <a:pt x="14" y="36"/>
                  </a:lnTo>
                  <a:lnTo>
                    <a:pt x="9" y="52"/>
                  </a:lnTo>
                  <a:lnTo>
                    <a:pt x="5" y="69"/>
                  </a:lnTo>
                  <a:lnTo>
                    <a:pt x="3" y="88"/>
                  </a:lnTo>
                  <a:lnTo>
                    <a:pt x="2" y="107"/>
                  </a:lnTo>
                  <a:lnTo>
                    <a:pt x="0" y="128"/>
                  </a:lnTo>
                  <a:lnTo>
                    <a:pt x="0" y="151"/>
                  </a:lnTo>
                  <a:lnTo>
                    <a:pt x="2" y="151"/>
                  </a:lnTo>
                  <a:lnTo>
                    <a:pt x="2" y="130"/>
                  </a:lnTo>
                  <a:lnTo>
                    <a:pt x="3" y="109"/>
                  </a:lnTo>
                  <a:lnTo>
                    <a:pt x="5" y="90"/>
                  </a:lnTo>
                  <a:lnTo>
                    <a:pt x="7" y="71"/>
                  </a:lnTo>
                  <a:lnTo>
                    <a:pt x="11" y="55"/>
                  </a:lnTo>
                  <a:lnTo>
                    <a:pt x="14" y="40"/>
                  </a:lnTo>
                  <a:lnTo>
                    <a:pt x="18" y="28"/>
                  </a:lnTo>
                  <a:lnTo>
                    <a:pt x="23" y="17"/>
                  </a:lnTo>
                  <a:lnTo>
                    <a:pt x="29" y="10"/>
                  </a:lnTo>
                  <a:lnTo>
                    <a:pt x="34" y="7"/>
                  </a:lnTo>
                  <a:lnTo>
                    <a:pt x="40" y="5"/>
                  </a:lnTo>
                  <a:lnTo>
                    <a:pt x="40" y="0"/>
                  </a:lnTo>
                  <a:close/>
                </a:path>
              </a:pathLst>
            </a:custGeom>
            <a:solidFill>
              <a:srgbClr val="B4B4B4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99" name="Google Shape;99;p1"/>
            <p:cNvSpPr/>
            <p:nvPr/>
          </p:nvSpPr>
          <p:spPr>
            <a:xfrm>
              <a:off x="4086" y="3335"/>
              <a:ext cx="33" cy="86"/>
            </a:xfrm>
            <a:custGeom>
              <a:avLst/>
              <a:gdLst/>
              <a:ahLst/>
              <a:cxnLst/>
              <a:rect l="l" t="t" r="r" b="b"/>
              <a:pathLst>
                <a:path w="38" h="146" extrusionOk="0">
                  <a:moveTo>
                    <a:pt x="38" y="0"/>
                  </a:moveTo>
                  <a:lnTo>
                    <a:pt x="32" y="2"/>
                  </a:lnTo>
                  <a:lnTo>
                    <a:pt x="27" y="5"/>
                  </a:lnTo>
                  <a:lnTo>
                    <a:pt x="21" y="12"/>
                  </a:lnTo>
                  <a:lnTo>
                    <a:pt x="16" y="23"/>
                  </a:lnTo>
                  <a:lnTo>
                    <a:pt x="12" y="35"/>
                  </a:lnTo>
                  <a:lnTo>
                    <a:pt x="9" y="50"/>
                  </a:lnTo>
                  <a:lnTo>
                    <a:pt x="5" y="66"/>
                  </a:lnTo>
                  <a:lnTo>
                    <a:pt x="3" y="85"/>
                  </a:lnTo>
                  <a:lnTo>
                    <a:pt x="1" y="104"/>
                  </a:lnTo>
                  <a:lnTo>
                    <a:pt x="0" y="125"/>
                  </a:lnTo>
                  <a:lnTo>
                    <a:pt x="0" y="146"/>
                  </a:lnTo>
                  <a:lnTo>
                    <a:pt x="1" y="146"/>
                  </a:lnTo>
                  <a:lnTo>
                    <a:pt x="1" y="123"/>
                  </a:lnTo>
                  <a:lnTo>
                    <a:pt x="3" y="102"/>
                  </a:lnTo>
                  <a:lnTo>
                    <a:pt x="5" y="82"/>
                  </a:lnTo>
                  <a:lnTo>
                    <a:pt x="7" y="63"/>
                  </a:lnTo>
                  <a:lnTo>
                    <a:pt x="10" y="47"/>
                  </a:lnTo>
                  <a:lnTo>
                    <a:pt x="16" y="31"/>
                  </a:lnTo>
                  <a:lnTo>
                    <a:pt x="21" y="21"/>
                  </a:lnTo>
                  <a:lnTo>
                    <a:pt x="25" y="12"/>
                  </a:lnTo>
                  <a:lnTo>
                    <a:pt x="32" y="7"/>
                  </a:lnTo>
                  <a:lnTo>
                    <a:pt x="38" y="5"/>
                  </a:lnTo>
                  <a:lnTo>
                    <a:pt x="38" y="0"/>
                  </a:lnTo>
                  <a:close/>
                </a:path>
              </a:pathLst>
            </a:custGeom>
            <a:solidFill>
              <a:srgbClr val="B7B7B7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100" name="Google Shape;100;p1"/>
            <p:cNvSpPr/>
            <p:nvPr/>
          </p:nvSpPr>
          <p:spPr>
            <a:xfrm>
              <a:off x="4088" y="3338"/>
              <a:ext cx="31" cy="83"/>
            </a:xfrm>
            <a:custGeom>
              <a:avLst/>
              <a:gdLst/>
              <a:ahLst/>
              <a:cxnLst/>
              <a:rect l="l" t="t" r="r" b="b"/>
              <a:pathLst>
                <a:path w="37" h="141" extrusionOk="0">
                  <a:moveTo>
                    <a:pt x="37" y="0"/>
                  </a:moveTo>
                  <a:lnTo>
                    <a:pt x="31" y="2"/>
                  </a:lnTo>
                  <a:lnTo>
                    <a:pt x="24" y="7"/>
                  </a:lnTo>
                  <a:lnTo>
                    <a:pt x="20" y="16"/>
                  </a:lnTo>
                  <a:lnTo>
                    <a:pt x="15" y="26"/>
                  </a:lnTo>
                  <a:lnTo>
                    <a:pt x="9" y="42"/>
                  </a:lnTo>
                  <a:lnTo>
                    <a:pt x="6" y="58"/>
                  </a:lnTo>
                  <a:lnTo>
                    <a:pt x="4" y="77"/>
                  </a:lnTo>
                  <a:lnTo>
                    <a:pt x="2" y="97"/>
                  </a:lnTo>
                  <a:lnTo>
                    <a:pt x="0" y="118"/>
                  </a:lnTo>
                  <a:lnTo>
                    <a:pt x="0" y="141"/>
                  </a:lnTo>
                  <a:lnTo>
                    <a:pt x="0" y="141"/>
                  </a:lnTo>
                  <a:lnTo>
                    <a:pt x="2" y="118"/>
                  </a:lnTo>
                  <a:lnTo>
                    <a:pt x="2" y="99"/>
                  </a:lnTo>
                  <a:lnTo>
                    <a:pt x="4" y="78"/>
                  </a:lnTo>
                  <a:lnTo>
                    <a:pt x="8" y="61"/>
                  </a:lnTo>
                  <a:lnTo>
                    <a:pt x="11" y="45"/>
                  </a:lnTo>
                  <a:lnTo>
                    <a:pt x="15" y="31"/>
                  </a:lnTo>
                  <a:lnTo>
                    <a:pt x="20" y="19"/>
                  </a:lnTo>
                  <a:lnTo>
                    <a:pt x="26" y="12"/>
                  </a:lnTo>
                  <a:lnTo>
                    <a:pt x="31" y="7"/>
                  </a:lnTo>
                  <a:lnTo>
                    <a:pt x="37" y="5"/>
                  </a:lnTo>
                  <a:lnTo>
                    <a:pt x="37" y="0"/>
                  </a:lnTo>
                  <a:close/>
                </a:path>
              </a:pathLst>
            </a:custGeom>
            <a:solidFill>
              <a:srgbClr val="BABABA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101" name="Google Shape;101;p1"/>
            <p:cNvSpPr/>
            <p:nvPr/>
          </p:nvSpPr>
          <p:spPr>
            <a:xfrm>
              <a:off x="4088" y="3340"/>
              <a:ext cx="31" cy="81"/>
            </a:xfrm>
            <a:custGeom>
              <a:avLst/>
              <a:gdLst/>
              <a:ahLst/>
              <a:cxnLst/>
              <a:rect l="l" t="t" r="r" b="b"/>
              <a:pathLst>
                <a:path w="37" h="136" extrusionOk="0">
                  <a:moveTo>
                    <a:pt x="37" y="0"/>
                  </a:moveTo>
                  <a:lnTo>
                    <a:pt x="31" y="2"/>
                  </a:lnTo>
                  <a:lnTo>
                    <a:pt x="26" y="7"/>
                  </a:lnTo>
                  <a:lnTo>
                    <a:pt x="20" y="14"/>
                  </a:lnTo>
                  <a:lnTo>
                    <a:pt x="15" y="26"/>
                  </a:lnTo>
                  <a:lnTo>
                    <a:pt x="11" y="40"/>
                  </a:lnTo>
                  <a:lnTo>
                    <a:pt x="8" y="56"/>
                  </a:lnTo>
                  <a:lnTo>
                    <a:pt x="4" y="73"/>
                  </a:lnTo>
                  <a:lnTo>
                    <a:pt x="2" y="94"/>
                  </a:lnTo>
                  <a:lnTo>
                    <a:pt x="2" y="113"/>
                  </a:lnTo>
                  <a:lnTo>
                    <a:pt x="0" y="136"/>
                  </a:lnTo>
                  <a:lnTo>
                    <a:pt x="2" y="136"/>
                  </a:lnTo>
                  <a:lnTo>
                    <a:pt x="2" y="115"/>
                  </a:lnTo>
                  <a:lnTo>
                    <a:pt x="4" y="96"/>
                  </a:lnTo>
                  <a:lnTo>
                    <a:pt x="6" y="77"/>
                  </a:lnTo>
                  <a:lnTo>
                    <a:pt x="9" y="59"/>
                  </a:lnTo>
                  <a:lnTo>
                    <a:pt x="13" y="44"/>
                  </a:lnTo>
                  <a:lnTo>
                    <a:pt x="17" y="30"/>
                  </a:lnTo>
                  <a:lnTo>
                    <a:pt x="20" y="20"/>
                  </a:lnTo>
                  <a:lnTo>
                    <a:pt x="26" y="13"/>
                  </a:lnTo>
                  <a:lnTo>
                    <a:pt x="31" y="7"/>
                  </a:lnTo>
                  <a:lnTo>
                    <a:pt x="37" y="6"/>
                  </a:lnTo>
                  <a:lnTo>
                    <a:pt x="37" y="0"/>
                  </a:lnTo>
                  <a:close/>
                </a:path>
              </a:pathLst>
            </a:custGeom>
            <a:solidFill>
              <a:srgbClr val="BDBDBD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102" name="Google Shape;102;p1"/>
            <p:cNvSpPr/>
            <p:nvPr/>
          </p:nvSpPr>
          <p:spPr>
            <a:xfrm>
              <a:off x="4089" y="3344"/>
              <a:ext cx="30" cy="77"/>
            </a:xfrm>
            <a:custGeom>
              <a:avLst/>
              <a:gdLst/>
              <a:ahLst/>
              <a:cxnLst/>
              <a:rect l="l" t="t" r="r" b="b"/>
              <a:pathLst>
                <a:path w="35" h="130" extrusionOk="0">
                  <a:moveTo>
                    <a:pt x="35" y="0"/>
                  </a:moveTo>
                  <a:lnTo>
                    <a:pt x="29" y="1"/>
                  </a:lnTo>
                  <a:lnTo>
                    <a:pt x="24" y="7"/>
                  </a:lnTo>
                  <a:lnTo>
                    <a:pt x="18" y="14"/>
                  </a:lnTo>
                  <a:lnTo>
                    <a:pt x="15" y="24"/>
                  </a:lnTo>
                  <a:lnTo>
                    <a:pt x="11" y="38"/>
                  </a:lnTo>
                  <a:lnTo>
                    <a:pt x="7" y="53"/>
                  </a:lnTo>
                  <a:lnTo>
                    <a:pt x="4" y="71"/>
                  </a:lnTo>
                  <a:lnTo>
                    <a:pt x="2" y="90"/>
                  </a:lnTo>
                  <a:lnTo>
                    <a:pt x="0" y="109"/>
                  </a:lnTo>
                  <a:lnTo>
                    <a:pt x="0" y="130"/>
                  </a:lnTo>
                  <a:lnTo>
                    <a:pt x="2" y="130"/>
                  </a:lnTo>
                  <a:lnTo>
                    <a:pt x="2" y="109"/>
                  </a:lnTo>
                  <a:lnTo>
                    <a:pt x="4" y="90"/>
                  </a:lnTo>
                  <a:lnTo>
                    <a:pt x="6" y="73"/>
                  </a:lnTo>
                  <a:lnTo>
                    <a:pt x="7" y="55"/>
                  </a:lnTo>
                  <a:lnTo>
                    <a:pt x="11" y="41"/>
                  </a:lnTo>
                  <a:lnTo>
                    <a:pt x="15" y="29"/>
                  </a:lnTo>
                  <a:lnTo>
                    <a:pt x="20" y="19"/>
                  </a:lnTo>
                  <a:lnTo>
                    <a:pt x="24" y="10"/>
                  </a:lnTo>
                  <a:lnTo>
                    <a:pt x="29" y="7"/>
                  </a:lnTo>
                  <a:lnTo>
                    <a:pt x="35" y="5"/>
                  </a:lnTo>
                  <a:lnTo>
                    <a:pt x="35" y="0"/>
                  </a:lnTo>
                  <a:close/>
                </a:path>
              </a:pathLst>
            </a:custGeom>
            <a:solidFill>
              <a:srgbClr val="C0C0C0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103" name="Google Shape;103;p1"/>
            <p:cNvSpPr/>
            <p:nvPr/>
          </p:nvSpPr>
          <p:spPr>
            <a:xfrm>
              <a:off x="4091" y="3346"/>
              <a:ext cx="28" cy="75"/>
            </a:xfrm>
            <a:custGeom>
              <a:avLst/>
              <a:gdLst/>
              <a:ahLst/>
              <a:cxnLst/>
              <a:rect l="l" t="t" r="r" b="b"/>
              <a:pathLst>
                <a:path w="33" h="125" extrusionOk="0">
                  <a:moveTo>
                    <a:pt x="33" y="0"/>
                  </a:moveTo>
                  <a:lnTo>
                    <a:pt x="27" y="2"/>
                  </a:lnTo>
                  <a:lnTo>
                    <a:pt x="22" y="5"/>
                  </a:lnTo>
                  <a:lnTo>
                    <a:pt x="18" y="14"/>
                  </a:lnTo>
                  <a:lnTo>
                    <a:pt x="13" y="24"/>
                  </a:lnTo>
                  <a:lnTo>
                    <a:pt x="9" y="36"/>
                  </a:lnTo>
                  <a:lnTo>
                    <a:pt x="5" y="50"/>
                  </a:lnTo>
                  <a:lnTo>
                    <a:pt x="4" y="68"/>
                  </a:lnTo>
                  <a:lnTo>
                    <a:pt x="2" y="85"/>
                  </a:lnTo>
                  <a:lnTo>
                    <a:pt x="0" y="104"/>
                  </a:lnTo>
                  <a:lnTo>
                    <a:pt x="0" y="125"/>
                  </a:lnTo>
                  <a:lnTo>
                    <a:pt x="2" y="125"/>
                  </a:lnTo>
                  <a:lnTo>
                    <a:pt x="2" y="106"/>
                  </a:lnTo>
                  <a:lnTo>
                    <a:pt x="2" y="87"/>
                  </a:lnTo>
                  <a:lnTo>
                    <a:pt x="4" y="69"/>
                  </a:lnTo>
                  <a:lnTo>
                    <a:pt x="7" y="54"/>
                  </a:lnTo>
                  <a:lnTo>
                    <a:pt x="11" y="40"/>
                  </a:lnTo>
                  <a:lnTo>
                    <a:pt x="14" y="28"/>
                  </a:lnTo>
                  <a:lnTo>
                    <a:pt x="18" y="17"/>
                  </a:lnTo>
                  <a:lnTo>
                    <a:pt x="22" y="10"/>
                  </a:lnTo>
                  <a:lnTo>
                    <a:pt x="27" y="7"/>
                  </a:lnTo>
                  <a:lnTo>
                    <a:pt x="33" y="5"/>
                  </a:lnTo>
                  <a:lnTo>
                    <a:pt x="33" y="0"/>
                  </a:lnTo>
                  <a:close/>
                </a:path>
              </a:pathLst>
            </a:custGeom>
            <a:solidFill>
              <a:srgbClr val="C3C3C3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104" name="Google Shape;104;p1"/>
            <p:cNvSpPr/>
            <p:nvPr/>
          </p:nvSpPr>
          <p:spPr>
            <a:xfrm>
              <a:off x="4091" y="3350"/>
              <a:ext cx="28" cy="71"/>
            </a:xfrm>
            <a:custGeom>
              <a:avLst/>
              <a:gdLst/>
              <a:ahLst/>
              <a:cxnLst/>
              <a:rect l="l" t="t" r="r" b="b"/>
              <a:pathLst>
                <a:path w="31" h="120" extrusionOk="0">
                  <a:moveTo>
                    <a:pt x="31" y="0"/>
                  </a:moveTo>
                  <a:lnTo>
                    <a:pt x="25" y="2"/>
                  </a:lnTo>
                  <a:lnTo>
                    <a:pt x="20" y="5"/>
                  </a:lnTo>
                  <a:lnTo>
                    <a:pt x="16" y="12"/>
                  </a:lnTo>
                  <a:lnTo>
                    <a:pt x="12" y="23"/>
                  </a:lnTo>
                  <a:lnTo>
                    <a:pt x="9" y="35"/>
                  </a:lnTo>
                  <a:lnTo>
                    <a:pt x="5" y="49"/>
                  </a:lnTo>
                  <a:lnTo>
                    <a:pt x="2" y="64"/>
                  </a:lnTo>
                  <a:lnTo>
                    <a:pt x="0" y="82"/>
                  </a:lnTo>
                  <a:lnTo>
                    <a:pt x="0" y="101"/>
                  </a:lnTo>
                  <a:lnTo>
                    <a:pt x="0" y="120"/>
                  </a:lnTo>
                  <a:lnTo>
                    <a:pt x="0" y="120"/>
                  </a:lnTo>
                  <a:lnTo>
                    <a:pt x="0" y="101"/>
                  </a:lnTo>
                  <a:lnTo>
                    <a:pt x="2" y="83"/>
                  </a:lnTo>
                  <a:lnTo>
                    <a:pt x="3" y="68"/>
                  </a:lnTo>
                  <a:lnTo>
                    <a:pt x="5" y="52"/>
                  </a:lnTo>
                  <a:lnTo>
                    <a:pt x="9" y="38"/>
                  </a:lnTo>
                  <a:lnTo>
                    <a:pt x="12" y="26"/>
                  </a:lnTo>
                  <a:lnTo>
                    <a:pt x="16" y="17"/>
                  </a:lnTo>
                  <a:lnTo>
                    <a:pt x="22" y="10"/>
                  </a:lnTo>
                  <a:lnTo>
                    <a:pt x="25" y="7"/>
                  </a:lnTo>
                  <a:lnTo>
                    <a:pt x="31" y="5"/>
                  </a:lnTo>
                  <a:lnTo>
                    <a:pt x="31" y="0"/>
                  </a:lnTo>
                  <a:close/>
                </a:path>
              </a:pathLst>
            </a:custGeom>
            <a:solidFill>
              <a:srgbClr val="C7C7C7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105" name="Google Shape;105;p1"/>
            <p:cNvSpPr/>
            <p:nvPr/>
          </p:nvSpPr>
          <p:spPr>
            <a:xfrm>
              <a:off x="4091" y="3354"/>
              <a:ext cx="28" cy="67"/>
            </a:xfrm>
            <a:custGeom>
              <a:avLst/>
              <a:gdLst/>
              <a:ahLst/>
              <a:cxnLst/>
              <a:rect l="l" t="t" r="r" b="b"/>
              <a:pathLst>
                <a:path w="31" h="115" extrusionOk="0">
                  <a:moveTo>
                    <a:pt x="31" y="0"/>
                  </a:moveTo>
                  <a:lnTo>
                    <a:pt x="25" y="2"/>
                  </a:lnTo>
                  <a:lnTo>
                    <a:pt x="22" y="5"/>
                  </a:lnTo>
                  <a:lnTo>
                    <a:pt x="16" y="12"/>
                  </a:lnTo>
                  <a:lnTo>
                    <a:pt x="12" y="21"/>
                  </a:lnTo>
                  <a:lnTo>
                    <a:pt x="9" y="33"/>
                  </a:lnTo>
                  <a:lnTo>
                    <a:pt x="5" y="47"/>
                  </a:lnTo>
                  <a:lnTo>
                    <a:pt x="3" y="63"/>
                  </a:lnTo>
                  <a:lnTo>
                    <a:pt x="2" y="78"/>
                  </a:lnTo>
                  <a:lnTo>
                    <a:pt x="0" y="96"/>
                  </a:lnTo>
                  <a:lnTo>
                    <a:pt x="0" y="115"/>
                  </a:lnTo>
                  <a:lnTo>
                    <a:pt x="2" y="115"/>
                  </a:lnTo>
                  <a:lnTo>
                    <a:pt x="2" y="96"/>
                  </a:lnTo>
                  <a:lnTo>
                    <a:pt x="3" y="77"/>
                  </a:lnTo>
                  <a:lnTo>
                    <a:pt x="5" y="59"/>
                  </a:lnTo>
                  <a:lnTo>
                    <a:pt x="9" y="44"/>
                  </a:lnTo>
                  <a:lnTo>
                    <a:pt x="12" y="32"/>
                  </a:lnTo>
                  <a:lnTo>
                    <a:pt x="16" y="19"/>
                  </a:lnTo>
                  <a:lnTo>
                    <a:pt x="20" y="12"/>
                  </a:lnTo>
                  <a:lnTo>
                    <a:pt x="25" y="7"/>
                  </a:lnTo>
                  <a:lnTo>
                    <a:pt x="31" y="5"/>
                  </a:lnTo>
                  <a:lnTo>
                    <a:pt x="31" y="0"/>
                  </a:lnTo>
                  <a:close/>
                </a:path>
              </a:pathLst>
            </a:custGeom>
            <a:solidFill>
              <a:srgbClr val="CACACA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106" name="Google Shape;106;p1"/>
            <p:cNvSpPr/>
            <p:nvPr/>
          </p:nvSpPr>
          <p:spPr>
            <a:xfrm>
              <a:off x="4093" y="3356"/>
              <a:ext cx="26" cy="65"/>
            </a:xfrm>
            <a:custGeom>
              <a:avLst/>
              <a:gdLst/>
              <a:ahLst/>
              <a:cxnLst/>
              <a:rect l="l" t="t" r="r" b="b"/>
              <a:pathLst>
                <a:path w="29" h="110" extrusionOk="0">
                  <a:moveTo>
                    <a:pt x="29" y="0"/>
                  </a:moveTo>
                  <a:lnTo>
                    <a:pt x="23" y="2"/>
                  </a:lnTo>
                  <a:lnTo>
                    <a:pt x="18" y="7"/>
                  </a:lnTo>
                  <a:lnTo>
                    <a:pt x="14" y="14"/>
                  </a:lnTo>
                  <a:lnTo>
                    <a:pt x="10" y="27"/>
                  </a:lnTo>
                  <a:lnTo>
                    <a:pt x="7" y="39"/>
                  </a:lnTo>
                  <a:lnTo>
                    <a:pt x="3" y="54"/>
                  </a:lnTo>
                  <a:lnTo>
                    <a:pt x="1" y="72"/>
                  </a:lnTo>
                  <a:lnTo>
                    <a:pt x="0" y="91"/>
                  </a:lnTo>
                  <a:lnTo>
                    <a:pt x="0" y="110"/>
                  </a:lnTo>
                  <a:lnTo>
                    <a:pt x="1" y="110"/>
                  </a:lnTo>
                  <a:lnTo>
                    <a:pt x="1" y="91"/>
                  </a:lnTo>
                  <a:lnTo>
                    <a:pt x="3" y="73"/>
                  </a:lnTo>
                  <a:lnTo>
                    <a:pt x="5" y="58"/>
                  </a:lnTo>
                  <a:lnTo>
                    <a:pt x="7" y="42"/>
                  </a:lnTo>
                  <a:lnTo>
                    <a:pt x="10" y="30"/>
                  </a:lnTo>
                  <a:lnTo>
                    <a:pt x="14" y="20"/>
                  </a:lnTo>
                  <a:lnTo>
                    <a:pt x="20" y="11"/>
                  </a:lnTo>
                  <a:lnTo>
                    <a:pt x="23" y="7"/>
                  </a:lnTo>
                  <a:lnTo>
                    <a:pt x="29" y="6"/>
                  </a:lnTo>
                  <a:lnTo>
                    <a:pt x="29" y="0"/>
                  </a:lnTo>
                  <a:close/>
                </a:path>
              </a:pathLst>
            </a:custGeom>
            <a:solidFill>
              <a:srgbClr val="CDCDCD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107" name="Google Shape;107;p1"/>
            <p:cNvSpPr/>
            <p:nvPr/>
          </p:nvSpPr>
          <p:spPr>
            <a:xfrm>
              <a:off x="4095" y="3360"/>
              <a:ext cx="24" cy="61"/>
            </a:xfrm>
            <a:custGeom>
              <a:avLst/>
              <a:gdLst/>
              <a:ahLst/>
              <a:cxnLst/>
              <a:rect l="l" t="t" r="r" b="b"/>
              <a:pathLst>
                <a:path w="28" h="104" extrusionOk="0">
                  <a:moveTo>
                    <a:pt x="28" y="0"/>
                  </a:moveTo>
                  <a:lnTo>
                    <a:pt x="22" y="1"/>
                  </a:lnTo>
                  <a:lnTo>
                    <a:pt x="19" y="5"/>
                  </a:lnTo>
                  <a:lnTo>
                    <a:pt x="13" y="14"/>
                  </a:lnTo>
                  <a:lnTo>
                    <a:pt x="9" y="24"/>
                  </a:lnTo>
                  <a:lnTo>
                    <a:pt x="6" y="36"/>
                  </a:lnTo>
                  <a:lnTo>
                    <a:pt x="4" y="52"/>
                  </a:lnTo>
                  <a:lnTo>
                    <a:pt x="2" y="67"/>
                  </a:lnTo>
                  <a:lnTo>
                    <a:pt x="0" y="85"/>
                  </a:lnTo>
                  <a:lnTo>
                    <a:pt x="0" y="104"/>
                  </a:lnTo>
                  <a:lnTo>
                    <a:pt x="2" y="104"/>
                  </a:lnTo>
                  <a:lnTo>
                    <a:pt x="2" y="86"/>
                  </a:lnTo>
                  <a:lnTo>
                    <a:pt x="2" y="69"/>
                  </a:lnTo>
                  <a:lnTo>
                    <a:pt x="4" y="53"/>
                  </a:lnTo>
                  <a:lnTo>
                    <a:pt x="8" y="40"/>
                  </a:lnTo>
                  <a:lnTo>
                    <a:pt x="11" y="27"/>
                  </a:lnTo>
                  <a:lnTo>
                    <a:pt x="15" y="17"/>
                  </a:lnTo>
                  <a:lnTo>
                    <a:pt x="19" y="10"/>
                  </a:lnTo>
                  <a:lnTo>
                    <a:pt x="22" y="7"/>
                  </a:lnTo>
                  <a:lnTo>
                    <a:pt x="28" y="5"/>
                  </a:lnTo>
                  <a:lnTo>
                    <a:pt x="28" y="0"/>
                  </a:lnTo>
                  <a:close/>
                </a:path>
              </a:pathLst>
            </a:custGeom>
            <a:solidFill>
              <a:srgbClr val="CFCFCF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108" name="Google Shape;108;p1"/>
            <p:cNvSpPr/>
            <p:nvPr/>
          </p:nvSpPr>
          <p:spPr>
            <a:xfrm>
              <a:off x="4096" y="3362"/>
              <a:ext cx="23" cy="59"/>
            </a:xfrm>
            <a:custGeom>
              <a:avLst/>
              <a:gdLst/>
              <a:ahLst/>
              <a:cxnLst/>
              <a:rect l="l" t="t" r="r" b="b"/>
              <a:pathLst>
                <a:path w="26" h="99" extrusionOk="0">
                  <a:moveTo>
                    <a:pt x="26" y="0"/>
                  </a:moveTo>
                  <a:lnTo>
                    <a:pt x="20" y="2"/>
                  </a:lnTo>
                  <a:lnTo>
                    <a:pt x="17" y="5"/>
                  </a:lnTo>
                  <a:lnTo>
                    <a:pt x="13" y="12"/>
                  </a:lnTo>
                  <a:lnTo>
                    <a:pt x="9" y="22"/>
                  </a:lnTo>
                  <a:lnTo>
                    <a:pt x="6" y="35"/>
                  </a:lnTo>
                  <a:lnTo>
                    <a:pt x="2" y="48"/>
                  </a:lnTo>
                  <a:lnTo>
                    <a:pt x="0" y="64"/>
                  </a:lnTo>
                  <a:lnTo>
                    <a:pt x="0" y="81"/>
                  </a:lnTo>
                  <a:lnTo>
                    <a:pt x="0" y="99"/>
                  </a:lnTo>
                  <a:lnTo>
                    <a:pt x="0" y="99"/>
                  </a:lnTo>
                  <a:lnTo>
                    <a:pt x="0" y="81"/>
                  </a:lnTo>
                  <a:lnTo>
                    <a:pt x="2" y="66"/>
                  </a:lnTo>
                  <a:lnTo>
                    <a:pt x="4" y="52"/>
                  </a:lnTo>
                  <a:lnTo>
                    <a:pt x="6" y="38"/>
                  </a:lnTo>
                  <a:lnTo>
                    <a:pt x="9" y="26"/>
                  </a:lnTo>
                  <a:lnTo>
                    <a:pt x="13" y="17"/>
                  </a:lnTo>
                  <a:lnTo>
                    <a:pt x="17" y="10"/>
                  </a:lnTo>
                  <a:lnTo>
                    <a:pt x="20" y="7"/>
                  </a:lnTo>
                  <a:lnTo>
                    <a:pt x="26" y="5"/>
                  </a:lnTo>
                  <a:lnTo>
                    <a:pt x="26" y="0"/>
                  </a:lnTo>
                  <a:close/>
                </a:path>
              </a:pathLst>
            </a:custGeom>
            <a:solidFill>
              <a:srgbClr val="D2D2D2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109" name="Google Shape;109;p1"/>
            <p:cNvSpPr/>
            <p:nvPr/>
          </p:nvSpPr>
          <p:spPr>
            <a:xfrm>
              <a:off x="4096" y="3365"/>
              <a:ext cx="23" cy="56"/>
            </a:xfrm>
            <a:custGeom>
              <a:avLst/>
              <a:gdLst/>
              <a:ahLst/>
              <a:cxnLst/>
              <a:rect l="l" t="t" r="r" b="b"/>
              <a:pathLst>
                <a:path w="26" h="94" extrusionOk="0">
                  <a:moveTo>
                    <a:pt x="26" y="0"/>
                  </a:moveTo>
                  <a:lnTo>
                    <a:pt x="20" y="2"/>
                  </a:lnTo>
                  <a:lnTo>
                    <a:pt x="17" y="5"/>
                  </a:lnTo>
                  <a:lnTo>
                    <a:pt x="13" y="12"/>
                  </a:lnTo>
                  <a:lnTo>
                    <a:pt x="9" y="21"/>
                  </a:lnTo>
                  <a:lnTo>
                    <a:pt x="6" y="33"/>
                  </a:lnTo>
                  <a:lnTo>
                    <a:pt x="4" y="47"/>
                  </a:lnTo>
                  <a:lnTo>
                    <a:pt x="2" y="61"/>
                  </a:lnTo>
                  <a:lnTo>
                    <a:pt x="0" y="76"/>
                  </a:lnTo>
                  <a:lnTo>
                    <a:pt x="0" y="94"/>
                  </a:lnTo>
                  <a:lnTo>
                    <a:pt x="2" y="94"/>
                  </a:lnTo>
                  <a:lnTo>
                    <a:pt x="2" y="76"/>
                  </a:lnTo>
                  <a:lnTo>
                    <a:pt x="4" y="59"/>
                  </a:lnTo>
                  <a:lnTo>
                    <a:pt x="6" y="43"/>
                  </a:lnTo>
                  <a:lnTo>
                    <a:pt x="9" y="31"/>
                  </a:lnTo>
                  <a:lnTo>
                    <a:pt x="13" y="19"/>
                  </a:lnTo>
                  <a:lnTo>
                    <a:pt x="17" y="12"/>
                  </a:lnTo>
                  <a:lnTo>
                    <a:pt x="20" y="7"/>
                  </a:lnTo>
                  <a:lnTo>
                    <a:pt x="26" y="5"/>
                  </a:lnTo>
                  <a:lnTo>
                    <a:pt x="26" y="0"/>
                  </a:lnTo>
                  <a:close/>
                </a:path>
              </a:pathLst>
            </a:custGeom>
            <a:solidFill>
              <a:srgbClr val="D4D4D4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110" name="Google Shape;110;p1"/>
            <p:cNvSpPr/>
            <p:nvPr/>
          </p:nvSpPr>
          <p:spPr>
            <a:xfrm>
              <a:off x="4098" y="3369"/>
              <a:ext cx="21" cy="52"/>
            </a:xfrm>
            <a:custGeom>
              <a:avLst/>
              <a:gdLst/>
              <a:ahLst/>
              <a:cxnLst/>
              <a:rect l="l" t="t" r="r" b="b"/>
              <a:pathLst>
                <a:path w="24" h="89" extrusionOk="0">
                  <a:moveTo>
                    <a:pt x="24" y="0"/>
                  </a:moveTo>
                  <a:lnTo>
                    <a:pt x="18" y="2"/>
                  </a:lnTo>
                  <a:lnTo>
                    <a:pt x="15" y="7"/>
                  </a:lnTo>
                  <a:lnTo>
                    <a:pt x="11" y="14"/>
                  </a:lnTo>
                  <a:lnTo>
                    <a:pt x="7" y="26"/>
                  </a:lnTo>
                  <a:lnTo>
                    <a:pt x="4" y="38"/>
                  </a:lnTo>
                  <a:lnTo>
                    <a:pt x="2" y="54"/>
                  </a:lnTo>
                  <a:lnTo>
                    <a:pt x="0" y="71"/>
                  </a:lnTo>
                  <a:lnTo>
                    <a:pt x="0" y="89"/>
                  </a:lnTo>
                  <a:lnTo>
                    <a:pt x="2" y="89"/>
                  </a:lnTo>
                  <a:lnTo>
                    <a:pt x="2" y="71"/>
                  </a:lnTo>
                  <a:lnTo>
                    <a:pt x="4" y="56"/>
                  </a:lnTo>
                  <a:lnTo>
                    <a:pt x="5" y="42"/>
                  </a:lnTo>
                  <a:lnTo>
                    <a:pt x="7" y="30"/>
                  </a:lnTo>
                  <a:lnTo>
                    <a:pt x="11" y="19"/>
                  </a:lnTo>
                  <a:lnTo>
                    <a:pt x="15" y="11"/>
                  </a:lnTo>
                  <a:lnTo>
                    <a:pt x="18" y="7"/>
                  </a:lnTo>
                  <a:lnTo>
                    <a:pt x="24" y="6"/>
                  </a:lnTo>
                  <a:lnTo>
                    <a:pt x="24" y="0"/>
                  </a:lnTo>
                  <a:close/>
                </a:path>
              </a:pathLst>
            </a:custGeom>
            <a:solidFill>
              <a:srgbClr val="D6D6D6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111" name="Google Shape;111;p1"/>
            <p:cNvSpPr/>
            <p:nvPr/>
          </p:nvSpPr>
          <p:spPr>
            <a:xfrm>
              <a:off x="4100" y="3371"/>
              <a:ext cx="19" cy="50"/>
            </a:xfrm>
            <a:custGeom>
              <a:avLst/>
              <a:gdLst/>
              <a:ahLst/>
              <a:cxnLst/>
              <a:rect l="l" t="t" r="r" b="b"/>
              <a:pathLst>
                <a:path w="22" h="83" extrusionOk="0">
                  <a:moveTo>
                    <a:pt x="22" y="0"/>
                  </a:moveTo>
                  <a:lnTo>
                    <a:pt x="16" y="1"/>
                  </a:lnTo>
                  <a:lnTo>
                    <a:pt x="13" y="5"/>
                  </a:lnTo>
                  <a:lnTo>
                    <a:pt x="9" y="13"/>
                  </a:lnTo>
                  <a:lnTo>
                    <a:pt x="5" y="24"/>
                  </a:lnTo>
                  <a:lnTo>
                    <a:pt x="3" y="36"/>
                  </a:lnTo>
                  <a:lnTo>
                    <a:pt x="2" y="50"/>
                  </a:lnTo>
                  <a:lnTo>
                    <a:pt x="0" y="65"/>
                  </a:lnTo>
                  <a:lnTo>
                    <a:pt x="0" y="83"/>
                  </a:lnTo>
                  <a:lnTo>
                    <a:pt x="2" y="83"/>
                  </a:lnTo>
                  <a:lnTo>
                    <a:pt x="2" y="67"/>
                  </a:lnTo>
                  <a:lnTo>
                    <a:pt x="2" y="52"/>
                  </a:lnTo>
                  <a:lnTo>
                    <a:pt x="3" y="39"/>
                  </a:lnTo>
                  <a:lnTo>
                    <a:pt x="7" y="27"/>
                  </a:lnTo>
                  <a:lnTo>
                    <a:pt x="11" y="17"/>
                  </a:lnTo>
                  <a:lnTo>
                    <a:pt x="13" y="10"/>
                  </a:lnTo>
                  <a:lnTo>
                    <a:pt x="18" y="6"/>
                  </a:lnTo>
                  <a:lnTo>
                    <a:pt x="22" y="5"/>
                  </a:lnTo>
                  <a:lnTo>
                    <a:pt x="22" y="0"/>
                  </a:lnTo>
                  <a:close/>
                </a:path>
              </a:pathLst>
            </a:custGeom>
            <a:solidFill>
              <a:srgbClr val="D8D8D8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112" name="Google Shape;112;p1"/>
            <p:cNvSpPr/>
            <p:nvPr/>
          </p:nvSpPr>
          <p:spPr>
            <a:xfrm>
              <a:off x="4102" y="3375"/>
              <a:ext cx="17" cy="46"/>
            </a:xfrm>
            <a:custGeom>
              <a:avLst/>
              <a:gdLst/>
              <a:ahLst/>
              <a:cxnLst/>
              <a:rect l="l" t="t" r="r" b="b"/>
              <a:pathLst>
                <a:path w="20" h="78" extrusionOk="0">
                  <a:moveTo>
                    <a:pt x="20" y="0"/>
                  </a:moveTo>
                  <a:lnTo>
                    <a:pt x="16" y="1"/>
                  </a:lnTo>
                  <a:lnTo>
                    <a:pt x="11" y="5"/>
                  </a:lnTo>
                  <a:lnTo>
                    <a:pt x="9" y="12"/>
                  </a:lnTo>
                  <a:lnTo>
                    <a:pt x="5" y="22"/>
                  </a:lnTo>
                  <a:lnTo>
                    <a:pt x="1" y="34"/>
                  </a:lnTo>
                  <a:lnTo>
                    <a:pt x="0" y="47"/>
                  </a:lnTo>
                  <a:lnTo>
                    <a:pt x="0" y="62"/>
                  </a:lnTo>
                  <a:lnTo>
                    <a:pt x="0" y="78"/>
                  </a:lnTo>
                  <a:lnTo>
                    <a:pt x="0" y="78"/>
                  </a:lnTo>
                  <a:lnTo>
                    <a:pt x="0" y="62"/>
                  </a:lnTo>
                  <a:lnTo>
                    <a:pt x="1" y="50"/>
                  </a:lnTo>
                  <a:lnTo>
                    <a:pt x="3" y="36"/>
                  </a:lnTo>
                  <a:lnTo>
                    <a:pt x="5" y="26"/>
                  </a:lnTo>
                  <a:lnTo>
                    <a:pt x="9" y="17"/>
                  </a:lnTo>
                  <a:lnTo>
                    <a:pt x="12" y="10"/>
                  </a:lnTo>
                  <a:lnTo>
                    <a:pt x="16" y="7"/>
                  </a:lnTo>
                  <a:lnTo>
                    <a:pt x="20" y="5"/>
                  </a:lnTo>
                  <a:lnTo>
                    <a:pt x="20" y="0"/>
                  </a:lnTo>
                  <a:close/>
                </a:path>
              </a:pathLst>
            </a:custGeom>
            <a:solidFill>
              <a:srgbClr val="DADADA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113" name="Google Shape;113;p1"/>
            <p:cNvSpPr/>
            <p:nvPr/>
          </p:nvSpPr>
          <p:spPr>
            <a:xfrm>
              <a:off x="4102" y="3377"/>
              <a:ext cx="17" cy="44"/>
            </a:xfrm>
            <a:custGeom>
              <a:avLst/>
              <a:gdLst/>
              <a:ahLst/>
              <a:cxnLst/>
              <a:rect l="l" t="t" r="r" b="b"/>
              <a:pathLst>
                <a:path w="20" h="73" extrusionOk="0">
                  <a:moveTo>
                    <a:pt x="20" y="0"/>
                  </a:moveTo>
                  <a:lnTo>
                    <a:pt x="16" y="2"/>
                  </a:lnTo>
                  <a:lnTo>
                    <a:pt x="12" y="5"/>
                  </a:lnTo>
                  <a:lnTo>
                    <a:pt x="9" y="12"/>
                  </a:lnTo>
                  <a:lnTo>
                    <a:pt x="5" y="21"/>
                  </a:lnTo>
                  <a:lnTo>
                    <a:pt x="3" y="31"/>
                  </a:lnTo>
                  <a:lnTo>
                    <a:pt x="1" y="45"/>
                  </a:lnTo>
                  <a:lnTo>
                    <a:pt x="0" y="57"/>
                  </a:lnTo>
                  <a:lnTo>
                    <a:pt x="0" y="73"/>
                  </a:lnTo>
                  <a:lnTo>
                    <a:pt x="1" y="73"/>
                  </a:lnTo>
                  <a:lnTo>
                    <a:pt x="1" y="57"/>
                  </a:lnTo>
                  <a:lnTo>
                    <a:pt x="3" y="43"/>
                  </a:lnTo>
                  <a:lnTo>
                    <a:pt x="5" y="29"/>
                  </a:lnTo>
                  <a:lnTo>
                    <a:pt x="9" y="19"/>
                  </a:lnTo>
                  <a:lnTo>
                    <a:pt x="12" y="12"/>
                  </a:lnTo>
                  <a:lnTo>
                    <a:pt x="16" y="7"/>
                  </a:lnTo>
                  <a:lnTo>
                    <a:pt x="20" y="5"/>
                  </a:lnTo>
                  <a:lnTo>
                    <a:pt x="20" y="0"/>
                  </a:lnTo>
                  <a:close/>
                </a:path>
              </a:pathLst>
            </a:custGeom>
            <a:solidFill>
              <a:srgbClr val="DBDBDB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114" name="Google Shape;114;p1"/>
            <p:cNvSpPr/>
            <p:nvPr/>
          </p:nvSpPr>
          <p:spPr>
            <a:xfrm>
              <a:off x="4103" y="3381"/>
              <a:ext cx="16" cy="40"/>
            </a:xfrm>
            <a:custGeom>
              <a:avLst/>
              <a:gdLst/>
              <a:ahLst/>
              <a:cxnLst/>
              <a:rect l="l" t="t" r="r" b="b"/>
              <a:pathLst>
                <a:path w="19" h="68" extrusionOk="0">
                  <a:moveTo>
                    <a:pt x="19" y="0"/>
                  </a:moveTo>
                  <a:lnTo>
                    <a:pt x="15" y="2"/>
                  </a:lnTo>
                  <a:lnTo>
                    <a:pt x="11" y="7"/>
                  </a:lnTo>
                  <a:lnTo>
                    <a:pt x="8" y="14"/>
                  </a:lnTo>
                  <a:lnTo>
                    <a:pt x="4" y="24"/>
                  </a:lnTo>
                  <a:lnTo>
                    <a:pt x="2" y="38"/>
                  </a:lnTo>
                  <a:lnTo>
                    <a:pt x="0" y="52"/>
                  </a:lnTo>
                  <a:lnTo>
                    <a:pt x="0" y="68"/>
                  </a:lnTo>
                  <a:lnTo>
                    <a:pt x="2" y="68"/>
                  </a:lnTo>
                  <a:lnTo>
                    <a:pt x="2" y="54"/>
                  </a:lnTo>
                  <a:lnTo>
                    <a:pt x="4" y="40"/>
                  </a:lnTo>
                  <a:lnTo>
                    <a:pt x="6" y="28"/>
                  </a:lnTo>
                  <a:lnTo>
                    <a:pt x="8" y="19"/>
                  </a:lnTo>
                  <a:lnTo>
                    <a:pt x="11" y="11"/>
                  </a:lnTo>
                  <a:lnTo>
                    <a:pt x="15" y="7"/>
                  </a:lnTo>
                  <a:lnTo>
                    <a:pt x="19" y="5"/>
                  </a:lnTo>
                  <a:lnTo>
                    <a:pt x="19" y="0"/>
                  </a:lnTo>
                  <a:close/>
                </a:path>
              </a:pathLst>
            </a:custGeom>
            <a:solidFill>
              <a:srgbClr val="DDDDDD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115" name="Google Shape;115;p1"/>
            <p:cNvSpPr/>
            <p:nvPr/>
          </p:nvSpPr>
          <p:spPr>
            <a:xfrm>
              <a:off x="4105" y="3385"/>
              <a:ext cx="14" cy="36"/>
            </a:xfrm>
            <a:custGeom>
              <a:avLst/>
              <a:gdLst/>
              <a:ahLst/>
              <a:cxnLst/>
              <a:rect l="l" t="t" r="r" b="b"/>
              <a:pathLst>
                <a:path w="17" h="63" extrusionOk="0">
                  <a:moveTo>
                    <a:pt x="17" y="0"/>
                  </a:moveTo>
                  <a:lnTo>
                    <a:pt x="13" y="2"/>
                  </a:lnTo>
                  <a:lnTo>
                    <a:pt x="9" y="6"/>
                  </a:lnTo>
                  <a:lnTo>
                    <a:pt x="6" y="14"/>
                  </a:lnTo>
                  <a:lnTo>
                    <a:pt x="4" y="23"/>
                  </a:lnTo>
                  <a:lnTo>
                    <a:pt x="2" y="35"/>
                  </a:lnTo>
                  <a:lnTo>
                    <a:pt x="0" y="49"/>
                  </a:lnTo>
                  <a:lnTo>
                    <a:pt x="0" y="63"/>
                  </a:lnTo>
                  <a:lnTo>
                    <a:pt x="2" y="63"/>
                  </a:lnTo>
                  <a:lnTo>
                    <a:pt x="2" y="49"/>
                  </a:lnTo>
                  <a:lnTo>
                    <a:pt x="2" y="37"/>
                  </a:lnTo>
                  <a:lnTo>
                    <a:pt x="4" y="26"/>
                  </a:lnTo>
                  <a:lnTo>
                    <a:pt x="8" y="18"/>
                  </a:lnTo>
                  <a:lnTo>
                    <a:pt x="9" y="11"/>
                  </a:lnTo>
                  <a:lnTo>
                    <a:pt x="13" y="7"/>
                  </a:lnTo>
                  <a:lnTo>
                    <a:pt x="17" y="6"/>
                  </a:lnTo>
                  <a:lnTo>
                    <a:pt x="17" y="0"/>
                  </a:lnTo>
                  <a:close/>
                </a:path>
              </a:pathLst>
            </a:custGeom>
            <a:solidFill>
              <a:srgbClr val="DEDEDE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116" name="Google Shape;116;p1"/>
            <p:cNvSpPr/>
            <p:nvPr/>
          </p:nvSpPr>
          <p:spPr>
            <a:xfrm>
              <a:off x="4107" y="3387"/>
              <a:ext cx="12" cy="34"/>
            </a:xfrm>
            <a:custGeom>
              <a:avLst/>
              <a:gdLst/>
              <a:ahLst/>
              <a:cxnLst/>
              <a:rect l="l" t="t" r="r" b="b"/>
              <a:pathLst>
                <a:path w="15" h="57" extrusionOk="0">
                  <a:moveTo>
                    <a:pt x="15" y="0"/>
                  </a:moveTo>
                  <a:lnTo>
                    <a:pt x="11" y="1"/>
                  </a:lnTo>
                  <a:lnTo>
                    <a:pt x="7" y="5"/>
                  </a:lnTo>
                  <a:lnTo>
                    <a:pt x="6" y="12"/>
                  </a:lnTo>
                  <a:lnTo>
                    <a:pt x="2" y="20"/>
                  </a:lnTo>
                  <a:lnTo>
                    <a:pt x="0" y="31"/>
                  </a:lnTo>
                  <a:lnTo>
                    <a:pt x="0" y="43"/>
                  </a:lnTo>
                  <a:lnTo>
                    <a:pt x="0" y="57"/>
                  </a:lnTo>
                  <a:lnTo>
                    <a:pt x="0" y="57"/>
                  </a:lnTo>
                  <a:lnTo>
                    <a:pt x="0" y="45"/>
                  </a:lnTo>
                  <a:lnTo>
                    <a:pt x="2" y="34"/>
                  </a:lnTo>
                  <a:lnTo>
                    <a:pt x="4" y="24"/>
                  </a:lnTo>
                  <a:lnTo>
                    <a:pt x="6" y="15"/>
                  </a:lnTo>
                  <a:lnTo>
                    <a:pt x="7" y="10"/>
                  </a:lnTo>
                  <a:lnTo>
                    <a:pt x="11" y="5"/>
                  </a:lnTo>
                  <a:lnTo>
                    <a:pt x="15" y="5"/>
                  </a:lnTo>
                  <a:lnTo>
                    <a:pt x="15" y="0"/>
                  </a:lnTo>
                  <a:close/>
                </a:path>
              </a:pathLst>
            </a:custGeom>
            <a:solidFill>
              <a:srgbClr val="DFDFDF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117" name="Google Shape;117;p1"/>
            <p:cNvSpPr/>
            <p:nvPr/>
          </p:nvSpPr>
          <p:spPr>
            <a:xfrm>
              <a:off x="4107" y="3390"/>
              <a:ext cx="12" cy="31"/>
            </a:xfrm>
            <a:custGeom>
              <a:avLst/>
              <a:gdLst/>
              <a:ahLst/>
              <a:cxnLst/>
              <a:rect l="l" t="t" r="r" b="b"/>
              <a:pathLst>
                <a:path w="15" h="52" extrusionOk="0">
                  <a:moveTo>
                    <a:pt x="15" y="0"/>
                  </a:moveTo>
                  <a:lnTo>
                    <a:pt x="11" y="0"/>
                  </a:lnTo>
                  <a:lnTo>
                    <a:pt x="7" y="5"/>
                  </a:lnTo>
                  <a:lnTo>
                    <a:pt x="6" y="10"/>
                  </a:lnTo>
                  <a:lnTo>
                    <a:pt x="4" y="19"/>
                  </a:lnTo>
                  <a:lnTo>
                    <a:pt x="2" y="29"/>
                  </a:lnTo>
                  <a:lnTo>
                    <a:pt x="0" y="40"/>
                  </a:lnTo>
                  <a:lnTo>
                    <a:pt x="0" y="52"/>
                  </a:lnTo>
                  <a:lnTo>
                    <a:pt x="2" y="52"/>
                  </a:lnTo>
                  <a:lnTo>
                    <a:pt x="2" y="40"/>
                  </a:lnTo>
                  <a:lnTo>
                    <a:pt x="4" y="27"/>
                  </a:lnTo>
                  <a:lnTo>
                    <a:pt x="6" y="19"/>
                  </a:lnTo>
                  <a:lnTo>
                    <a:pt x="7" y="10"/>
                  </a:lnTo>
                  <a:lnTo>
                    <a:pt x="11" y="7"/>
                  </a:lnTo>
                  <a:lnTo>
                    <a:pt x="15" y="5"/>
                  </a:lnTo>
                  <a:lnTo>
                    <a:pt x="15" y="0"/>
                  </a:lnTo>
                  <a:close/>
                </a:path>
              </a:pathLst>
            </a:custGeom>
            <a:solidFill>
              <a:srgbClr val="E1E1E1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118" name="Google Shape;118;p1"/>
            <p:cNvSpPr/>
            <p:nvPr/>
          </p:nvSpPr>
          <p:spPr>
            <a:xfrm>
              <a:off x="4107" y="3393"/>
              <a:ext cx="12" cy="28"/>
            </a:xfrm>
            <a:custGeom>
              <a:avLst/>
              <a:gdLst/>
              <a:ahLst/>
              <a:cxnLst/>
              <a:rect l="l" t="t" r="r" b="b"/>
              <a:pathLst>
                <a:path w="13" h="47" extrusionOk="0">
                  <a:moveTo>
                    <a:pt x="13" y="0"/>
                  </a:moveTo>
                  <a:lnTo>
                    <a:pt x="9" y="2"/>
                  </a:lnTo>
                  <a:lnTo>
                    <a:pt x="5" y="5"/>
                  </a:lnTo>
                  <a:lnTo>
                    <a:pt x="4" y="14"/>
                  </a:lnTo>
                  <a:lnTo>
                    <a:pt x="2" y="22"/>
                  </a:lnTo>
                  <a:lnTo>
                    <a:pt x="0" y="35"/>
                  </a:lnTo>
                  <a:lnTo>
                    <a:pt x="0" y="47"/>
                  </a:lnTo>
                  <a:lnTo>
                    <a:pt x="2" y="47"/>
                  </a:lnTo>
                  <a:lnTo>
                    <a:pt x="2" y="35"/>
                  </a:lnTo>
                  <a:lnTo>
                    <a:pt x="4" y="26"/>
                  </a:lnTo>
                  <a:lnTo>
                    <a:pt x="5" y="17"/>
                  </a:lnTo>
                  <a:lnTo>
                    <a:pt x="7" y="10"/>
                  </a:lnTo>
                  <a:lnTo>
                    <a:pt x="9" y="7"/>
                  </a:lnTo>
                  <a:lnTo>
                    <a:pt x="13" y="5"/>
                  </a:lnTo>
                  <a:lnTo>
                    <a:pt x="13" y="0"/>
                  </a:lnTo>
                  <a:close/>
                </a:path>
              </a:pathLst>
            </a:custGeom>
            <a:solidFill>
              <a:srgbClr val="E2E2E2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119" name="Google Shape;119;p1"/>
            <p:cNvSpPr/>
            <p:nvPr/>
          </p:nvSpPr>
          <p:spPr>
            <a:xfrm>
              <a:off x="4109" y="3396"/>
              <a:ext cx="10" cy="25"/>
            </a:xfrm>
            <a:custGeom>
              <a:avLst/>
              <a:gdLst/>
              <a:ahLst/>
              <a:cxnLst/>
              <a:rect l="l" t="t" r="r" b="b"/>
              <a:pathLst>
                <a:path w="11" h="42" extrusionOk="0">
                  <a:moveTo>
                    <a:pt x="11" y="0"/>
                  </a:moveTo>
                  <a:lnTo>
                    <a:pt x="7" y="2"/>
                  </a:lnTo>
                  <a:lnTo>
                    <a:pt x="5" y="5"/>
                  </a:lnTo>
                  <a:lnTo>
                    <a:pt x="3" y="12"/>
                  </a:lnTo>
                  <a:lnTo>
                    <a:pt x="2" y="21"/>
                  </a:lnTo>
                  <a:lnTo>
                    <a:pt x="0" y="30"/>
                  </a:lnTo>
                  <a:lnTo>
                    <a:pt x="0" y="42"/>
                  </a:lnTo>
                  <a:lnTo>
                    <a:pt x="0" y="42"/>
                  </a:lnTo>
                  <a:lnTo>
                    <a:pt x="2" y="31"/>
                  </a:lnTo>
                  <a:lnTo>
                    <a:pt x="2" y="23"/>
                  </a:lnTo>
                  <a:lnTo>
                    <a:pt x="3" y="16"/>
                  </a:lnTo>
                  <a:lnTo>
                    <a:pt x="5" y="11"/>
                  </a:lnTo>
                  <a:lnTo>
                    <a:pt x="7" y="5"/>
                  </a:lnTo>
                  <a:lnTo>
                    <a:pt x="11" y="5"/>
                  </a:lnTo>
                  <a:lnTo>
                    <a:pt x="11" y="0"/>
                  </a:lnTo>
                  <a:close/>
                </a:path>
              </a:pathLst>
            </a:custGeom>
            <a:solidFill>
              <a:srgbClr val="E3E3E3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120" name="Google Shape;120;p1"/>
            <p:cNvSpPr/>
            <p:nvPr/>
          </p:nvSpPr>
          <p:spPr>
            <a:xfrm>
              <a:off x="4109" y="3400"/>
              <a:ext cx="10" cy="21"/>
            </a:xfrm>
            <a:custGeom>
              <a:avLst/>
              <a:gdLst/>
              <a:ahLst/>
              <a:cxnLst/>
              <a:rect l="l" t="t" r="r" b="b"/>
              <a:pathLst>
                <a:path w="11" h="37" extrusionOk="0">
                  <a:moveTo>
                    <a:pt x="11" y="0"/>
                  </a:moveTo>
                  <a:lnTo>
                    <a:pt x="7" y="0"/>
                  </a:lnTo>
                  <a:lnTo>
                    <a:pt x="5" y="6"/>
                  </a:lnTo>
                  <a:lnTo>
                    <a:pt x="3" y="11"/>
                  </a:lnTo>
                  <a:lnTo>
                    <a:pt x="2" y="18"/>
                  </a:lnTo>
                  <a:lnTo>
                    <a:pt x="2" y="26"/>
                  </a:lnTo>
                  <a:lnTo>
                    <a:pt x="0" y="37"/>
                  </a:lnTo>
                  <a:lnTo>
                    <a:pt x="2" y="37"/>
                  </a:lnTo>
                  <a:lnTo>
                    <a:pt x="2" y="26"/>
                  </a:lnTo>
                  <a:lnTo>
                    <a:pt x="3" y="18"/>
                  </a:lnTo>
                  <a:lnTo>
                    <a:pt x="5" y="11"/>
                  </a:lnTo>
                  <a:lnTo>
                    <a:pt x="7" y="7"/>
                  </a:lnTo>
                  <a:lnTo>
                    <a:pt x="11" y="6"/>
                  </a:lnTo>
                  <a:lnTo>
                    <a:pt x="11" y="0"/>
                  </a:lnTo>
                  <a:close/>
                </a:path>
              </a:pathLst>
            </a:custGeom>
            <a:solidFill>
              <a:srgbClr val="E4E4E4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121" name="Google Shape;121;p1"/>
            <p:cNvSpPr/>
            <p:nvPr/>
          </p:nvSpPr>
          <p:spPr>
            <a:xfrm>
              <a:off x="4110" y="3402"/>
              <a:ext cx="9" cy="19"/>
            </a:xfrm>
            <a:custGeom>
              <a:avLst/>
              <a:gdLst/>
              <a:ahLst/>
              <a:cxnLst/>
              <a:rect l="l" t="t" r="r" b="b"/>
              <a:pathLst>
                <a:path w="9" h="31" extrusionOk="0">
                  <a:moveTo>
                    <a:pt x="9" y="0"/>
                  </a:moveTo>
                  <a:lnTo>
                    <a:pt x="5" y="1"/>
                  </a:lnTo>
                  <a:lnTo>
                    <a:pt x="3" y="5"/>
                  </a:lnTo>
                  <a:lnTo>
                    <a:pt x="1" y="12"/>
                  </a:lnTo>
                  <a:lnTo>
                    <a:pt x="0" y="20"/>
                  </a:lnTo>
                  <a:lnTo>
                    <a:pt x="0" y="31"/>
                  </a:lnTo>
                  <a:lnTo>
                    <a:pt x="1" y="31"/>
                  </a:lnTo>
                  <a:lnTo>
                    <a:pt x="1" y="22"/>
                  </a:lnTo>
                  <a:lnTo>
                    <a:pt x="3" y="15"/>
                  </a:lnTo>
                  <a:lnTo>
                    <a:pt x="5" y="10"/>
                  </a:lnTo>
                  <a:lnTo>
                    <a:pt x="7" y="5"/>
                  </a:lnTo>
                  <a:lnTo>
                    <a:pt x="9" y="5"/>
                  </a:lnTo>
                  <a:lnTo>
                    <a:pt x="9" y="0"/>
                  </a:lnTo>
                  <a:close/>
                </a:path>
              </a:pathLst>
            </a:custGeom>
            <a:solidFill>
              <a:srgbClr val="E5E5E5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122" name="Google Shape;122;p1"/>
            <p:cNvSpPr/>
            <p:nvPr/>
          </p:nvSpPr>
          <p:spPr>
            <a:xfrm>
              <a:off x="4112" y="3406"/>
              <a:ext cx="7" cy="15"/>
            </a:xfrm>
            <a:custGeom>
              <a:avLst/>
              <a:gdLst/>
              <a:ahLst/>
              <a:cxnLst/>
              <a:rect l="l" t="t" r="r" b="b"/>
              <a:pathLst>
                <a:path w="8" h="26" extrusionOk="0">
                  <a:moveTo>
                    <a:pt x="8" y="0"/>
                  </a:moveTo>
                  <a:lnTo>
                    <a:pt x="6" y="0"/>
                  </a:lnTo>
                  <a:lnTo>
                    <a:pt x="4" y="5"/>
                  </a:lnTo>
                  <a:lnTo>
                    <a:pt x="2" y="10"/>
                  </a:lnTo>
                  <a:lnTo>
                    <a:pt x="0" y="17"/>
                  </a:lnTo>
                  <a:lnTo>
                    <a:pt x="0" y="26"/>
                  </a:lnTo>
                  <a:lnTo>
                    <a:pt x="2" y="26"/>
                  </a:lnTo>
                  <a:lnTo>
                    <a:pt x="2" y="17"/>
                  </a:lnTo>
                  <a:lnTo>
                    <a:pt x="4" y="10"/>
                  </a:lnTo>
                  <a:lnTo>
                    <a:pt x="6" y="7"/>
                  </a:lnTo>
                  <a:lnTo>
                    <a:pt x="8" y="5"/>
                  </a:lnTo>
                  <a:lnTo>
                    <a:pt x="8" y="0"/>
                  </a:lnTo>
                  <a:close/>
                </a:path>
              </a:pathLst>
            </a:custGeom>
            <a:solidFill>
              <a:srgbClr val="E6E6E6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123" name="Google Shape;123;p1"/>
            <p:cNvSpPr/>
            <p:nvPr/>
          </p:nvSpPr>
          <p:spPr>
            <a:xfrm>
              <a:off x="4114" y="3408"/>
              <a:ext cx="5" cy="13"/>
            </a:xfrm>
            <a:custGeom>
              <a:avLst/>
              <a:gdLst/>
              <a:ahLst/>
              <a:cxnLst/>
              <a:rect l="l" t="t" r="r" b="b"/>
              <a:pathLst>
                <a:path w="6" h="21" extrusionOk="0">
                  <a:moveTo>
                    <a:pt x="6" y="0"/>
                  </a:moveTo>
                  <a:lnTo>
                    <a:pt x="4" y="2"/>
                  </a:lnTo>
                  <a:lnTo>
                    <a:pt x="2" y="5"/>
                  </a:lnTo>
                  <a:lnTo>
                    <a:pt x="0" y="12"/>
                  </a:lnTo>
                  <a:lnTo>
                    <a:pt x="0" y="21"/>
                  </a:lnTo>
                  <a:lnTo>
                    <a:pt x="0" y="21"/>
                  </a:lnTo>
                  <a:lnTo>
                    <a:pt x="2" y="14"/>
                  </a:lnTo>
                  <a:lnTo>
                    <a:pt x="2" y="9"/>
                  </a:lnTo>
                  <a:lnTo>
                    <a:pt x="4" y="5"/>
                  </a:lnTo>
                  <a:lnTo>
                    <a:pt x="6" y="5"/>
                  </a:lnTo>
                  <a:lnTo>
                    <a:pt x="6" y="0"/>
                  </a:lnTo>
                  <a:close/>
                </a:path>
              </a:pathLst>
            </a:custGeom>
            <a:solidFill>
              <a:srgbClr val="E6E6E6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124" name="Google Shape;124;p1"/>
            <p:cNvSpPr/>
            <p:nvPr/>
          </p:nvSpPr>
          <p:spPr>
            <a:xfrm>
              <a:off x="4114" y="3412"/>
              <a:ext cx="5" cy="9"/>
            </a:xfrm>
            <a:custGeom>
              <a:avLst/>
              <a:gdLst/>
              <a:ahLst/>
              <a:cxnLst/>
              <a:rect l="l" t="t" r="r" b="b"/>
              <a:pathLst>
                <a:path w="6" h="16" extrusionOk="0">
                  <a:moveTo>
                    <a:pt x="6" y="0"/>
                  </a:moveTo>
                  <a:lnTo>
                    <a:pt x="4" y="0"/>
                  </a:lnTo>
                  <a:lnTo>
                    <a:pt x="2" y="4"/>
                  </a:lnTo>
                  <a:lnTo>
                    <a:pt x="2" y="9"/>
                  </a:lnTo>
                  <a:lnTo>
                    <a:pt x="0" y="16"/>
                  </a:lnTo>
                  <a:lnTo>
                    <a:pt x="2" y="16"/>
                  </a:lnTo>
                  <a:lnTo>
                    <a:pt x="2" y="11"/>
                  </a:lnTo>
                  <a:lnTo>
                    <a:pt x="4" y="5"/>
                  </a:lnTo>
                  <a:lnTo>
                    <a:pt x="6" y="5"/>
                  </a:lnTo>
                  <a:lnTo>
                    <a:pt x="6" y="0"/>
                  </a:lnTo>
                  <a:close/>
                </a:path>
              </a:pathLst>
            </a:custGeom>
            <a:solidFill>
              <a:srgbClr val="E6E6E6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125" name="Google Shape;125;p1"/>
            <p:cNvSpPr/>
            <p:nvPr/>
          </p:nvSpPr>
          <p:spPr>
            <a:xfrm>
              <a:off x="4116" y="3416"/>
              <a:ext cx="3" cy="5"/>
            </a:xfrm>
            <a:custGeom>
              <a:avLst/>
              <a:gdLst/>
              <a:ahLst/>
              <a:cxnLst/>
              <a:rect l="l" t="t" r="r" b="b"/>
              <a:pathLst>
                <a:path w="4" h="11" extrusionOk="0">
                  <a:moveTo>
                    <a:pt x="4" y="0"/>
                  </a:moveTo>
                  <a:lnTo>
                    <a:pt x="2" y="0"/>
                  </a:lnTo>
                  <a:lnTo>
                    <a:pt x="0" y="6"/>
                  </a:lnTo>
                  <a:lnTo>
                    <a:pt x="0" y="11"/>
                  </a:lnTo>
                  <a:lnTo>
                    <a:pt x="2" y="11"/>
                  </a:lnTo>
                  <a:lnTo>
                    <a:pt x="2" y="7"/>
                  </a:lnTo>
                  <a:lnTo>
                    <a:pt x="4" y="6"/>
                  </a:lnTo>
                  <a:lnTo>
                    <a:pt x="4" y="0"/>
                  </a:lnTo>
                  <a:close/>
                </a:path>
              </a:pathLst>
            </a:custGeom>
            <a:solidFill>
              <a:srgbClr val="E6E6E6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126" name="Google Shape;126;p1"/>
            <p:cNvSpPr/>
            <p:nvPr/>
          </p:nvSpPr>
          <p:spPr>
            <a:xfrm>
              <a:off x="4117" y="3418"/>
              <a:ext cx="2" cy="3"/>
            </a:xfrm>
            <a:custGeom>
              <a:avLst/>
              <a:gdLst/>
              <a:ahLst/>
              <a:cxnLst/>
              <a:rect l="l" t="t" r="r" b="b"/>
              <a:pathLst>
                <a:path w="2" h="5" extrusionOk="0">
                  <a:moveTo>
                    <a:pt x="2" y="0"/>
                  </a:moveTo>
                  <a:lnTo>
                    <a:pt x="0" y="1"/>
                  </a:lnTo>
                  <a:lnTo>
                    <a:pt x="0" y="5"/>
                  </a:lnTo>
                  <a:lnTo>
                    <a:pt x="2" y="5"/>
                  </a:lnTo>
                  <a:lnTo>
                    <a:pt x="2" y="5"/>
                  </a:lnTo>
                  <a:lnTo>
                    <a:pt x="2" y="0"/>
                  </a:lnTo>
                  <a:close/>
                </a:path>
              </a:pathLst>
            </a:custGeom>
            <a:solidFill>
              <a:srgbClr val="E6E6E6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127" name="Google Shape;127;p1"/>
            <p:cNvSpPr/>
            <p:nvPr/>
          </p:nvSpPr>
          <p:spPr>
            <a:xfrm>
              <a:off x="4070" y="3294"/>
              <a:ext cx="49" cy="127"/>
            </a:xfrm>
            <a:custGeom>
              <a:avLst/>
              <a:gdLst/>
              <a:ahLst/>
              <a:cxnLst/>
              <a:rect l="l" t="t" r="r" b="b"/>
              <a:pathLst>
                <a:path w="56" h="214" extrusionOk="0">
                  <a:moveTo>
                    <a:pt x="27" y="214"/>
                  </a:moveTo>
                  <a:lnTo>
                    <a:pt x="34" y="210"/>
                  </a:lnTo>
                  <a:lnTo>
                    <a:pt x="41" y="202"/>
                  </a:lnTo>
                  <a:lnTo>
                    <a:pt x="47" y="186"/>
                  </a:lnTo>
                  <a:lnTo>
                    <a:pt x="50" y="167"/>
                  </a:lnTo>
                  <a:lnTo>
                    <a:pt x="54" y="144"/>
                  </a:lnTo>
                  <a:lnTo>
                    <a:pt x="56" y="120"/>
                  </a:lnTo>
                  <a:lnTo>
                    <a:pt x="56" y="94"/>
                  </a:lnTo>
                  <a:lnTo>
                    <a:pt x="54" y="70"/>
                  </a:lnTo>
                  <a:lnTo>
                    <a:pt x="50" y="45"/>
                  </a:lnTo>
                  <a:lnTo>
                    <a:pt x="47" y="26"/>
                  </a:lnTo>
                  <a:lnTo>
                    <a:pt x="41" y="13"/>
                  </a:lnTo>
                  <a:lnTo>
                    <a:pt x="34" y="4"/>
                  </a:lnTo>
                  <a:lnTo>
                    <a:pt x="27" y="0"/>
                  </a:lnTo>
                  <a:lnTo>
                    <a:pt x="21" y="4"/>
                  </a:lnTo>
                  <a:lnTo>
                    <a:pt x="14" y="13"/>
                  </a:lnTo>
                  <a:lnTo>
                    <a:pt x="9" y="26"/>
                  </a:lnTo>
                  <a:lnTo>
                    <a:pt x="5" y="45"/>
                  </a:lnTo>
                  <a:lnTo>
                    <a:pt x="1" y="70"/>
                  </a:lnTo>
                  <a:lnTo>
                    <a:pt x="0" y="94"/>
                  </a:lnTo>
                  <a:lnTo>
                    <a:pt x="0" y="120"/>
                  </a:lnTo>
                  <a:lnTo>
                    <a:pt x="1" y="144"/>
                  </a:lnTo>
                  <a:lnTo>
                    <a:pt x="5" y="167"/>
                  </a:lnTo>
                  <a:lnTo>
                    <a:pt x="9" y="186"/>
                  </a:lnTo>
                  <a:lnTo>
                    <a:pt x="14" y="202"/>
                  </a:lnTo>
                  <a:lnTo>
                    <a:pt x="21" y="210"/>
                  </a:lnTo>
                  <a:lnTo>
                    <a:pt x="27" y="214"/>
                  </a:lnTo>
                  <a:close/>
                </a:path>
              </a:pathLst>
            </a:custGeom>
            <a:solidFill>
              <a:srgbClr val="000000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128" name="Google Shape;128;p1"/>
            <p:cNvSpPr/>
            <p:nvPr/>
          </p:nvSpPr>
          <p:spPr>
            <a:xfrm>
              <a:off x="4070" y="3294"/>
              <a:ext cx="49" cy="127"/>
            </a:xfrm>
            <a:custGeom>
              <a:avLst/>
              <a:gdLst/>
              <a:ahLst/>
              <a:cxnLst/>
              <a:rect l="l" t="t" r="r" b="b"/>
              <a:pathLst>
                <a:path w="56" h="214" extrusionOk="0">
                  <a:moveTo>
                    <a:pt x="56" y="0"/>
                  </a:moveTo>
                  <a:lnTo>
                    <a:pt x="48" y="2"/>
                  </a:lnTo>
                  <a:lnTo>
                    <a:pt x="41" y="7"/>
                  </a:lnTo>
                  <a:lnTo>
                    <a:pt x="36" y="14"/>
                  </a:lnTo>
                  <a:lnTo>
                    <a:pt x="28" y="25"/>
                  </a:lnTo>
                  <a:lnTo>
                    <a:pt x="23" y="39"/>
                  </a:lnTo>
                  <a:lnTo>
                    <a:pt x="18" y="54"/>
                  </a:lnTo>
                  <a:lnTo>
                    <a:pt x="14" y="72"/>
                  </a:lnTo>
                  <a:lnTo>
                    <a:pt x="9" y="92"/>
                  </a:lnTo>
                  <a:lnTo>
                    <a:pt x="7" y="115"/>
                  </a:lnTo>
                  <a:lnTo>
                    <a:pt x="3" y="137"/>
                  </a:lnTo>
                  <a:lnTo>
                    <a:pt x="1" y="162"/>
                  </a:lnTo>
                  <a:lnTo>
                    <a:pt x="0" y="188"/>
                  </a:lnTo>
                  <a:lnTo>
                    <a:pt x="0" y="214"/>
                  </a:lnTo>
                  <a:lnTo>
                    <a:pt x="0" y="0"/>
                  </a:lnTo>
                  <a:lnTo>
                    <a:pt x="56" y="0"/>
                  </a:lnTo>
                  <a:close/>
                </a:path>
              </a:pathLst>
            </a:custGeom>
            <a:solidFill>
              <a:srgbClr val="9A9A9A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129" name="Google Shape;129;p1"/>
            <p:cNvSpPr/>
            <p:nvPr/>
          </p:nvSpPr>
          <p:spPr>
            <a:xfrm>
              <a:off x="4070" y="3294"/>
              <a:ext cx="49" cy="127"/>
            </a:xfrm>
            <a:custGeom>
              <a:avLst/>
              <a:gdLst/>
              <a:ahLst/>
              <a:cxnLst/>
              <a:rect l="l" t="t" r="r" b="b"/>
              <a:pathLst>
                <a:path w="56" h="214" extrusionOk="0">
                  <a:moveTo>
                    <a:pt x="56" y="0"/>
                  </a:moveTo>
                  <a:lnTo>
                    <a:pt x="48" y="2"/>
                  </a:lnTo>
                  <a:lnTo>
                    <a:pt x="41" y="7"/>
                  </a:lnTo>
                  <a:lnTo>
                    <a:pt x="36" y="14"/>
                  </a:lnTo>
                  <a:lnTo>
                    <a:pt x="28" y="25"/>
                  </a:lnTo>
                  <a:lnTo>
                    <a:pt x="23" y="39"/>
                  </a:lnTo>
                  <a:lnTo>
                    <a:pt x="18" y="54"/>
                  </a:lnTo>
                  <a:lnTo>
                    <a:pt x="14" y="72"/>
                  </a:lnTo>
                  <a:lnTo>
                    <a:pt x="9" y="92"/>
                  </a:lnTo>
                  <a:lnTo>
                    <a:pt x="7" y="115"/>
                  </a:lnTo>
                  <a:lnTo>
                    <a:pt x="3" y="137"/>
                  </a:lnTo>
                  <a:lnTo>
                    <a:pt x="1" y="162"/>
                  </a:lnTo>
                  <a:lnTo>
                    <a:pt x="0" y="188"/>
                  </a:lnTo>
                  <a:lnTo>
                    <a:pt x="0" y="214"/>
                  </a:lnTo>
                  <a:lnTo>
                    <a:pt x="1" y="214"/>
                  </a:lnTo>
                  <a:lnTo>
                    <a:pt x="1" y="188"/>
                  </a:lnTo>
                  <a:lnTo>
                    <a:pt x="3" y="163"/>
                  </a:lnTo>
                  <a:lnTo>
                    <a:pt x="5" y="139"/>
                  </a:lnTo>
                  <a:lnTo>
                    <a:pt x="7" y="117"/>
                  </a:lnTo>
                  <a:lnTo>
                    <a:pt x="10" y="96"/>
                  </a:lnTo>
                  <a:lnTo>
                    <a:pt x="14" y="75"/>
                  </a:lnTo>
                  <a:lnTo>
                    <a:pt x="19" y="58"/>
                  </a:lnTo>
                  <a:lnTo>
                    <a:pt x="25" y="42"/>
                  </a:lnTo>
                  <a:lnTo>
                    <a:pt x="30" y="30"/>
                  </a:lnTo>
                  <a:lnTo>
                    <a:pt x="36" y="19"/>
                  </a:lnTo>
                  <a:lnTo>
                    <a:pt x="43" y="11"/>
                  </a:lnTo>
                  <a:lnTo>
                    <a:pt x="48" y="7"/>
                  </a:lnTo>
                  <a:lnTo>
                    <a:pt x="56" y="6"/>
                  </a:lnTo>
                  <a:lnTo>
                    <a:pt x="56" y="0"/>
                  </a:lnTo>
                  <a:close/>
                </a:path>
              </a:pathLst>
            </a:custGeom>
            <a:solidFill>
              <a:srgbClr val="9A9A9A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130" name="Google Shape;130;p1"/>
            <p:cNvSpPr/>
            <p:nvPr/>
          </p:nvSpPr>
          <p:spPr>
            <a:xfrm>
              <a:off x="4072" y="3298"/>
              <a:ext cx="47" cy="123"/>
            </a:xfrm>
            <a:custGeom>
              <a:avLst/>
              <a:gdLst/>
              <a:ahLst/>
              <a:cxnLst/>
              <a:rect l="l" t="t" r="r" b="b"/>
              <a:pathLst>
                <a:path w="55" h="208" extrusionOk="0">
                  <a:moveTo>
                    <a:pt x="55" y="0"/>
                  </a:moveTo>
                  <a:lnTo>
                    <a:pt x="47" y="1"/>
                  </a:lnTo>
                  <a:lnTo>
                    <a:pt x="42" y="5"/>
                  </a:lnTo>
                  <a:lnTo>
                    <a:pt x="35" y="13"/>
                  </a:lnTo>
                  <a:lnTo>
                    <a:pt x="29" y="24"/>
                  </a:lnTo>
                  <a:lnTo>
                    <a:pt x="24" y="36"/>
                  </a:lnTo>
                  <a:lnTo>
                    <a:pt x="18" y="52"/>
                  </a:lnTo>
                  <a:lnTo>
                    <a:pt x="13" y="69"/>
                  </a:lnTo>
                  <a:lnTo>
                    <a:pt x="9" y="90"/>
                  </a:lnTo>
                  <a:lnTo>
                    <a:pt x="6" y="111"/>
                  </a:lnTo>
                  <a:lnTo>
                    <a:pt x="4" y="133"/>
                  </a:lnTo>
                  <a:lnTo>
                    <a:pt x="2" y="157"/>
                  </a:lnTo>
                  <a:lnTo>
                    <a:pt x="0" y="182"/>
                  </a:lnTo>
                  <a:lnTo>
                    <a:pt x="0" y="208"/>
                  </a:lnTo>
                  <a:lnTo>
                    <a:pt x="2" y="208"/>
                  </a:lnTo>
                  <a:lnTo>
                    <a:pt x="2" y="180"/>
                  </a:lnTo>
                  <a:lnTo>
                    <a:pt x="4" y="154"/>
                  </a:lnTo>
                  <a:lnTo>
                    <a:pt x="6" y="130"/>
                  </a:lnTo>
                  <a:lnTo>
                    <a:pt x="8" y="105"/>
                  </a:lnTo>
                  <a:lnTo>
                    <a:pt x="13" y="85"/>
                  </a:lnTo>
                  <a:lnTo>
                    <a:pt x="17" y="64"/>
                  </a:lnTo>
                  <a:lnTo>
                    <a:pt x="22" y="46"/>
                  </a:lnTo>
                  <a:lnTo>
                    <a:pt x="27" y="33"/>
                  </a:lnTo>
                  <a:lnTo>
                    <a:pt x="35" y="20"/>
                  </a:lnTo>
                  <a:lnTo>
                    <a:pt x="40" y="12"/>
                  </a:lnTo>
                  <a:lnTo>
                    <a:pt x="47" y="7"/>
                  </a:lnTo>
                  <a:lnTo>
                    <a:pt x="55" y="5"/>
                  </a:lnTo>
                  <a:lnTo>
                    <a:pt x="55" y="0"/>
                  </a:lnTo>
                  <a:close/>
                </a:path>
              </a:pathLst>
            </a:custGeom>
            <a:solidFill>
              <a:srgbClr val="9B9B9B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131" name="Google Shape;131;p1"/>
            <p:cNvSpPr/>
            <p:nvPr/>
          </p:nvSpPr>
          <p:spPr>
            <a:xfrm>
              <a:off x="4074" y="3300"/>
              <a:ext cx="45" cy="121"/>
            </a:xfrm>
            <a:custGeom>
              <a:avLst/>
              <a:gdLst/>
              <a:ahLst/>
              <a:cxnLst/>
              <a:rect l="l" t="t" r="r" b="b"/>
              <a:pathLst>
                <a:path w="53" h="203" extrusionOk="0">
                  <a:moveTo>
                    <a:pt x="53" y="0"/>
                  </a:moveTo>
                  <a:lnTo>
                    <a:pt x="45" y="2"/>
                  </a:lnTo>
                  <a:lnTo>
                    <a:pt x="38" y="7"/>
                  </a:lnTo>
                  <a:lnTo>
                    <a:pt x="33" y="15"/>
                  </a:lnTo>
                  <a:lnTo>
                    <a:pt x="25" y="28"/>
                  </a:lnTo>
                  <a:lnTo>
                    <a:pt x="20" y="41"/>
                  </a:lnTo>
                  <a:lnTo>
                    <a:pt x="15" y="59"/>
                  </a:lnTo>
                  <a:lnTo>
                    <a:pt x="11" y="80"/>
                  </a:lnTo>
                  <a:lnTo>
                    <a:pt x="6" y="100"/>
                  </a:lnTo>
                  <a:lnTo>
                    <a:pt x="4" y="125"/>
                  </a:lnTo>
                  <a:lnTo>
                    <a:pt x="2" y="149"/>
                  </a:lnTo>
                  <a:lnTo>
                    <a:pt x="0" y="175"/>
                  </a:lnTo>
                  <a:lnTo>
                    <a:pt x="0" y="203"/>
                  </a:lnTo>
                  <a:lnTo>
                    <a:pt x="0" y="203"/>
                  </a:lnTo>
                  <a:lnTo>
                    <a:pt x="2" y="177"/>
                  </a:lnTo>
                  <a:lnTo>
                    <a:pt x="2" y="151"/>
                  </a:lnTo>
                  <a:lnTo>
                    <a:pt x="4" y="126"/>
                  </a:lnTo>
                  <a:lnTo>
                    <a:pt x="7" y="104"/>
                  </a:lnTo>
                  <a:lnTo>
                    <a:pt x="11" y="81"/>
                  </a:lnTo>
                  <a:lnTo>
                    <a:pt x="16" y="62"/>
                  </a:lnTo>
                  <a:lnTo>
                    <a:pt x="20" y="45"/>
                  </a:lnTo>
                  <a:lnTo>
                    <a:pt x="27" y="31"/>
                  </a:lnTo>
                  <a:lnTo>
                    <a:pt x="33" y="21"/>
                  </a:lnTo>
                  <a:lnTo>
                    <a:pt x="38" y="12"/>
                  </a:lnTo>
                  <a:lnTo>
                    <a:pt x="45" y="7"/>
                  </a:lnTo>
                  <a:lnTo>
                    <a:pt x="53" y="5"/>
                  </a:lnTo>
                  <a:lnTo>
                    <a:pt x="53" y="0"/>
                  </a:lnTo>
                  <a:close/>
                </a:path>
              </a:pathLst>
            </a:custGeom>
            <a:solidFill>
              <a:srgbClr val="9D9D9D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132" name="Google Shape;132;p1"/>
            <p:cNvSpPr/>
            <p:nvPr/>
          </p:nvSpPr>
          <p:spPr>
            <a:xfrm>
              <a:off x="4074" y="3304"/>
              <a:ext cx="45" cy="117"/>
            </a:xfrm>
            <a:custGeom>
              <a:avLst/>
              <a:gdLst/>
              <a:ahLst/>
              <a:cxnLst/>
              <a:rect l="l" t="t" r="r" b="b"/>
              <a:pathLst>
                <a:path w="53" h="198" extrusionOk="0">
                  <a:moveTo>
                    <a:pt x="53" y="0"/>
                  </a:moveTo>
                  <a:lnTo>
                    <a:pt x="45" y="2"/>
                  </a:lnTo>
                  <a:lnTo>
                    <a:pt x="38" y="7"/>
                  </a:lnTo>
                  <a:lnTo>
                    <a:pt x="33" y="16"/>
                  </a:lnTo>
                  <a:lnTo>
                    <a:pt x="27" y="26"/>
                  </a:lnTo>
                  <a:lnTo>
                    <a:pt x="20" y="40"/>
                  </a:lnTo>
                  <a:lnTo>
                    <a:pt x="16" y="57"/>
                  </a:lnTo>
                  <a:lnTo>
                    <a:pt x="11" y="76"/>
                  </a:lnTo>
                  <a:lnTo>
                    <a:pt x="7" y="99"/>
                  </a:lnTo>
                  <a:lnTo>
                    <a:pt x="4" y="121"/>
                  </a:lnTo>
                  <a:lnTo>
                    <a:pt x="2" y="146"/>
                  </a:lnTo>
                  <a:lnTo>
                    <a:pt x="2" y="172"/>
                  </a:lnTo>
                  <a:lnTo>
                    <a:pt x="0" y="198"/>
                  </a:lnTo>
                  <a:lnTo>
                    <a:pt x="2" y="198"/>
                  </a:lnTo>
                  <a:lnTo>
                    <a:pt x="2" y="172"/>
                  </a:lnTo>
                  <a:lnTo>
                    <a:pt x="4" y="147"/>
                  </a:lnTo>
                  <a:lnTo>
                    <a:pt x="6" y="123"/>
                  </a:lnTo>
                  <a:lnTo>
                    <a:pt x="9" y="101"/>
                  </a:lnTo>
                  <a:lnTo>
                    <a:pt x="13" y="80"/>
                  </a:lnTo>
                  <a:lnTo>
                    <a:pt x="16" y="61"/>
                  </a:lnTo>
                  <a:lnTo>
                    <a:pt x="22" y="45"/>
                  </a:lnTo>
                  <a:lnTo>
                    <a:pt x="27" y="31"/>
                  </a:lnTo>
                  <a:lnTo>
                    <a:pt x="33" y="19"/>
                  </a:lnTo>
                  <a:lnTo>
                    <a:pt x="40" y="12"/>
                  </a:lnTo>
                  <a:lnTo>
                    <a:pt x="45" y="7"/>
                  </a:lnTo>
                  <a:lnTo>
                    <a:pt x="53" y="5"/>
                  </a:lnTo>
                  <a:lnTo>
                    <a:pt x="53" y="0"/>
                  </a:lnTo>
                  <a:close/>
                </a:path>
              </a:pathLst>
            </a:custGeom>
            <a:solidFill>
              <a:srgbClr val="9F9F9F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133" name="Google Shape;133;p1"/>
            <p:cNvSpPr/>
            <p:nvPr/>
          </p:nvSpPr>
          <p:spPr>
            <a:xfrm>
              <a:off x="4074" y="3307"/>
              <a:ext cx="45" cy="114"/>
            </a:xfrm>
            <a:custGeom>
              <a:avLst/>
              <a:gdLst/>
              <a:ahLst/>
              <a:cxnLst/>
              <a:rect l="l" t="t" r="r" b="b"/>
              <a:pathLst>
                <a:path w="51" h="193" extrusionOk="0">
                  <a:moveTo>
                    <a:pt x="51" y="0"/>
                  </a:moveTo>
                  <a:lnTo>
                    <a:pt x="43" y="2"/>
                  </a:lnTo>
                  <a:lnTo>
                    <a:pt x="38" y="7"/>
                  </a:lnTo>
                  <a:lnTo>
                    <a:pt x="31" y="14"/>
                  </a:lnTo>
                  <a:lnTo>
                    <a:pt x="25" y="26"/>
                  </a:lnTo>
                  <a:lnTo>
                    <a:pt x="20" y="40"/>
                  </a:lnTo>
                  <a:lnTo>
                    <a:pt x="14" y="56"/>
                  </a:lnTo>
                  <a:lnTo>
                    <a:pt x="11" y="75"/>
                  </a:lnTo>
                  <a:lnTo>
                    <a:pt x="7" y="96"/>
                  </a:lnTo>
                  <a:lnTo>
                    <a:pt x="4" y="118"/>
                  </a:lnTo>
                  <a:lnTo>
                    <a:pt x="2" y="142"/>
                  </a:lnTo>
                  <a:lnTo>
                    <a:pt x="0" y="167"/>
                  </a:lnTo>
                  <a:lnTo>
                    <a:pt x="0" y="193"/>
                  </a:lnTo>
                  <a:lnTo>
                    <a:pt x="2" y="193"/>
                  </a:lnTo>
                  <a:lnTo>
                    <a:pt x="2" y="168"/>
                  </a:lnTo>
                  <a:lnTo>
                    <a:pt x="4" y="144"/>
                  </a:lnTo>
                  <a:lnTo>
                    <a:pt x="5" y="120"/>
                  </a:lnTo>
                  <a:lnTo>
                    <a:pt x="7" y="99"/>
                  </a:lnTo>
                  <a:lnTo>
                    <a:pt x="11" y="78"/>
                  </a:lnTo>
                  <a:lnTo>
                    <a:pt x="16" y="59"/>
                  </a:lnTo>
                  <a:lnTo>
                    <a:pt x="20" y="44"/>
                  </a:lnTo>
                  <a:lnTo>
                    <a:pt x="25" y="30"/>
                  </a:lnTo>
                  <a:lnTo>
                    <a:pt x="31" y="19"/>
                  </a:lnTo>
                  <a:lnTo>
                    <a:pt x="38" y="12"/>
                  </a:lnTo>
                  <a:lnTo>
                    <a:pt x="43" y="7"/>
                  </a:lnTo>
                  <a:lnTo>
                    <a:pt x="51" y="5"/>
                  </a:lnTo>
                  <a:lnTo>
                    <a:pt x="51" y="0"/>
                  </a:lnTo>
                  <a:close/>
                </a:path>
              </a:pathLst>
            </a:custGeom>
            <a:solidFill>
              <a:srgbClr val="A1A1A1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134" name="Google Shape;134;p1"/>
            <p:cNvSpPr/>
            <p:nvPr/>
          </p:nvSpPr>
          <p:spPr>
            <a:xfrm>
              <a:off x="4075" y="3309"/>
              <a:ext cx="44" cy="112"/>
            </a:xfrm>
            <a:custGeom>
              <a:avLst/>
              <a:gdLst/>
              <a:ahLst/>
              <a:cxnLst/>
              <a:rect l="l" t="t" r="r" b="b"/>
              <a:pathLst>
                <a:path w="49" h="188" extrusionOk="0">
                  <a:moveTo>
                    <a:pt x="49" y="0"/>
                  </a:moveTo>
                  <a:lnTo>
                    <a:pt x="41" y="2"/>
                  </a:lnTo>
                  <a:lnTo>
                    <a:pt x="36" y="7"/>
                  </a:lnTo>
                  <a:lnTo>
                    <a:pt x="29" y="14"/>
                  </a:lnTo>
                  <a:lnTo>
                    <a:pt x="23" y="25"/>
                  </a:lnTo>
                  <a:lnTo>
                    <a:pt x="18" y="39"/>
                  </a:lnTo>
                  <a:lnTo>
                    <a:pt x="14" y="54"/>
                  </a:lnTo>
                  <a:lnTo>
                    <a:pt x="9" y="73"/>
                  </a:lnTo>
                  <a:lnTo>
                    <a:pt x="5" y="94"/>
                  </a:lnTo>
                  <a:lnTo>
                    <a:pt x="3" y="115"/>
                  </a:lnTo>
                  <a:lnTo>
                    <a:pt x="2" y="139"/>
                  </a:lnTo>
                  <a:lnTo>
                    <a:pt x="0" y="163"/>
                  </a:lnTo>
                  <a:lnTo>
                    <a:pt x="0" y="188"/>
                  </a:lnTo>
                  <a:lnTo>
                    <a:pt x="2" y="188"/>
                  </a:lnTo>
                  <a:lnTo>
                    <a:pt x="2" y="163"/>
                  </a:lnTo>
                  <a:lnTo>
                    <a:pt x="2" y="141"/>
                  </a:lnTo>
                  <a:lnTo>
                    <a:pt x="5" y="118"/>
                  </a:lnTo>
                  <a:lnTo>
                    <a:pt x="7" y="96"/>
                  </a:lnTo>
                  <a:lnTo>
                    <a:pt x="11" y="77"/>
                  </a:lnTo>
                  <a:lnTo>
                    <a:pt x="14" y="59"/>
                  </a:lnTo>
                  <a:lnTo>
                    <a:pt x="20" y="44"/>
                  </a:lnTo>
                  <a:lnTo>
                    <a:pt x="25" y="30"/>
                  </a:lnTo>
                  <a:lnTo>
                    <a:pt x="30" y="19"/>
                  </a:lnTo>
                  <a:lnTo>
                    <a:pt x="36" y="11"/>
                  </a:lnTo>
                  <a:lnTo>
                    <a:pt x="41" y="7"/>
                  </a:lnTo>
                  <a:lnTo>
                    <a:pt x="49" y="6"/>
                  </a:lnTo>
                  <a:lnTo>
                    <a:pt x="49" y="0"/>
                  </a:lnTo>
                  <a:close/>
                </a:path>
              </a:pathLst>
            </a:custGeom>
            <a:solidFill>
              <a:srgbClr val="A3A3A3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135" name="Google Shape;135;p1"/>
            <p:cNvSpPr/>
            <p:nvPr/>
          </p:nvSpPr>
          <p:spPr>
            <a:xfrm>
              <a:off x="4077" y="3313"/>
              <a:ext cx="42" cy="108"/>
            </a:xfrm>
            <a:custGeom>
              <a:avLst/>
              <a:gdLst/>
              <a:ahLst/>
              <a:cxnLst/>
              <a:rect l="l" t="t" r="r" b="b"/>
              <a:pathLst>
                <a:path w="47" h="182" extrusionOk="0">
                  <a:moveTo>
                    <a:pt x="47" y="0"/>
                  </a:moveTo>
                  <a:lnTo>
                    <a:pt x="39" y="1"/>
                  </a:lnTo>
                  <a:lnTo>
                    <a:pt x="34" y="5"/>
                  </a:lnTo>
                  <a:lnTo>
                    <a:pt x="28" y="13"/>
                  </a:lnTo>
                  <a:lnTo>
                    <a:pt x="23" y="24"/>
                  </a:lnTo>
                  <a:lnTo>
                    <a:pt x="18" y="38"/>
                  </a:lnTo>
                  <a:lnTo>
                    <a:pt x="12" y="53"/>
                  </a:lnTo>
                  <a:lnTo>
                    <a:pt x="9" y="71"/>
                  </a:lnTo>
                  <a:lnTo>
                    <a:pt x="5" y="90"/>
                  </a:lnTo>
                  <a:lnTo>
                    <a:pt x="3" y="112"/>
                  </a:lnTo>
                  <a:lnTo>
                    <a:pt x="0" y="135"/>
                  </a:lnTo>
                  <a:lnTo>
                    <a:pt x="0" y="157"/>
                  </a:lnTo>
                  <a:lnTo>
                    <a:pt x="0" y="182"/>
                  </a:lnTo>
                  <a:lnTo>
                    <a:pt x="0" y="182"/>
                  </a:lnTo>
                  <a:lnTo>
                    <a:pt x="1" y="157"/>
                  </a:lnTo>
                  <a:lnTo>
                    <a:pt x="1" y="135"/>
                  </a:lnTo>
                  <a:lnTo>
                    <a:pt x="3" y="114"/>
                  </a:lnTo>
                  <a:lnTo>
                    <a:pt x="7" y="93"/>
                  </a:lnTo>
                  <a:lnTo>
                    <a:pt x="10" y="74"/>
                  </a:lnTo>
                  <a:lnTo>
                    <a:pt x="14" y="57"/>
                  </a:lnTo>
                  <a:lnTo>
                    <a:pt x="18" y="41"/>
                  </a:lnTo>
                  <a:lnTo>
                    <a:pt x="23" y="29"/>
                  </a:lnTo>
                  <a:lnTo>
                    <a:pt x="28" y="19"/>
                  </a:lnTo>
                  <a:lnTo>
                    <a:pt x="34" y="10"/>
                  </a:lnTo>
                  <a:lnTo>
                    <a:pt x="39" y="7"/>
                  </a:lnTo>
                  <a:lnTo>
                    <a:pt x="47" y="5"/>
                  </a:lnTo>
                  <a:lnTo>
                    <a:pt x="47" y="0"/>
                  </a:lnTo>
                  <a:close/>
                </a:path>
              </a:pathLst>
            </a:custGeom>
            <a:solidFill>
              <a:srgbClr val="A5A5A5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136" name="Google Shape;136;p1"/>
            <p:cNvSpPr/>
            <p:nvPr/>
          </p:nvSpPr>
          <p:spPr>
            <a:xfrm>
              <a:off x="4077" y="3315"/>
              <a:ext cx="42" cy="106"/>
            </a:xfrm>
            <a:custGeom>
              <a:avLst/>
              <a:gdLst/>
              <a:ahLst/>
              <a:cxnLst/>
              <a:rect l="l" t="t" r="r" b="b"/>
              <a:pathLst>
                <a:path w="47" h="177" extrusionOk="0">
                  <a:moveTo>
                    <a:pt x="47" y="0"/>
                  </a:moveTo>
                  <a:lnTo>
                    <a:pt x="39" y="2"/>
                  </a:lnTo>
                  <a:lnTo>
                    <a:pt x="34" y="5"/>
                  </a:lnTo>
                  <a:lnTo>
                    <a:pt x="28" y="14"/>
                  </a:lnTo>
                  <a:lnTo>
                    <a:pt x="23" y="24"/>
                  </a:lnTo>
                  <a:lnTo>
                    <a:pt x="18" y="36"/>
                  </a:lnTo>
                  <a:lnTo>
                    <a:pt x="14" y="52"/>
                  </a:lnTo>
                  <a:lnTo>
                    <a:pt x="10" y="69"/>
                  </a:lnTo>
                  <a:lnTo>
                    <a:pt x="7" y="88"/>
                  </a:lnTo>
                  <a:lnTo>
                    <a:pt x="3" y="109"/>
                  </a:lnTo>
                  <a:lnTo>
                    <a:pt x="1" y="130"/>
                  </a:lnTo>
                  <a:lnTo>
                    <a:pt x="1" y="152"/>
                  </a:lnTo>
                  <a:lnTo>
                    <a:pt x="0" y="177"/>
                  </a:lnTo>
                  <a:lnTo>
                    <a:pt x="1" y="177"/>
                  </a:lnTo>
                  <a:lnTo>
                    <a:pt x="1" y="154"/>
                  </a:lnTo>
                  <a:lnTo>
                    <a:pt x="3" y="132"/>
                  </a:lnTo>
                  <a:lnTo>
                    <a:pt x="5" y="111"/>
                  </a:lnTo>
                  <a:lnTo>
                    <a:pt x="7" y="90"/>
                  </a:lnTo>
                  <a:lnTo>
                    <a:pt x="10" y="73"/>
                  </a:lnTo>
                  <a:lnTo>
                    <a:pt x="14" y="55"/>
                  </a:lnTo>
                  <a:lnTo>
                    <a:pt x="19" y="40"/>
                  </a:lnTo>
                  <a:lnTo>
                    <a:pt x="23" y="28"/>
                  </a:lnTo>
                  <a:lnTo>
                    <a:pt x="28" y="17"/>
                  </a:lnTo>
                  <a:lnTo>
                    <a:pt x="34" y="10"/>
                  </a:lnTo>
                  <a:lnTo>
                    <a:pt x="41" y="7"/>
                  </a:lnTo>
                  <a:lnTo>
                    <a:pt x="47" y="5"/>
                  </a:lnTo>
                  <a:lnTo>
                    <a:pt x="47" y="0"/>
                  </a:lnTo>
                  <a:close/>
                </a:path>
              </a:pathLst>
            </a:custGeom>
            <a:solidFill>
              <a:srgbClr val="A8A8A8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137" name="Google Shape;137;p1"/>
            <p:cNvSpPr/>
            <p:nvPr/>
          </p:nvSpPr>
          <p:spPr>
            <a:xfrm>
              <a:off x="4079" y="3319"/>
              <a:ext cx="40" cy="102"/>
            </a:xfrm>
            <a:custGeom>
              <a:avLst/>
              <a:gdLst/>
              <a:ahLst/>
              <a:cxnLst/>
              <a:rect l="l" t="t" r="r" b="b"/>
              <a:pathLst>
                <a:path w="46" h="172" extrusionOk="0">
                  <a:moveTo>
                    <a:pt x="46" y="0"/>
                  </a:moveTo>
                  <a:lnTo>
                    <a:pt x="40" y="2"/>
                  </a:lnTo>
                  <a:lnTo>
                    <a:pt x="33" y="5"/>
                  </a:lnTo>
                  <a:lnTo>
                    <a:pt x="27" y="12"/>
                  </a:lnTo>
                  <a:lnTo>
                    <a:pt x="22" y="23"/>
                  </a:lnTo>
                  <a:lnTo>
                    <a:pt x="18" y="35"/>
                  </a:lnTo>
                  <a:lnTo>
                    <a:pt x="13" y="50"/>
                  </a:lnTo>
                  <a:lnTo>
                    <a:pt x="9" y="68"/>
                  </a:lnTo>
                  <a:lnTo>
                    <a:pt x="6" y="85"/>
                  </a:lnTo>
                  <a:lnTo>
                    <a:pt x="4" y="106"/>
                  </a:lnTo>
                  <a:lnTo>
                    <a:pt x="2" y="127"/>
                  </a:lnTo>
                  <a:lnTo>
                    <a:pt x="0" y="149"/>
                  </a:lnTo>
                  <a:lnTo>
                    <a:pt x="0" y="172"/>
                  </a:lnTo>
                  <a:lnTo>
                    <a:pt x="2" y="172"/>
                  </a:lnTo>
                  <a:lnTo>
                    <a:pt x="2" y="147"/>
                  </a:lnTo>
                  <a:lnTo>
                    <a:pt x="4" y="125"/>
                  </a:lnTo>
                  <a:lnTo>
                    <a:pt x="6" y="102"/>
                  </a:lnTo>
                  <a:lnTo>
                    <a:pt x="9" y="82"/>
                  </a:lnTo>
                  <a:lnTo>
                    <a:pt x="13" y="62"/>
                  </a:lnTo>
                  <a:lnTo>
                    <a:pt x="17" y="45"/>
                  </a:lnTo>
                  <a:lnTo>
                    <a:pt x="22" y="31"/>
                  </a:lnTo>
                  <a:lnTo>
                    <a:pt x="27" y="21"/>
                  </a:lnTo>
                  <a:lnTo>
                    <a:pt x="33" y="12"/>
                  </a:lnTo>
                  <a:lnTo>
                    <a:pt x="38" y="7"/>
                  </a:lnTo>
                  <a:lnTo>
                    <a:pt x="46" y="5"/>
                  </a:lnTo>
                  <a:lnTo>
                    <a:pt x="46" y="0"/>
                  </a:lnTo>
                  <a:close/>
                </a:path>
              </a:pathLst>
            </a:custGeom>
            <a:solidFill>
              <a:srgbClr val="AAAAAA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138" name="Google Shape;138;p1"/>
            <p:cNvSpPr/>
            <p:nvPr/>
          </p:nvSpPr>
          <p:spPr>
            <a:xfrm>
              <a:off x="4081" y="3323"/>
              <a:ext cx="38" cy="98"/>
            </a:xfrm>
            <a:custGeom>
              <a:avLst/>
              <a:gdLst/>
              <a:ahLst/>
              <a:cxnLst/>
              <a:rect l="l" t="t" r="r" b="b"/>
              <a:pathLst>
                <a:path w="44" h="167" extrusionOk="0">
                  <a:moveTo>
                    <a:pt x="44" y="0"/>
                  </a:moveTo>
                  <a:lnTo>
                    <a:pt x="36" y="2"/>
                  </a:lnTo>
                  <a:lnTo>
                    <a:pt x="31" y="7"/>
                  </a:lnTo>
                  <a:lnTo>
                    <a:pt x="25" y="16"/>
                  </a:lnTo>
                  <a:lnTo>
                    <a:pt x="20" y="26"/>
                  </a:lnTo>
                  <a:lnTo>
                    <a:pt x="15" y="40"/>
                  </a:lnTo>
                  <a:lnTo>
                    <a:pt x="11" y="57"/>
                  </a:lnTo>
                  <a:lnTo>
                    <a:pt x="7" y="77"/>
                  </a:lnTo>
                  <a:lnTo>
                    <a:pt x="4" y="97"/>
                  </a:lnTo>
                  <a:lnTo>
                    <a:pt x="2" y="120"/>
                  </a:lnTo>
                  <a:lnTo>
                    <a:pt x="0" y="142"/>
                  </a:lnTo>
                  <a:lnTo>
                    <a:pt x="0" y="167"/>
                  </a:lnTo>
                  <a:lnTo>
                    <a:pt x="2" y="167"/>
                  </a:lnTo>
                  <a:lnTo>
                    <a:pt x="2" y="142"/>
                  </a:lnTo>
                  <a:lnTo>
                    <a:pt x="2" y="122"/>
                  </a:lnTo>
                  <a:lnTo>
                    <a:pt x="6" y="99"/>
                  </a:lnTo>
                  <a:lnTo>
                    <a:pt x="7" y="80"/>
                  </a:lnTo>
                  <a:lnTo>
                    <a:pt x="11" y="61"/>
                  </a:lnTo>
                  <a:lnTo>
                    <a:pt x="16" y="45"/>
                  </a:lnTo>
                  <a:lnTo>
                    <a:pt x="20" y="31"/>
                  </a:lnTo>
                  <a:lnTo>
                    <a:pt x="25" y="19"/>
                  </a:lnTo>
                  <a:lnTo>
                    <a:pt x="31" y="12"/>
                  </a:lnTo>
                  <a:lnTo>
                    <a:pt x="36" y="7"/>
                  </a:lnTo>
                  <a:lnTo>
                    <a:pt x="44" y="5"/>
                  </a:lnTo>
                  <a:lnTo>
                    <a:pt x="44" y="0"/>
                  </a:lnTo>
                  <a:close/>
                </a:path>
              </a:pathLst>
            </a:custGeom>
            <a:solidFill>
              <a:srgbClr val="ACACAC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139" name="Google Shape;139;p1"/>
            <p:cNvSpPr/>
            <p:nvPr/>
          </p:nvSpPr>
          <p:spPr>
            <a:xfrm>
              <a:off x="4082" y="3325"/>
              <a:ext cx="37" cy="96"/>
            </a:xfrm>
            <a:custGeom>
              <a:avLst/>
              <a:gdLst/>
              <a:ahLst/>
              <a:cxnLst/>
              <a:rect l="l" t="t" r="r" b="b"/>
              <a:pathLst>
                <a:path w="42" h="162" extrusionOk="0">
                  <a:moveTo>
                    <a:pt x="42" y="0"/>
                  </a:moveTo>
                  <a:lnTo>
                    <a:pt x="34" y="2"/>
                  </a:lnTo>
                  <a:lnTo>
                    <a:pt x="29" y="7"/>
                  </a:lnTo>
                  <a:lnTo>
                    <a:pt x="23" y="14"/>
                  </a:lnTo>
                  <a:lnTo>
                    <a:pt x="18" y="26"/>
                  </a:lnTo>
                  <a:lnTo>
                    <a:pt x="14" y="40"/>
                  </a:lnTo>
                  <a:lnTo>
                    <a:pt x="9" y="56"/>
                  </a:lnTo>
                  <a:lnTo>
                    <a:pt x="5" y="75"/>
                  </a:lnTo>
                  <a:lnTo>
                    <a:pt x="4" y="94"/>
                  </a:lnTo>
                  <a:lnTo>
                    <a:pt x="0" y="117"/>
                  </a:lnTo>
                  <a:lnTo>
                    <a:pt x="0" y="137"/>
                  </a:lnTo>
                  <a:lnTo>
                    <a:pt x="0" y="162"/>
                  </a:lnTo>
                  <a:lnTo>
                    <a:pt x="0" y="162"/>
                  </a:lnTo>
                  <a:lnTo>
                    <a:pt x="2" y="139"/>
                  </a:lnTo>
                  <a:lnTo>
                    <a:pt x="2" y="117"/>
                  </a:lnTo>
                  <a:lnTo>
                    <a:pt x="4" y="96"/>
                  </a:lnTo>
                  <a:lnTo>
                    <a:pt x="7" y="77"/>
                  </a:lnTo>
                  <a:lnTo>
                    <a:pt x="11" y="59"/>
                  </a:lnTo>
                  <a:lnTo>
                    <a:pt x="14" y="44"/>
                  </a:lnTo>
                  <a:lnTo>
                    <a:pt x="20" y="30"/>
                  </a:lnTo>
                  <a:lnTo>
                    <a:pt x="23" y="20"/>
                  </a:lnTo>
                  <a:lnTo>
                    <a:pt x="29" y="13"/>
                  </a:lnTo>
                  <a:lnTo>
                    <a:pt x="36" y="7"/>
                  </a:lnTo>
                  <a:lnTo>
                    <a:pt x="42" y="6"/>
                  </a:lnTo>
                  <a:lnTo>
                    <a:pt x="42" y="0"/>
                  </a:lnTo>
                  <a:close/>
                </a:path>
              </a:pathLst>
            </a:custGeom>
            <a:solidFill>
              <a:srgbClr val="AFAFAF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</p:grpSp>
      <p:grpSp>
        <p:nvGrpSpPr>
          <p:cNvPr id="140" name="Google Shape;140;p1"/>
          <p:cNvGrpSpPr/>
          <p:nvPr/>
        </p:nvGrpSpPr>
        <p:grpSpPr>
          <a:xfrm>
            <a:off x="5029200" y="3733800"/>
            <a:ext cx="152400" cy="457200"/>
            <a:chOff x="3969" y="3294"/>
            <a:chExt cx="164" cy="567"/>
          </a:xfrm>
        </p:grpSpPr>
        <p:sp>
          <p:nvSpPr>
            <p:cNvPr id="141" name="Google Shape;141;p1"/>
            <p:cNvSpPr/>
            <p:nvPr/>
          </p:nvSpPr>
          <p:spPr>
            <a:xfrm>
              <a:off x="3969" y="3294"/>
              <a:ext cx="164" cy="567"/>
            </a:xfrm>
            <a:custGeom>
              <a:avLst/>
              <a:gdLst/>
              <a:ahLst/>
              <a:cxnLst/>
              <a:rect l="l" t="t" r="r" b="b"/>
              <a:pathLst>
                <a:path w="188" h="953" extrusionOk="0">
                  <a:moveTo>
                    <a:pt x="188" y="873"/>
                  </a:moveTo>
                  <a:lnTo>
                    <a:pt x="94" y="953"/>
                  </a:lnTo>
                  <a:lnTo>
                    <a:pt x="0" y="873"/>
                  </a:lnTo>
                  <a:lnTo>
                    <a:pt x="94" y="0"/>
                  </a:lnTo>
                  <a:lnTo>
                    <a:pt x="188" y="873"/>
                  </a:lnTo>
                </a:path>
              </a:pathLst>
            </a:cu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142" name="Google Shape;142;p1"/>
            <p:cNvSpPr/>
            <p:nvPr/>
          </p:nvSpPr>
          <p:spPr>
            <a:xfrm>
              <a:off x="4035" y="3318"/>
              <a:ext cx="32" cy="59"/>
            </a:xfrm>
            <a:custGeom>
              <a:avLst/>
              <a:gdLst/>
              <a:ahLst/>
              <a:cxnLst/>
              <a:rect l="l" t="t" r="r" b="b"/>
              <a:pathLst>
                <a:path w="36" h="99" extrusionOk="0">
                  <a:moveTo>
                    <a:pt x="29" y="19"/>
                  </a:moveTo>
                  <a:lnTo>
                    <a:pt x="18" y="0"/>
                  </a:lnTo>
                  <a:lnTo>
                    <a:pt x="5" y="19"/>
                  </a:lnTo>
                  <a:lnTo>
                    <a:pt x="0" y="80"/>
                  </a:lnTo>
                  <a:lnTo>
                    <a:pt x="18" y="99"/>
                  </a:lnTo>
                  <a:lnTo>
                    <a:pt x="36" y="80"/>
                  </a:lnTo>
                  <a:lnTo>
                    <a:pt x="29" y="19"/>
                  </a:lnTo>
                  <a:close/>
                </a:path>
              </a:pathLst>
            </a:custGeom>
            <a:solidFill>
              <a:srgbClr val="666666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143" name="Google Shape;143;p1"/>
            <p:cNvSpPr/>
            <p:nvPr/>
          </p:nvSpPr>
          <p:spPr>
            <a:xfrm>
              <a:off x="3969" y="3767"/>
              <a:ext cx="164" cy="48"/>
            </a:xfrm>
            <a:custGeom>
              <a:avLst/>
              <a:gdLst/>
              <a:ahLst/>
              <a:cxnLst/>
              <a:rect l="l" t="t" r="r" b="b"/>
              <a:pathLst>
                <a:path w="188" h="78" extrusionOk="0">
                  <a:moveTo>
                    <a:pt x="188" y="78"/>
                  </a:moveTo>
                  <a:lnTo>
                    <a:pt x="94" y="0"/>
                  </a:lnTo>
                  <a:lnTo>
                    <a:pt x="0" y="78"/>
                  </a:lnTo>
                </a:path>
              </a:pathLst>
            </a:cu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144" name="Google Shape;144;p1"/>
            <p:cNvSpPr/>
            <p:nvPr/>
          </p:nvSpPr>
          <p:spPr>
            <a:xfrm>
              <a:off x="3969" y="3294"/>
              <a:ext cx="164" cy="567"/>
            </a:xfrm>
            <a:custGeom>
              <a:avLst/>
              <a:gdLst/>
              <a:ahLst/>
              <a:cxnLst/>
              <a:rect l="l" t="t" r="r" b="b"/>
              <a:pathLst>
                <a:path w="188" h="953" extrusionOk="0">
                  <a:moveTo>
                    <a:pt x="94" y="0"/>
                  </a:moveTo>
                  <a:lnTo>
                    <a:pt x="94" y="953"/>
                  </a:lnTo>
                  <a:lnTo>
                    <a:pt x="188" y="873"/>
                  </a:lnTo>
                  <a:lnTo>
                    <a:pt x="94" y="0"/>
                  </a:lnTo>
                  <a:lnTo>
                    <a:pt x="0" y="873"/>
                  </a:lnTo>
                  <a:lnTo>
                    <a:pt x="94" y="953"/>
                  </a:lnTo>
                </a:path>
              </a:pathLst>
            </a:cu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145" name="Google Shape;145;p1"/>
            <p:cNvSpPr/>
            <p:nvPr/>
          </p:nvSpPr>
          <p:spPr>
            <a:xfrm>
              <a:off x="4030" y="3424"/>
              <a:ext cx="42" cy="12"/>
            </a:xfrm>
            <a:custGeom>
              <a:avLst/>
              <a:gdLst/>
              <a:ahLst/>
              <a:cxnLst/>
              <a:rect l="l" t="t" r="r" b="b"/>
              <a:pathLst>
                <a:path w="47" h="19" extrusionOk="0">
                  <a:moveTo>
                    <a:pt x="47" y="0"/>
                  </a:moveTo>
                  <a:lnTo>
                    <a:pt x="24" y="19"/>
                  </a:lnTo>
                  <a:lnTo>
                    <a:pt x="0" y="0"/>
                  </a:lnTo>
                </a:path>
              </a:pathLst>
            </a:cu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146" name="Google Shape;146;p1"/>
            <p:cNvSpPr/>
            <p:nvPr/>
          </p:nvSpPr>
          <p:spPr>
            <a:xfrm>
              <a:off x="4023" y="3468"/>
              <a:ext cx="54" cy="15"/>
            </a:xfrm>
            <a:custGeom>
              <a:avLst/>
              <a:gdLst/>
              <a:ahLst/>
              <a:cxnLst/>
              <a:rect l="l" t="t" r="r" b="b"/>
              <a:pathLst>
                <a:path w="64" h="26" extrusionOk="0">
                  <a:moveTo>
                    <a:pt x="64" y="0"/>
                  </a:moveTo>
                  <a:lnTo>
                    <a:pt x="33" y="26"/>
                  </a:lnTo>
                  <a:lnTo>
                    <a:pt x="0" y="0"/>
                  </a:lnTo>
                </a:path>
              </a:pathLst>
            </a:cu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147" name="Google Shape;147;p1"/>
            <p:cNvSpPr/>
            <p:nvPr/>
          </p:nvSpPr>
          <p:spPr>
            <a:xfrm>
              <a:off x="4018" y="3510"/>
              <a:ext cx="68" cy="21"/>
            </a:xfrm>
            <a:custGeom>
              <a:avLst/>
              <a:gdLst/>
              <a:ahLst/>
              <a:cxnLst/>
              <a:rect l="l" t="t" r="r" b="b"/>
              <a:pathLst>
                <a:path w="78" h="35" extrusionOk="0">
                  <a:moveTo>
                    <a:pt x="78" y="2"/>
                  </a:moveTo>
                  <a:lnTo>
                    <a:pt x="38" y="35"/>
                  </a:lnTo>
                  <a:lnTo>
                    <a:pt x="0" y="0"/>
                  </a:lnTo>
                </a:path>
              </a:pathLst>
            </a:cu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148" name="Google Shape;148;p1"/>
            <p:cNvSpPr/>
            <p:nvPr/>
          </p:nvSpPr>
          <p:spPr>
            <a:xfrm>
              <a:off x="4009" y="3555"/>
              <a:ext cx="82" cy="23"/>
            </a:xfrm>
            <a:custGeom>
              <a:avLst/>
              <a:gdLst/>
              <a:ahLst/>
              <a:cxnLst/>
              <a:rect l="l" t="t" r="r" b="b"/>
              <a:pathLst>
                <a:path w="94" h="38" extrusionOk="0">
                  <a:moveTo>
                    <a:pt x="94" y="0"/>
                  </a:moveTo>
                  <a:lnTo>
                    <a:pt x="47" y="38"/>
                  </a:lnTo>
                  <a:lnTo>
                    <a:pt x="0" y="0"/>
                  </a:lnTo>
                </a:path>
              </a:pathLst>
            </a:cu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149" name="Google Shape;149;p1"/>
            <p:cNvSpPr/>
            <p:nvPr/>
          </p:nvSpPr>
          <p:spPr>
            <a:xfrm>
              <a:off x="4002" y="3598"/>
              <a:ext cx="96" cy="27"/>
            </a:xfrm>
            <a:custGeom>
              <a:avLst/>
              <a:gdLst/>
              <a:ahLst/>
              <a:cxnLst/>
              <a:rect l="l" t="t" r="r" b="b"/>
              <a:pathLst>
                <a:path w="110" h="46" extrusionOk="0">
                  <a:moveTo>
                    <a:pt x="110" y="0"/>
                  </a:moveTo>
                  <a:lnTo>
                    <a:pt x="56" y="46"/>
                  </a:lnTo>
                  <a:lnTo>
                    <a:pt x="0" y="0"/>
                  </a:lnTo>
                </a:path>
              </a:pathLst>
            </a:cu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150" name="Google Shape;150;p1"/>
            <p:cNvSpPr/>
            <p:nvPr/>
          </p:nvSpPr>
          <p:spPr>
            <a:xfrm>
              <a:off x="3997" y="3641"/>
              <a:ext cx="110" cy="32"/>
            </a:xfrm>
            <a:custGeom>
              <a:avLst/>
              <a:gdLst/>
              <a:ahLst/>
              <a:cxnLst/>
              <a:rect l="l" t="t" r="r" b="b"/>
              <a:pathLst>
                <a:path w="125" h="53" extrusionOk="0">
                  <a:moveTo>
                    <a:pt x="125" y="0"/>
                  </a:moveTo>
                  <a:lnTo>
                    <a:pt x="62" y="53"/>
                  </a:lnTo>
                  <a:lnTo>
                    <a:pt x="0" y="0"/>
                  </a:lnTo>
                </a:path>
              </a:pathLst>
            </a:cu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151" name="Google Shape;151;p1"/>
            <p:cNvSpPr/>
            <p:nvPr/>
          </p:nvSpPr>
          <p:spPr>
            <a:xfrm>
              <a:off x="3990" y="3684"/>
              <a:ext cx="122" cy="36"/>
            </a:xfrm>
            <a:custGeom>
              <a:avLst/>
              <a:gdLst/>
              <a:ahLst/>
              <a:cxnLst/>
              <a:rect l="l" t="t" r="r" b="b"/>
              <a:pathLst>
                <a:path w="141" h="61" extrusionOk="0">
                  <a:moveTo>
                    <a:pt x="141" y="0"/>
                  </a:moveTo>
                  <a:lnTo>
                    <a:pt x="71" y="61"/>
                  </a:lnTo>
                  <a:lnTo>
                    <a:pt x="0" y="0"/>
                  </a:lnTo>
                </a:path>
              </a:pathLst>
            </a:cu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152" name="Google Shape;152;p1"/>
            <p:cNvSpPr/>
            <p:nvPr/>
          </p:nvSpPr>
          <p:spPr>
            <a:xfrm>
              <a:off x="3981" y="3728"/>
              <a:ext cx="138" cy="39"/>
            </a:xfrm>
            <a:custGeom>
              <a:avLst/>
              <a:gdLst/>
              <a:ahLst/>
              <a:cxnLst/>
              <a:rect l="l" t="t" r="r" b="b"/>
              <a:pathLst>
                <a:path w="158" h="68" extrusionOk="0">
                  <a:moveTo>
                    <a:pt x="158" y="0"/>
                  </a:moveTo>
                  <a:lnTo>
                    <a:pt x="80" y="68"/>
                  </a:lnTo>
                  <a:lnTo>
                    <a:pt x="0" y="2"/>
                  </a:lnTo>
                </a:path>
              </a:pathLst>
            </a:cu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153" name="Google Shape;153;p1"/>
            <p:cNvSpPr/>
            <p:nvPr/>
          </p:nvSpPr>
          <p:spPr>
            <a:xfrm>
              <a:off x="3978" y="3769"/>
              <a:ext cx="148" cy="46"/>
            </a:xfrm>
            <a:custGeom>
              <a:avLst/>
              <a:gdLst/>
              <a:ahLst/>
              <a:cxnLst/>
              <a:rect l="l" t="t" r="r" b="b"/>
              <a:pathLst>
                <a:path w="172" h="75" extrusionOk="0">
                  <a:moveTo>
                    <a:pt x="172" y="2"/>
                  </a:moveTo>
                  <a:lnTo>
                    <a:pt x="85" y="75"/>
                  </a:lnTo>
                  <a:lnTo>
                    <a:pt x="0" y="0"/>
                  </a:lnTo>
                </a:path>
              </a:pathLst>
            </a:cu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154" name="Google Shape;154;p1"/>
            <p:cNvSpPr/>
            <p:nvPr/>
          </p:nvSpPr>
          <p:spPr>
            <a:xfrm>
              <a:off x="4035" y="3318"/>
              <a:ext cx="32" cy="59"/>
            </a:xfrm>
            <a:custGeom>
              <a:avLst/>
              <a:gdLst/>
              <a:ahLst/>
              <a:cxnLst/>
              <a:rect l="l" t="t" r="r" b="b"/>
              <a:pathLst>
                <a:path w="36" h="99" extrusionOk="0">
                  <a:moveTo>
                    <a:pt x="29" y="19"/>
                  </a:moveTo>
                  <a:lnTo>
                    <a:pt x="18" y="0"/>
                  </a:lnTo>
                  <a:lnTo>
                    <a:pt x="5" y="19"/>
                  </a:lnTo>
                  <a:lnTo>
                    <a:pt x="0" y="80"/>
                  </a:lnTo>
                  <a:lnTo>
                    <a:pt x="18" y="99"/>
                  </a:lnTo>
                  <a:lnTo>
                    <a:pt x="36" y="80"/>
                  </a:lnTo>
                  <a:lnTo>
                    <a:pt x="29" y="19"/>
                  </a:lnTo>
                </a:path>
              </a:pathLst>
            </a:cu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155" name="Google Shape;155;p1"/>
            <p:cNvSpPr/>
            <p:nvPr/>
          </p:nvSpPr>
          <p:spPr>
            <a:xfrm>
              <a:off x="4070" y="3294"/>
              <a:ext cx="49" cy="127"/>
            </a:xfrm>
            <a:custGeom>
              <a:avLst/>
              <a:gdLst/>
              <a:ahLst/>
              <a:cxnLst/>
              <a:rect l="l" t="t" r="r" b="b"/>
              <a:pathLst>
                <a:path w="56" h="214" extrusionOk="0">
                  <a:moveTo>
                    <a:pt x="56" y="0"/>
                  </a:moveTo>
                  <a:lnTo>
                    <a:pt x="48" y="2"/>
                  </a:lnTo>
                  <a:lnTo>
                    <a:pt x="41" y="7"/>
                  </a:lnTo>
                  <a:lnTo>
                    <a:pt x="36" y="14"/>
                  </a:lnTo>
                  <a:lnTo>
                    <a:pt x="28" y="25"/>
                  </a:lnTo>
                  <a:lnTo>
                    <a:pt x="23" y="39"/>
                  </a:lnTo>
                  <a:lnTo>
                    <a:pt x="18" y="54"/>
                  </a:lnTo>
                  <a:lnTo>
                    <a:pt x="14" y="72"/>
                  </a:lnTo>
                  <a:lnTo>
                    <a:pt x="9" y="92"/>
                  </a:lnTo>
                  <a:lnTo>
                    <a:pt x="7" y="115"/>
                  </a:lnTo>
                  <a:lnTo>
                    <a:pt x="3" y="137"/>
                  </a:lnTo>
                  <a:lnTo>
                    <a:pt x="1" y="162"/>
                  </a:lnTo>
                  <a:lnTo>
                    <a:pt x="0" y="188"/>
                  </a:lnTo>
                  <a:lnTo>
                    <a:pt x="0" y="214"/>
                  </a:lnTo>
                  <a:lnTo>
                    <a:pt x="0" y="0"/>
                  </a:lnTo>
                  <a:lnTo>
                    <a:pt x="56" y="0"/>
                  </a:lnTo>
                  <a:close/>
                </a:path>
              </a:pathLst>
            </a:custGeom>
            <a:solidFill>
              <a:srgbClr val="9A9A9A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156" name="Google Shape;156;p1"/>
            <p:cNvSpPr/>
            <p:nvPr/>
          </p:nvSpPr>
          <p:spPr>
            <a:xfrm>
              <a:off x="4070" y="3294"/>
              <a:ext cx="49" cy="127"/>
            </a:xfrm>
            <a:custGeom>
              <a:avLst/>
              <a:gdLst/>
              <a:ahLst/>
              <a:cxnLst/>
              <a:rect l="l" t="t" r="r" b="b"/>
              <a:pathLst>
                <a:path w="56" h="214" extrusionOk="0">
                  <a:moveTo>
                    <a:pt x="56" y="0"/>
                  </a:moveTo>
                  <a:lnTo>
                    <a:pt x="48" y="2"/>
                  </a:lnTo>
                  <a:lnTo>
                    <a:pt x="41" y="7"/>
                  </a:lnTo>
                  <a:lnTo>
                    <a:pt x="36" y="14"/>
                  </a:lnTo>
                  <a:lnTo>
                    <a:pt x="28" y="25"/>
                  </a:lnTo>
                  <a:lnTo>
                    <a:pt x="23" y="39"/>
                  </a:lnTo>
                  <a:lnTo>
                    <a:pt x="18" y="54"/>
                  </a:lnTo>
                  <a:lnTo>
                    <a:pt x="14" y="72"/>
                  </a:lnTo>
                  <a:lnTo>
                    <a:pt x="9" y="92"/>
                  </a:lnTo>
                  <a:lnTo>
                    <a:pt x="7" y="115"/>
                  </a:lnTo>
                  <a:lnTo>
                    <a:pt x="3" y="137"/>
                  </a:lnTo>
                  <a:lnTo>
                    <a:pt x="1" y="162"/>
                  </a:lnTo>
                  <a:lnTo>
                    <a:pt x="0" y="188"/>
                  </a:lnTo>
                  <a:lnTo>
                    <a:pt x="0" y="214"/>
                  </a:lnTo>
                  <a:lnTo>
                    <a:pt x="1" y="214"/>
                  </a:lnTo>
                  <a:lnTo>
                    <a:pt x="1" y="188"/>
                  </a:lnTo>
                  <a:lnTo>
                    <a:pt x="3" y="163"/>
                  </a:lnTo>
                  <a:lnTo>
                    <a:pt x="5" y="139"/>
                  </a:lnTo>
                  <a:lnTo>
                    <a:pt x="7" y="117"/>
                  </a:lnTo>
                  <a:lnTo>
                    <a:pt x="10" y="96"/>
                  </a:lnTo>
                  <a:lnTo>
                    <a:pt x="14" y="75"/>
                  </a:lnTo>
                  <a:lnTo>
                    <a:pt x="19" y="58"/>
                  </a:lnTo>
                  <a:lnTo>
                    <a:pt x="25" y="42"/>
                  </a:lnTo>
                  <a:lnTo>
                    <a:pt x="30" y="30"/>
                  </a:lnTo>
                  <a:lnTo>
                    <a:pt x="36" y="19"/>
                  </a:lnTo>
                  <a:lnTo>
                    <a:pt x="43" y="11"/>
                  </a:lnTo>
                  <a:lnTo>
                    <a:pt x="48" y="7"/>
                  </a:lnTo>
                  <a:lnTo>
                    <a:pt x="56" y="6"/>
                  </a:lnTo>
                  <a:lnTo>
                    <a:pt x="56" y="0"/>
                  </a:lnTo>
                  <a:close/>
                </a:path>
              </a:pathLst>
            </a:custGeom>
            <a:solidFill>
              <a:srgbClr val="9A9A9A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157" name="Google Shape;157;p1"/>
            <p:cNvSpPr/>
            <p:nvPr/>
          </p:nvSpPr>
          <p:spPr>
            <a:xfrm>
              <a:off x="4072" y="3298"/>
              <a:ext cx="47" cy="123"/>
            </a:xfrm>
            <a:custGeom>
              <a:avLst/>
              <a:gdLst/>
              <a:ahLst/>
              <a:cxnLst/>
              <a:rect l="l" t="t" r="r" b="b"/>
              <a:pathLst>
                <a:path w="55" h="208" extrusionOk="0">
                  <a:moveTo>
                    <a:pt x="55" y="0"/>
                  </a:moveTo>
                  <a:lnTo>
                    <a:pt x="47" y="1"/>
                  </a:lnTo>
                  <a:lnTo>
                    <a:pt x="42" y="5"/>
                  </a:lnTo>
                  <a:lnTo>
                    <a:pt x="35" y="13"/>
                  </a:lnTo>
                  <a:lnTo>
                    <a:pt x="29" y="24"/>
                  </a:lnTo>
                  <a:lnTo>
                    <a:pt x="24" y="36"/>
                  </a:lnTo>
                  <a:lnTo>
                    <a:pt x="18" y="52"/>
                  </a:lnTo>
                  <a:lnTo>
                    <a:pt x="13" y="69"/>
                  </a:lnTo>
                  <a:lnTo>
                    <a:pt x="9" y="90"/>
                  </a:lnTo>
                  <a:lnTo>
                    <a:pt x="6" y="111"/>
                  </a:lnTo>
                  <a:lnTo>
                    <a:pt x="4" y="133"/>
                  </a:lnTo>
                  <a:lnTo>
                    <a:pt x="2" y="157"/>
                  </a:lnTo>
                  <a:lnTo>
                    <a:pt x="0" y="182"/>
                  </a:lnTo>
                  <a:lnTo>
                    <a:pt x="0" y="208"/>
                  </a:lnTo>
                  <a:lnTo>
                    <a:pt x="2" y="208"/>
                  </a:lnTo>
                  <a:lnTo>
                    <a:pt x="2" y="180"/>
                  </a:lnTo>
                  <a:lnTo>
                    <a:pt x="4" y="154"/>
                  </a:lnTo>
                  <a:lnTo>
                    <a:pt x="6" y="130"/>
                  </a:lnTo>
                  <a:lnTo>
                    <a:pt x="8" y="105"/>
                  </a:lnTo>
                  <a:lnTo>
                    <a:pt x="13" y="85"/>
                  </a:lnTo>
                  <a:lnTo>
                    <a:pt x="17" y="64"/>
                  </a:lnTo>
                  <a:lnTo>
                    <a:pt x="22" y="46"/>
                  </a:lnTo>
                  <a:lnTo>
                    <a:pt x="27" y="33"/>
                  </a:lnTo>
                  <a:lnTo>
                    <a:pt x="35" y="20"/>
                  </a:lnTo>
                  <a:lnTo>
                    <a:pt x="40" y="12"/>
                  </a:lnTo>
                  <a:lnTo>
                    <a:pt x="47" y="7"/>
                  </a:lnTo>
                  <a:lnTo>
                    <a:pt x="55" y="5"/>
                  </a:lnTo>
                  <a:lnTo>
                    <a:pt x="55" y="0"/>
                  </a:lnTo>
                  <a:close/>
                </a:path>
              </a:pathLst>
            </a:custGeom>
            <a:solidFill>
              <a:srgbClr val="9B9B9B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158" name="Google Shape;158;p1"/>
            <p:cNvSpPr/>
            <p:nvPr/>
          </p:nvSpPr>
          <p:spPr>
            <a:xfrm>
              <a:off x="4074" y="3300"/>
              <a:ext cx="45" cy="121"/>
            </a:xfrm>
            <a:custGeom>
              <a:avLst/>
              <a:gdLst/>
              <a:ahLst/>
              <a:cxnLst/>
              <a:rect l="l" t="t" r="r" b="b"/>
              <a:pathLst>
                <a:path w="53" h="203" extrusionOk="0">
                  <a:moveTo>
                    <a:pt x="53" y="0"/>
                  </a:moveTo>
                  <a:lnTo>
                    <a:pt x="45" y="2"/>
                  </a:lnTo>
                  <a:lnTo>
                    <a:pt x="38" y="7"/>
                  </a:lnTo>
                  <a:lnTo>
                    <a:pt x="33" y="15"/>
                  </a:lnTo>
                  <a:lnTo>
                    <a:pt x="25" y="28"/>
                  </a:lnTo>
                  <a:lnTo>
                    <a:pt x="20" y="41"/>
                  </a:lnTo>
                  <a:lnTo>
                    <a:pt x="15" y="59"/>
                  </a:lnTo>
                  <a:lnTo>
                    <a:pt x="11" y="80"/>
                  </a:lnTo>
                  <a:lnTo>
                    <a:pt x="6" y="100"/>
                  </a:lnTo>
                  <a:lnTo>
                    <a:pt x="4" y="125"/>
                  </a:lnTo>
                  <a:lnTo>
                    <a:pt x="2" y="149"/>
                  </a:lnTo>
                  <a:lnTo>
                    <a:pt x="0" y="175"/>
                  </a:lnTo>
                  <a:lnTo>
                    <a:pt x="0" y="203"/>
                  </a:lnTo>
                  <a:lnTo>
                    <a:pt x="0" y="203"/>
                  </a:lnTo>
                  <a:lnTo>
                    <a:pt x="2" y="177"/>
                  </a:lnTo>
                  <a:lnTo>
                    <a:pt x="2" y="151"/>
                  </a:lnTo>
                  <a:lnTo>
                    <a:pt x="4" y="126"/>
                  </a:lnTo>
                  <a:lnTo>
                    <a:pt x="7" y="104"/>
                  </a:lnTo>
                  <a:lnTo>
                    <a:pt x="11" y="81"/>
                  </a:lnTo>
                  <a:lnTo>
                    <a:pt x="16" y="62"/>
                  </a:lnTo>
                  <a:lnTo>
                    <a:pt x="20" y="45"/>
                  </a:lnTo>
                  <a:lnTo>
                    <a:pt x="27" y="31"/>
                  </a:lnTo>
                  <a:lnTo>
                    <a:pt x="33" y="21"/>
                  </a:lnTo>
                  <a:lnTo>
                    <a:pt x="38" y="12"/>
                  </a:lnTo>
                  <a:lnTo>
                    <a:pt x="45" y="7"/>
                  </a:lnTo>
                  <a:lnTo>
                    <a:pt x="53" y="5"/>
                  </a:lnTo>
                  <a:lnTo>
                    <a:pt x="53" y="0"/>
                  </a:lnTo>
                  <a:close/>
                </a:path>
              </a:pathLst>
            </a:custGeom>
            <a:solidFill>
              <a:srgbClr val="9D9D9D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159" name="Google Shape;159;p1"/>
            <p:cNvSpPr/>
            <p:nvPr/>
          </p:nvSpPr>
          <p:spPr>
            <a:xfrm>
              <a:off x="4074" y="3304"/>
              <a:ext cx="45" cy="117"/>
            </a:xfrm>
            <a:custGeom>
              <a:avLst/>
              <a:gdLst/>
              <a:ahLst/>
              <a:cxnLst/>
              <a:rect l="l" t="t" r="r" b="b"/>
              <a:pathLst>
                <a:path w="53" h="198" extrusionOk="0">
                  <a:moveTo>
                    <a:pt x="53" y="0"/>
                  </a:moveTo>
                  <a:lnTo>
                    <a:pt x="45" y="2"/>
                  </a:lnTo>
                  <a:lnTo>
                    <a:pt x="38" y="7"/>
                  </a:lnTo>
                  <a:lnTo>
                    <a:pt x="33" y="16"/>
                  </a:lnTo>
                  <a:lnTo>
                    <a:pt x="27" y="26"/>
                  </a:lnTo>
                  <a:lnTo>
                    <a:pt x="20" y="40"/>
                  </a:lnTo>
                  <a:lnTo>
                    <a:pt x="16" y="57"/>
                  </a:lnTo>
                  <a:lnTo>
                    <a:pt x="11" y="76"/>
                  </a:lnTo>
                  <a:lnTo>
                    <a:pt x="7" y="99"/>
                  </a:lnTo>
                  <a:lnTo>
                    <a:pt x="4" y="121"/>
                  </a:lnTo>
                  <a:lnTo>
                    <a:pt x="2" y="146"/>
                  </a:lnTo>
                  <a:lnTo>
                    <a:pt x="2" y="172"/>
                  </a:lnTo>
                  <a:lnTo>
                    <a:pt x="0" y="198"/>
                  </a:lnTo>
                  <a:lnTo>
                    <a:pt x="2" y="198"/>
                  </a:lnTo>
                  <a:lnTo>
                    <a:pt x="2" y="172"/>
                  </a:lnTo>
                  <a:lnTo>
                    <a:pt x="4" y="147"/>
                  </a:lnTo>
                  <a:lnTo>
                    <a:pt x="6" y="123"/>
                  </a:lnTo>
                  <a:lnTo>
                    <a:pt x="9" y="101"/>
                  </a:lnTo>
                  <a:lnTo>
                    <a:pt x="13" y="80"/>
                  </a:lnTo>
                  <a:lnTo>
                    <a:pt x="16" y="61"/>
                  </a:lnTo>
                  <a:lnTo>
                    <a:pt x="22" y="45"/>
                  </a:lnTo>
                  <a:lnTo>
                    <a:pt x="27" y="31"/>
                  </a:lnTo>
                  <a:lnTo>
                    <a:pt x="33" y="19"/>
                  </a:lnTo>
                  <a:lnTo>
                    <a:pt x="40" y="12"/>
                  </a:lnTo>
                  <a:lnTo>
                    <a:pt x="45" y="7"/>
                  </a:lnTo>
                  <a:lnTo>
                    <a:pt x="53" y="5"/>
                  </a:lnTo>
                  <a:lnTo>
                    <a:pt x="53" y="0"/>
                  </a:lnTo>
                  <a:close/>
                </a:path>
              </a:pathLst>
            </a:custGeom>
            <a:solidFill>
              <a:srgbClr val="9F9F9F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160" name="Google Shape;160;p1"/>
            <p:cNvSpPr/>
            <p:nvPr/>
          </p:nvSpPr>
          <p:spPr>
            <a:xfrm>
              <a:off x="4074" y="3307"/>
              <a:ext cx="45" cy="114"/>
            </a:xfrm>
            <a:custGeom>
              <a:avLst/>
              <a:gdLst/>
              <a:ahLst/>
              <a:cxnLst/>
              <a:rect l="l" t="t" r="r" b="b"/>
              <a:pathLst>
                <a:path w="51" h="193" extrusionOk="0">
                  <a:moveTo>
                    <a:pt x="51" y="0"/>
                  </a:moveTo>
                  <a:lnTo>
                    <a:pt x="43" y="2"/>
                  </a:lnTo>
                  <a:lnTo>
                    <a:pt x="38" y="7"/>
                  </a:lnTo>
                  <a:lnTo>
                    <a:pt x="31" y="14"/>
                  </a:lnTo>
                  <a:lnTo>
                    <a:pt x="25" y="26"/>
                  </a:lnTo>
                  <a:lnTo>
                    <a:pt x="20" y="40"/>
                  </a:lnTo>
                  <a:lnTo>
                    <a:pt x="14" y="56"/>
                  </a:lnTo>
                  <a:lnTo>
                    <a:pt x="11" y="75"/>
                  </a:lnTo>
                  <a:lnTo>
                    <a:pt x="7" y="96"/>
                  </a:lnTo>
                  <a:lnTo>
                    <a:pt x="4" y="118"/>
                  </a:lnTo>
                  <a:lnTo>
                    <a:pt x="2" y="142"/>
                  </a:lnTo>
                  <a:lnTo>
                    <a:pt x="0" y="167"/>
                  </a:lnTo>
                  <a:lnTo>
                    <a:pt x="0" y="193"/>
                  </a:lnTo>
                  <a:lnTo>
                    <a:pt x="2" y="193"/>
                  </a:lnTo>
                  <a:lnTo>
                    <a:pt x="2" y="168"/>
                  </a:lnTo>
                  <a:lnTo>
                    <a:pt x="4" y="144"/>
                  </a:lnTo>
                  <a:lnTo>
                    <a:pt x="5" y="120"/>
                  </a:lnTo>
                  <a:lnTo>
                    <a:pt x="7" y="99"/>
                  </a:lnTo>
                  <a:lnTo>
                    <a:pt x="11" y="78"/>
                  </a:lnTo>
                  <a:lnTo>
                    <a:pt x="16" y="59"/>
                  </a:lnTo>
                  <a:lnTo>
                    <a:pt x="20" y="44"/>
                  </a:lnTo>
                  <a:lnTo>
                    <a:pt x="25" y="30"/>
                  </a:lnTo>
                  <a:lnTo>
                    <a:pt x="31" y="19"/>
                  </a:lnTo>
                  <a:lnTo>
                    <a:pt x="38" y="12"/>
                  </a:lnTo>
                  <a:lnTo>
                    <a:pt x="43" y="7"/>
                  </a:lnTo>
                  <a:lnTo>
                    <a:pt x="51" y="5"/>
                  </a:lnTo>
                  <a:lnTo>
                    <a:pt x="51" y="0"/>
                  </a:lnTo>
                  <a:close/>
                </a:path>
              </a:pathLst>
            </a:custGeom>
            <a:solidFill>
              <a:srgbClr val="A1A1A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161" name="Google Shape;161;p1"/>
            <p:cNvSpPr/>
            <p:nvPr/>
          </p:nvSpPr>
          <p:spPr>
            <a:xfrm>
              <a:off x="4075" y="3309"/>
              <a:ext cx="44" cy="112"/>
            </a:xfrm>
            <a:custGeom>
              <a:avLst/>
              <a:gdLst/>
              <a:ahLst/>
              <a:cxnLst/>
              <a:rect l="l" t="t" r="r" b="b"/>
              <a:pathLst>
                <a:path w="49" h="188" extrusionOk="0">
                  <a:moveTo>
                    <a:pt x="49" y="0"/>
                  </a:moveTo>
                  <a:lnTo>
                    <a:pt x="41" y="2"/>
                  </a:lnTo>
                  <a:lnTo>
                    <a:pt x="36" y="7"/>
                  </a:lnTo>
                  <a:lnTo>
                    <a:pt x="29" y="14"/>
                  </a:lnTo>
                  <a:lnTo>
                    <a:pt x="23" y="25"/>
                  </a:lnTo>
                  <a:lnTo>
                    <a:pt x="18" y="39"/>
                  </a:lnTo>
                  <a:lnTo>
                    <a:pt x="14" y="54"/>
                  </a:lnTo>
                  <a:lnTo>
                    <a:pt x="9" y="73"/>
                  </a:lnTo>
                  <a:lnTo>
                    <a:pt x="5" y="94"/>
                  </a:lnTo>
                  <a:lnTo>
                    <a:pt x="3" y="115"/>
                  </a:lnTo>
                  <a:lnTo>
                    <a:pt x="2" y="139"/>
                  </a:lnTo>
                  <a:lnTo>
                    <a:pt x="0" y="163"/>
                  </a:lnTo>
                  <a:lnTo>
                    <a:pt x="0" y="188"/>
                  </a:lnTo>
                  <a:lnTo>
                    <a:pt x="2" y="188"/>
                  </a:lnTo>
                  <a:lnTo>
                    <a:pt x="2" y="163"/>
                  </a:lnTo>
                  <a:lnTo>
                    <a:pt x="2" y="141"/>
                  </a:lnTo>
                  <a:lnTo>
                    <a:pt x="5" y="118"/>
                  </a:lnTo>
                  <a:lnTo>
                    <a:pt x="7" y="96"/>
                  </a:lnTo>
                  <a:lnTo>
                    <a:pt x="11" y="77"/>
                  </a:lnTo>
                  <a:lnTo>
                    <a:pt x="14" y="59"/>
                  </a:lnTo>
                  <a:lnTo>
                    <a:pt x="20" y="44"/>
                  </a:lnTo>
                  <a:lnTo>
                    <a:pt x="25" y="30"/>
                  </a:lnTo>
                  <a:lnTo>
                    <a:pt x="30" y="19"/>
                  </a:lnTo>
                  <a:lnTo>
                    <a:pt x="36" y="11"/>
                  </a:lnTo>
                  <a:lnTo>
                    <a:pt x="41" y="7"/>
                  </a:lnTo>
                  <a:lnTo>
                    <a:pt x="49" y="6"/>
                  </a:lnTo>
                  <a:lnTo>
                    <a:pt x="49" y="0"/>
                  </a:lnTo>
                  <a:close/>
                </a:path>
              </a:pathLst>
            </a:custGeom>
            <a:solidFill>
              <a:srgbClr val="A3A3A3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162" name="Google Shape;162;p1"/>
            <p:cNvSpPr/>
            <p:nvPr/>
          </p:nvSpPr>
          <p:spPr>
            <a:xfrm>
              <a:off x="4077" y="3313"/>
              <a:ext cx="42" cy="108"/>
            </a:xfrm>
            <a:custGeom>
              <a:avLst/>
              <a:gdLst/>
              <a:ahLst/>
              <a:cxnLst/>
              <a:rect l="l" t="t" r="r" b="b"/>
              <a:pathLst>
                <a:path w="47" h="182" extrusionOk="0">
                  <a:moveTo>
                    <a:pt x="47" y="0"/>
                  </a:moveTo>
                  <a:lnTo>
                    <a:pt x="39" y="1"/>
                  </a:lnTo>
                  <a:lnTo>
                    <a:pt x="34" y="5"/>
                  </a:lnTo>
                  <a:lnTo>
                    <a:pt x="28" y="13"/>
                  </a:lnTo>
                  <a:lnTo>
                    <a:pt x="23" y="24"/>
                  </a:lnTo>
                  <a:lnTo>
                    <a:pt x="18" y="38"/>
                  </a:lnTo>
                  <a:lnTo>
                    <a:pt x="12" y="53"/>
                  </a:lnTo>
                  <a:lnTo>
                    <a:pt x="9" y="71"/>
                  </a:lnTo>
                  <a:lnTo>
                    <a:pt x="5" y="90"/>
                  </a:lnTo>
                  <a:lnTo>
                    <a:pt x="3" y="112"/>
                  </a:lnTo>
                  <a:lnTo>
                    <a:pt x="0" y="135"/>
                  </a:lnTo>
                  <a:lnTo>
                    <a:pt x="0" y="157"/>
                  </a:lnTo>
                  <a:lnTo>
                    <a:pt x="0" y="182"/>
                  </a:lnTo>
                  <a:lnTo>
                    <a:pt x="0" y="182"/>
                  </a:lnTo>
                  <a:lnTo>
                    <a:pt x="1" y="157"/>
                  </a:lnTo>
                  <a:lnTo>
                    <a:pt x="1" y="135"/>
                  </a:lnTo>
                  <a:lnTo>
                    <a:pt x="3" y="114"/>
                  </a:lnTo>
                  <a:lnTo>
                    <a:pt x="7" y="93"/>
                  </a:lnTo>
                  <a:lnTo>
                    <a:pt x="10" y="74"/>
                  </a:lnTo>
                  <a:lnTo>
                    <a:pt x="14" y="57"/>
                  </a:lnTo>
                  <a:lnTo>
                    <a:pt x="18" y="41"/>
                  </a:lnTo>
                  <a:lnTo>
                    <a:pt x="23" y="29"/>
                  </a:lnTo>
                  <a:lnTo>
                    <a:pt x="28" y="19"/>
                  </a:lnTo>
                  <a:lnTo>
                    <a:pt x="34" y="10"/>
                  </a:lnTo>
                  <a:lnTo>
                    <a:pt x="39" y="7"/>
                  </a:lnTo>
                  <a:lnTo>
                    <a:pt x="47" y="5"/>
                  </a:lnTo>
                  <a:lnTo>
                    <a:pt x="47" y="0"/>
                  </a:lnTo>
                  <a:close/>
                </a:path>
              </a:pathLst>
            </a:custGeom>
            <a:solidFill>
              <a:srgbClr val="A5A5A5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163" name="Google Shape;163;p1"/>
            <p:cNvSpPr/>
            <p:nvPr/>
          </p:nvSpPr>
          <p:spPr>
            <a:xfrm>
              <a:off x="4077" y="3315"/>
              <a:ext cx="42" cy="106"/>
            </a:xfrm>
            <a:custGeom>
              <a:avLst/>
              <a:gdLst/>
              <a:ahLst/>
              <a:cxnLst/>
              <a:rect l="l" t="t" r="r" b="b"/>
              <a:pathLst>
                <a:path w="47" h="177" extrusionOk="0">
                  <a:moveTo>
                    <a:pt x="47" y="0"/>
                  </a:moveTo>
                  <a:lnTo>
                    <a:pt x="39" y="2"/>
                  </a:lnTo>
                  <a:lnTo>
                    <a:pt x="34" y="5"/>
                  </a:lnTo>
                  <a:lnTo>
                    <a:pt x="28" y="14"/>
                  </a:lnTo>
                  <a:lnTo>
                    <a:pt x="23" y="24"/>
                  </a:lnTo>
                  <a:lnTo>
                    <a:pt x="18" y="36"/>
                  </a:lnTo>
                  <a:lnTo>
                    <a:pt x="14" y="52"/>
                  </a:lnTo>
                  <a:lnTo>
                    <a:pt x="10" y="69"/>
                  </a:lnTo>
                  <a:lnTo>
                    <a:pt x="7" y="88"/>
                  </a:lnTo>
                  <a:lnTo>
                    <a:pt x="3" y="109"/>
                  </a:lnTo>
                  <a:lnTo>
                    <a:pt x="1" y="130"/>
                  </a:lnTo>
                  <a:lnTo>
                    <a:pt x="1" y="152"/>
                  </a:lnTo>
                  <a:lnTo>
                    <a:pt x="0" y="177"/>
                  </a:lnTo>
                  <a:lnTo>
                    <a:pt x="1" y="177"/>
                  </a:lnTo>
                  <a:lnTo>
                    <a:pt x="1" y="154"/>
                  </a:lnTo>
                  <a:lnTo>
                    <a:pt x="3" y="132"/>
                  </a:lnTo>
                  <a:lnTo>
                    <a:pt x="5" y="111"/>
                  </a:lnTo>
                  <a:lnTo>
                    <a:pt x="7" y="90"/>
                  </a:lnTo>
                  <a:lnTo>
                    <a:pt x="10" y="73"/>
                  </a:lnTo>
                  <a:lnTo>
                    <a:pt x="14" y="55"/>
                  </a:lnTo>
                  <a:lnTo>
                    <a:pt x="19" y="40"/>
                  </a:lnTo>
                  <a:lnTo>
                    <a:pt x="23" y="28"/>
                  </a:lnTo>
                  <a:lnTo>
                    <a:pt x="28" y="17"/>
                  </a:lnTo>
                  <a:lnTo>
                    <a:pt x="34" y="10"/>
                  </a:lnTo>
                  <a:lnTo>
                    <a:pt x="41" y="7"/>
                  </a:lnTo>
                  <a:lnTo>
                    <a:pt x="47" y="5"/>
                  </a:lnTo>
                  <a:lnTo>
                    <a:pt x="47" y="0"/>
                  </a:lnTo>
                  <a:close/>
                </a:path>
              </a:pathLst>
            </a:custGeom>
            <a:solidFill>
              <a:srgbClr val="A8A8A8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164" name="Google Shape;164;p1"/>
            <p:cNvSpPr/>
            <p:nvPr/>
          </p:nvSpPr>
          <p:spPr>
            <a:xfrm>
              <a:off x="4079" y="3319"/>
              <a:ext cx="40" cy="102"/>
            </a:xfrm>
            <a:custGeom>
              <a:avLst/>
              <a:gdLst/>
              <a:ahLst/>
              <a:cxnLst/>
              <a:rect l="l" t="t" r="r" b="b"/>
              <a:pathLst>
                <a:path w="46" h="172" extrusionOk="0">
                  <a:moveTo>
                    <a:pt x="46" y="0"/>
                  </a:moveTo>
                  <a:lnTo>
                    <a:pt x="40" y="2"/>
                  </a:lnTo>
                  <a:lnTo>
                    <a:pt x="33" y="5"/>
                  </a:lnTo>
                  <a:lnTo>
                    <a:pt x="27" y="12"/>
                  </a:lnTo>
                  <a:lnTo>
                    <a:pt x="22" y="23"/>
                  </a:lnTo>
                  <a:lnTo>
                    <a:pt x="18" y="35"/>
                  </a:lnTo>
                  <a:lnTo>
                    <a:pt x="13" y="50"/>
                  </a:lnTo>
                  <a:lnTo>
                    <a:pt x="9" y="68"/>
                  </a:lnTo>
                  <a:lnTo>
                    <a:pt x="6" y="85"/>
                  </a:lnTo>
                  <a:lnTo>
                    <a:pt x="4" y="106"/>
                  </a:lnTo>
                  <a:lnTo>
                    <a:pt x="2" y="127"/>
                  </a:lnTo>
                  <a:lnTo>
                    <a:pt x="0" y="149"/>
                  </a:lnTo>
                  <a:lnTo>
                    <a:pt x="0" y="172"/>
                  </a:lnTo>
                  <a:lnTo>
                    <a:pt x="2" y="172"/>
                  </a:lnTo>
                  <a:lnTo>
                    <a:pt x="2" y="147"/>
                  </a:lnTo>
                  <a:lnTo>
                    <a:pt x="4" y="125"/>
                  </a:lnTo>
                  <a:lnTo>
                    <a:pt x="6" y="102"/>
                  </a:lnTo>
                  <a:lnTo>
                    <a:pt x="9" y="82"/>
                  </a:lnTo>
                  <a:lnTo>
                    <a:pt x="13" y="62"/>
                  </a:lnTo>
                  <a:lnTo>
                    <a:pt x="17" y="45"/>
                  </a:lnTo>
                  <a:lnTo>
                    <a:pt x="22" y="31"/>
                  </a:lnTo>
                  <a:lnTo>
                    <a:pt x="27" y="21"/>
                  </a:lnTo>
                  <a:lnTo>
                    <a:pt x="33" y="12"/>
                  </a:lnTo>
                  <a:lnTo>
                    <a:pt x="38" y="7"/>
                  </a:lnTo>
                  <a:lnTo>
                    <a:pt x="46" y="5"/>
                  </a:lnTo>
                  <a:lnTo>
                    <a:pt x="46" y="0"/>
                  </a:lnTo>
                  <a:close/>
                </a:path>
              </a:pathLst>
            </a:custGeom>
            <a:solidFill>
              <a:srgbClr val="AAAAAA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165" name="Google Shape;165;p1"/>
            <p:cNvSpPr/>
            <p:nvPr/>
          </p:nvSpPr>
          <p:spPr>
            <a:xfrm>
              <a:off x="4081" y="3323"/>
              <a:ext cx="38" cy="98"/>
            </a:xfrm>
            <a:custGeom>
              <a:avLst/>
              <a:gdLst/>
              <a:ahLst/>
              <a:cxnLst/>
              <a:rect l="l" t="t" r="r" b="b"/>
              <a:pathLst>
                <a:path w="44" h="167" extrusionOk="0">
                  <a:moveTo>
                    <a:pt x="44" y="0"/>
                  </a:moveTo>
                  <a:lnTo>
                    <a:pt x="36" y="2"/>
                  </a:lnTo>
                  <a:lnTo>
                    <a:pt x="31" y="7"/>
                  </a:lnTo>
                  <a:lnTo>
                    <a:pt x="25" y="16"/>
                  </a:lnTo>
                  <a:lnTo>
                    <a:pt x="20" y="26"/>
                  </a:lnTo>
                  <a:lnTo>
                    <a:pt x="15" y="40"/>
                  </a:lnTo>
                  <a:lnTo>
                    <a:pt x="11" y="57"/>
                  </a:lnTo>
                  <a:lnTo>
                    <a:pt x="7" y="77"/>
                  </a:lnTo>
                  <a:lnTo>
                    <a:pt x="4" y="97"/>
                  </a:lnTo>
                  <a:lnTo>
                    <a:pt x="2" y="120"/>
                  </a:lnTo>
                  <a:lnTo>
                    <a:pt x="0" y="142"/>
                  </a:lnTo>
                  <a:lnTo>
                    <a:pt x="0" y="167"/>
                  </a:lnTo>
                  <a:lnTo>
                    <a:pt x="2" y="167"/>
                  </a:lnTo>
                  <a:lnTo>
                    <a:pt x="2" y="142"/>
                  </a:lnTo>
                  <a:lnTo>
                    <a:pt x="2" y="122"/>
                  </a:lnTo>
                  <a:lnTo>
                    <a:pt x="6" y="99"/>
                  </a:lnTo>
                  <a:lnTo>
                    <a:pt x="7" y="80"/>
                  </a:lnTo>
                  <a:lnTo>
                    <a:pt x="11" y="61"/>
                  </a:lnTo>
                  <a:lnTo>
                    <a:pt x="16" y="45"/>
                  </a:lnTo>
                  <a:lnTo>
                    <a:pt x="20" y="31"/>
                  </a:lnTo>
                  <a:lnTo>
                    <a:pt x="25" y="19"/>
                  </a:lnTo>
                  <a:lnTo>
                    <a:pt x="31" y="12"/>
                  </a:lnTo>
                  <a:lnTo>
                    <a:pt x="36" y="7"/>
                  </a:lnTo>
                  <a:lnTo>
                    <a:pt x="44" y="5"/>
                  </a:lnTo>
                  <a:lnTo>
                    <a:pt x="44" y="0"/>
                  </a:lnTo>
                  <a:close/>
                </a:path>
              </a:pathLst>
            </a:custGeom>
            <a:solidFill>
              <a:srgbClr val="ACACAC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166" name="Google Shape;166;p1"/>
            <p:cNvSpPr/>
            <p:nvPr/>
          </p:nvSpPr>
          <p:spPr>
            <a:xfrm>
              <a:off x="4082" y="3325"/>
              <a:ext cx="37" cy="96"/>
            </a:xfrm>
            <a:custGeom>
              <a:avLst/>
              <a:gdLst/>
              <a:ahLst/>
              <a:cxnLst/>
              <a:rect l="l" t="t" r="r" b="b"/>
              <a:pathLst>
                <a:path w="42" h="162" extrusionOk="0">
                  <a:moveTo>
                    <a:pt x="42" y="0"/>
                  </a:moveTo>
                  <a:lnTo>
                    <a:pt x="34" y="2"/>
                  </a:lnTo>
                  <a:lnTo>
                    <a:pt x="29" y="7"/>
                  </a:lnTo>
                  <a:lnTo>
                    <a:pt x="23" y="14"/>
                  </a:lnTo>
                  <a:lnTo>
                    <a:pt x="18" y="26"/>
                  </a:lnTo>
                  <a:lnTo>
                    <a:pt x="14" y="40"/>
                  </a:lnTo>
                  <a:lnTo>
                    <a:pt x="9" y="56"/>
                  </a:lnTo>
                  <a:lnTo>
                    <a:pt x="5" y="75"/>
                  </a:lnTo>
                  <a:lnTo>
                    <a:pt x="4" y="94"/>
                  </a:lnTo>
                  <a:lnTo>
                    <a:pt x="0" y="117"/>
                  </a:lnTo>
                  <a:lnTo>
                    <a:pt x="0" y="137"/>
                  </a:lnTo>
                  <a:lnTo>
                    <a:pt x="0" y="162"/>
                  </a:lnTo>
                  <a:lnTo>
                    <a:pt x="0" y="162"/>
                  </a:lnTo>
                  <a:lnTo>
                    <a:pt x="2" y="139"/>
                  </a:lnTo>
                  <a:lnTo>
                    <a:pt x="2" y="117"/>
                  </a:lnTo>
                  <a:lnTo>
                    <a:pt x="4" y="96"/>
                  </a:lnTo>
                  <a:lnTo>
                    <a:pt x="7" y="77"/>
                  </a:lnTo>
                  <a:lnTo>
                    <a:pt x="11" y="59"/>
                  </a:lnTo>
                  <a:lnTo>
                    <a:pt x="14" y="44"/>
                  </a:lnTo>
                  <a:lnTo>
                    <a:pt x="20" y="30"/>
                  </a:lnTo>
                  <a:lnTo>
                    <a:pt x="23" y="20"/>
                  </a:lnTo>
                  <a:lnTo>
                    <a:pt x="29" y="13"/>
                  </a:lnTo>
                  <a:lnTo>
                    <a:pt x="36" y="7"/>
                  </a:lnTo>
                  <a:lnTo>
                    <a:pt x="42" y="6"/>
                  </a:lnTo>
                  <a:lnTo>
                    <a:pt x="42" y="0"/>
                  </a:lnTo>
                  <a:close/>
                </a:path>
              </a:pathLst>
            </a:custGeom>
            <a:solidFill>
              <a:srgbClr val="AFAFAF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167" name="Google Shape;167;p1"/>
            <p:cNvSpPr/>
            <p:nvPr/>
          </p:nvSpPr>
          <p:spPr>
            <a:xfrm>
              <a:off x="4082" y="3329"/>
              <a:ext cx="37" cy="92"/>
            </a:xfrm>
            <a:custGeom>
              <a:avLst/>
              <a:gdLst/>
              <a:ahLst/>
              <a:cxnLst/>
              <a:rect l="l" t="t" r="r" b="b"/>
              <a:pathLst>
                <a:path w="42" h="156" extrusionOk="0">
                  <a:moveTo>
                    <a:pt x="42" y="0"/>
                  </a:moveTo>
                  <a:lnTo>
                    <a:pt x="36" y="1"/>
                  </a:lnTo>
                  <a:lnTo>
                    <a:pt x="29" y="7"/>
                  </a:lnTo>
                  <a:lnTo>
                    <a:pt x="23" y="14"/>
                  </a:lnTo>
                  <a:lnTo>
                    <a:pt x="20" y="24"/>
                  </a:lnTo>
                  <a:lnTo>
                    <a:pt x="14" y="38"/>
                  </a:lnTo>
                  <a:lnTo>
                    <a:pt x="11" y="53"/>
                  </a:lnTo>
                  <a:lnTo>
                    <a:pt x="7" y="71"/>
                  </a:lnTo>
                  <a:lnTo>
                    <a:pt x="4" y="90"/>
                  </a:lnTo>
                  <a:lnTo>
                    <a:pt x="2" y="111"/>
                  </a:lnTo>
                  <a:lnTo>
                    <a:pt x="2" y="133"/>
                  </a:lnTo>
                  <a:lnTo>
                    <a:pt x="0" y="156"/>
                  </a:lnTo>
                  <a:lnTo>
                    <a:pt x="2" y="156"/>
                  </a:lnTo>
                  <a:lnTo>
                    <a:pt x="2" y="133"/>
                  </a:lnTo>
                  <a:lnTo>
                    <a:pt x="4" y="112"/>
                  </a:lnTo>
                  <a:lnTo>
                    <a:pt x="5" y="93"/>
                  </a:lnTo>
                  <a:lnTo>
                    <a:pt x="7" y="74"/>
                  </a:lnTo>
                  <a:lnTo>
                    <a:pt x="11" y="57"/>
                  </a:lnTo>
                  <a:lnTo>
                    <a:pt x="16" y="41"/>
                  </a:lnTo>
                  <a:lnTo>
                    <a:pt x="20" y="29"/>
                  </a:lnTo>
                  <a:lnTo>
                    <a:pt x="25" y="19"/>
                  </a:lnTo>
                  <a:lnTo>
                    <a:pt x="31" y="10"/>
                  </a:lnTo>
                  <a:lnTo>
                    <a:pt x="36" y="7"/>
                  </a:lnTo>
                  <a:lnTo>
                    <a:pt x="42" y="5"/>
                  </a:lnTo>
                  <a:lnTo>
                    <a:pt x="42" y="0"/>
                  </a:lnTo>
                  <a:close/>
                </a:path>
              </a:pathLst>
            </a:custGeom>
            <a:solidFill>
              <a:srgbClr val="B1B1B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168" name="Google Shape;168;p1"/>
            <p:cNvSpPr/>
            <p:nvPr/>
          </p:nvSpPr>
          <p:spPr>
            <a:xfrm>
              <a:off x="4084" y="3331"/>
              <a:ext cx="35" cy="90"/>
            </a:xfrm>
            <a:custGeom>
              <a:avLst/>
              <a:gdLst/>
              <a:ahLst/>
              <a:cxnLst/>
              <a:rect l="l" t="t" r="r" b="b"/>
              <a:pathLst>
                <a:path w="40" h="151" extrusionOk="0">
                  <a:moveTo>
                    <a:pt x="40" y="0"/>
                  </a:moveTo>
                  <a:lnTo>
                    <a:pt x="34" y="2"/>
                  </a:lnTo>
                  <a:lnTo>
                    <a:pt x="29" y="5"/>
                  </a:lnTo>
                  <a:lnTo>
                    <a:pt x="23" y="14"/>
                  </a:lnTo>
                  <a:lnTo>
                    <a:pt x="18" y="24"/>
                  </a:lnTo>
                  <a:lnTo>
                    <a:pt x="14" y="36"/>
                  </a:lnTo>
                  <a:lnTo>
                    <a:pt x="9" y="52"/>
                  </a:lnTo>
                  <a:lnTo>
                    <a:pt x="5" y="69"/>
                  </a:lnTo>
                  <a:lnTo>
                    <a:pt x="3" y="88"/>
                  </a:lnTo>
                  <a:lnTo>
                    <a:pt x="2" y="107"/>
                  </a:lnTo>
                  <a:lnTo>
                    <a:pt x="0" y="128"/>
                  </a:lnTo>
                  <a:lnTo>
                    <a:pt x="0" y="151"/>
                  </a:lnTo>
                  <a:lnTo>
                    <a:pt x="2" y="151"/>
                  </a:lnTo>
                  <a:lnTo>
                    <a:pt x="2" y="130"/>
                  </a:lnTo>
                  <a:lnTo>
                    <a:pt x="3" y="109"/>
                  </a:lnTo>
                  <a:lnTo>
                    <a:pt x="5" y="90"/>
                  </a:lnTo>
                  <a:lnTo>
                    <a:pt x="7" y="71"/>
                  </a:lnTo>
                  <a:lnTo>
                    <a:pt x="11" y="55"/>
                  </a:lnTo>
                  <a:lnTo>
                    <a:pt x="14" y="40"/>
                  </a:lnTo>
                  <a:lnTo>
                    <a:pt x="18" y="28"/>
                  </a:lnTo>
                  <a:lnTo>
                    <a:pt x="23" y="17"/>
                  </a:lnTo>
                  <a:lnTo>
                    <a:pt x="29" y="10"/>
                  </a:lnTo>
                  <a:lnTo>
                    <a:pt x="34" y="7"/>
                  </a:lnTo>
                  <a:lnTo>
                    <a:pt x="40" y="5"/>
                  </a:lnTo>
                  <a:lnTo>
                    <a:pt x="40" y="0"/>
                  </a:lnTo>
                  <a:close/>
                </a:path>
              </a:pathLst>
            </a:custGeom>
            <a:solidFill>
              <a:srgbClr val="B4B4B4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169" name="Google Shape;169;p1"/>
            <p:cNvSpPr/>
            <p:nvPr/>
          </p:nvSpPr>
          <p:spPr>
            <a:xfrm>
              <a:off x="4086" y="3335"/>
              <a:ext cx="33" cy="86"/>
            </a:xfrm>
            <a:custGeom>
              <a:avLst/>
              <a:gdLst/>
              <a:ahLst/>
              <a:cxnLst/>
              <a:rect l="l" t="t" r="r" b="b"/>
              <a:pathLst>
                <a:path w="38" h="146" extrusionOk="0">
                  <a:moveTo>
                    <a:pt x="38" y="0"/>
                  </a:moveTo>
                  <a:lnTo>
                    <a:pt x="32" y="2"/>
                  </a:lnTo>
                  <a:lnTo>
                    <a:pt x="27" y="5"/>
                  </a:lnTo>
                  <a:lnTo>
                    <a:pt x="21" y="12"/>
                  </a:lnTo>
                  <a:lnTo>
                    <a:pt x="16" y="23"/>
                  </a:lnTo>
                  <a:lnTo>
                    <a:pt x="12" y="35"/>
                  </a:lnTo>
                  <a:lnTo>
                    <a:pt x="9" y="50"/>
                  </a:lnTo>
                  <a:lnTo>
                    <a:pt x="5" y="66"/>
                  </a:lnTo>
                  <a:lnTo>
                    <a:pt x="3" y="85"/>
                  </a:lnTo>
                  <a:lnTo>
                    <a:pt x="1" y="104"/>
                  </a:lnTo>
                  <a:lnTo>
                    <a:pt x="0" y="125"/>
                  </a:lnTo>
                  <a:lnTo>
                    <a:pt x="0" y="146"/>
                  </a:lnTo>
                  <a:lnTo>
                    <a:pt x="1" y="146"/>
                  </a:lnTo>
                  <a:lnTo>
                    <a:pt x="1" y="123"/>
                  </a:lnTo>
                  <a:lnTo>
                    <a:pt x="3" y="102"/>
                  </a:lnTo>
                  <a:lnTo>
                    <a:pt x="5" y="82"/>
                  </a:lnTo>
                  <a:lnTo>
                    <a:pt x="7" y="63"/>
                  </a:lnTo>
                  <a:lnTo>
                    <a:pt x="10" y="47"/>
                  </a:lnTo>
                  <a:lnTo>
                    <a:pt x="16" y="31"/>
                  </a:lnTo>
                  <a:lnTo>
                    <a:pt x="21" y="21"/>
                  </a:lnTo>
                  <a:lnTo>
                    <a:pt x="25" y="12"/>
                  </a:lnTo>
                  <a:lnTo>
                    <a:pt x="32" y="7"/>
                  </a:lnTo>
                  <a:lnTo>
                    <a:pt x="38" y="5"/>
                  </a:lnTo>
                  <a:lnTo>
                    <a:pt x="38" y="0"/>
                  </a:lnTo>
                  <a:close/>
                </a:path>
              </a:pathLst>
            </a:custGeom>
            <a:solidFill>
              <a:srgbClr val="B7B7B7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170" name="Google Shape;170;p1"/>
            <p:cNvSpPr/>
            <p:nvPr/>
          </p:nvSpPr>
          <p:spPr>
            <a:xfrm>
              <a:off x="4088" y="3338"/>
              <a:ext cx="31" cy="83"/>
            </a:xfrm>
            <a:custGeom>
              <a:avLst/>
              <a:gdLst/>
              <a:ahLst/>
              <a:cxnLst/>
              <a:rect l="l" t="t" r="r" b="b"/>
              <a:pathLst>
                <a:path w="37" h="141" extrusionOk="0">
                  <a:moveTo>
                    <a:pt x="37" y="0"/>
                  </a:moveTo>
                  <a:lnTo>
                    <a:pt x="31" y="2"/>
                  </a:lnTo>
                  <a:lnTo>
                    <a:pt x="24" y="7"/>
                  </a:lnTo>
                  <a:lnTo>
                    <a:pt x="20" y="16"/>
                  </a:lnTo>
                  <a:lnTo>
                    <a:pt x="15" y="26"/>
                  </a:lnTo>
                  <a:lnTo>
                    <a:pt x="9" y="42"/>
                  </a:lnTo>
                  <a:lnTo>
                    <a:pt x="6" y="58"/>
                  </a:lnTo>
                  <a:lnTo>
                    <a:pt x="4" y="77"/>
                  </a:lnTo>
                  <a:lnTo>
                    <a:pt x="2" y="97"/>
                  </a:lnTo>
                  <a:lnTo>
                    <a:pt x="0" y="118"/>
                  </a:lnTo>
                  <a:lnTo>
                    <a:pt x="0" y="141"/>
                  </a:lnTo>
                  <a:lnTo>
                    <a:pt x="0" y="141"/>
                  </a:lnTo>
                  <a:lnTo>
                    <a:pt x="2" y="118"/>
                  </a:lnTo>
                  <a:lnTo>
                    <a:pt x="2" y="99"/>
                  </a:lnTo>
                  <a:lnTo>
                    <a:pt x="4" y="78"/>
                  </a:lnTo>
                  <a:lnTo>
                    <a:pt x="8" y="61"/>
                  </a:lnTo>
                  <a:lnTo>
                    <a:pt x="11" y="45"/>
                  </a:lnTo>
                  <a:lnTo>
                    <a:pt x="15" y="31"/>
                  </a:lnTo>
                  <a:lnTo>
                    <a:pt x="20" y="19"/>
                  </a:lnTo>
                  <a:lnTo>
                    <a:pt x="26" y="12"/>
                  </a:lnTo>
                  <a:lnTo>
                    <a:pt x="31" y="7"/>
                  </a:lnTo>
                  <a:lnTo>
                    <a:pt x="37" y="5"/>
                  </a:lnTo>
                  <a:lnTo>
                    <a:pt x="37" y="0"/>
                  </a:lnTo>
                  <a:close/>
                </a:path>
              </a:pathLst>
            </a:custGeom>
            <a:solidFill>
              <a:srgbClr val="BABABA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171" name="Google Shape;171;p1"/>
            <p:cNvSpPr/>
            <p:nvPr/>
          </p:nvSpPr>
          <p:spPr>
            <a:xfrm>
              <a:off x="4088" y="3340"/>
              <a:ext cx="31" cy="81"/>
            </a:xfrm>
            <a:custGeom>
              <a:avLst/>
              <a:gdLst/>
              <a:ahLst/>
              <a:cxnLst/>
              <a:rect l="l" t="t" r="r" b="b"/>
              <a:pathLst>
                <a:path w="37" h="136" extrusionOk="0">
                  <a:moveTo>
                    <a:pt x="37" y="0"/>
                  </a:moveTo>
                  <a:lnTo>
                    <a:pt x="31" y="2"/>
                  </a:lnTo>
                  <a:lnTo>
                    <a:pt x="26" y="7"/>
                  </a:lnTo>
                  <a:lnTo>
                    <a:pt x="20" y="14"/>
                  </a:lnTo>
                  <a:lnTo>
                    <a:pt x="15" y="26"/>
                  </a:lnTo>
                  <a:lnTo>
                    <a:pt x="11" y="40"/>
                  </a:lnTo>
                  <a:lnTo>
                    <a:pt x="8" y="56"/>
                  </a:lnTo>
                  <a:lnTo>
                    <a:pt x="4" y="73"/>
                  </a:lnTo>
                  <a:lnTo>
                    <a:pt x="2" y="94"/>
                  </a:lnTo>
                  <a:lnTo>
                    <a:pt x="2" y="113"/>
                  </a:lnTo>
                  <a:lnTo>
                    <a:pt x="0" y="136"/>
                  </a:lnTo>
                  <a:lnTo>
                    <a:pt x="2" y="136"/>
                  </a:lnTo>
                  <a:lnTo>
                    <a:pt x="2" y="115"/>
                  </a:lnTo>
                  <a:lnTo>
                    <a:pt x="4" y="96"/>
                  </a:lnTo>
                  <a:lnTo>
                    <a:pt x="6" y="77"/>
                  </a:lnTo>
                  <a:lnTo>
                    <a:pt x="9" y="59"/>
                  </a:lnTo>
                  <a:lnTo>
                    <a:pt x="13" y="44"/>
                  </a:lnTo>
                  <a:lnTo>
                    <a:pt x="17" y="30"/>
                  </a:lnTo>
                  <a:lnTo>
                    <a:pt x="20" y="20"/>
                  </a:lnTo>
                  <a:lnTo>
                    <a:pt x="26" y="13"/>
                  </a:lnTo>
                  <a:lnTo>
                    <a:pt x="31" y="7"/>
                  </a:lnTo>
                  <a:lnTo>
                    <a:pt x="37" y="6"/>
                  </a:lnTo>
                  <a:lnTo>
                    <a:pt x="37" y="0"/>
                  </a:lnTo>
                  <a:close/>
                </a:path>
              </a:pathLst>
            </a:custGeom>
            <a:solidFill>
              <a:srgbClr val="BDBDBD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172" name="Google Shape;172;p1"/>
            <p:cNvSpPr/>
            <p:nvPr/>
          </p:nvSpPr>
          <p:spPr>
            <a:xfrm>
              <a:off x="4089" y="3344"/>
              <a:ext cx="30" cy="77"/>
            </a:xfrm>
            <a:custGeom>
              <a:avLst/>
              <a:gdLst/>
              <a:ahLst/>
              <a:cxnLst/>
              <a:rect l="l" t="t" r="r" b="b"/>
              <a:pathLst>
                <a:path w="35" h="130" extrusionOk="0">
                  <a:moveTo>
                    <a:pt x="35" y="0"/>
                  </a:moveTo>
                  <a:lnTo>
                    <a:pt x="29" y="1"/>
                  </a:lnTo>
                  <a:lnTo>
                    <a:pt x="24" y="7"/>
                  </a:lnTo>
                  <a:lnTo>
                    <a:pt x="18" y="14"/>
                  </a:lnTo>
                  <a:lnTo>
                    <a:pt x="15" y="24"/>
                  </a:lnTo>
                  <a:lnTo>
                    <a:pt x="11" y="38"/>
                  </a:lnTo>
                  <a:lnTo>
                    <a:pt x="7" y="53"/>
                  </a:lnTo>
                  <a:lnTo>
                    <a:pt x="4" y="71"/>
                  </a:lnTo>
                  <a:lnTo>
                    <a:pt x="2" y="90"/>
                  </a:lnTo>
                  <a:lnTo>
                    <a:pt x="0" y="109"/>
                  </a:lnTo>
                  <a:lnTo>
                    <a:pt x="0" y="130"/>
                  </a:lnTo>
                  <a:lnTo>
                    <a:pt x="2" y="130"/>
                  </a:lnTo>
                  <a:lnTo>
                    <a:pt x="2" y="109"/>
                  </a:lnTo>
                  <a:lnTo>
                    <a:pt x="4" y="90"/>
                  </a:lnTo>
                  <a:lnTo>
                    <a:pt x="6" y="73"/>
                  </a:lnTo>
                  <a:lnTo>
                    <a:pt x="7" y="55"/>
                  </a:lnTo>
                  <a:lnTo>
                    <a:pt x="11" y="41"/>
                  </a:lnTo>
                  <a:lnTo>
                    <a:pt x="15" y="29"/>
                  </a:lnTo>
                  <a:lnTo>
                    <a:pt x="20" y="19"/>
                  </a:lnTo>
                  <a:lnTo>
                    <a:pt x="24" y="10"/>
                  </a:lnTo>
                  <a:lnTo>
                    <a:pt x="29" y="7"/>
                  </a:lnTo>
                  <a:lnTo>
                    <a:pt x="35" y="5"/>
                  </a:lnTo>
                  <a:lnTo>
                    <a:pt x="35" y="0"/>
                  </a:lnTo>
                  <a:close/>
                </a:path>
              </a:pathLst>
            </a:custGeom>
            <a:solidFill>
              <a:srgbClr val="C0C0C0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173" name="Google Shape;173;p1"/>
            <p:cNvSpPr/>
            <p:nvPr/>
          </p:nvSpPr>
          <p:spPr>
            <a:xfrm>
              <a:off x="4091" y="3346"/>
              <a:ext cx="28" cy="75"/>
            </a:xfrm>
            <a:custGeom>
              <a:avLst/>
              <a:gdLst/>
              <a:ahLst/>
              <a:cxnLst/>
              <a:rect l="l" t="t" r="r" b="b"/>
              <a:pathLst>
                <a:path w="33" h="125" extrusionOk="0">
                  <a:moveTo>
                    <a:pt x="33" y="0"/>
                  </a:moveTo>
                  <a:lnTo>
                    <a:pt x="27" y="2"/>
                  </a:lnTo>
                  <a:lnTo>
                    <a:pt x="22" y="5"/>
                  </a:lnTo>
                  <a:lnTo>
                    <a:pt x="18" y="14"/>
                  </a:lnTo>
                  <a:lnTo>
                    <a:pt x="13" y="24"/>
                  </a:lnTo>
                  <a:lnTo>
                    <a:pt x="9" y="36"/>
                  </a:lnTo>
                  <a:lnTo>
                    <a:pt x="5" y="50"/>
                  </a:lnTo>
                  <a:lnTo>
                    <a:pt x="4" y="68"/>
                  </a:lnTo>
                  <a:lnTo>
                    <a:pt x="2" y="85"/>
                  </a:lnTo>
                  <a:lnTo>
                    <a:pt x="0" y="104"/>
                  </a:lnTo>
                  <a:lnTo>
                    <a:pt x="0" y="125"/>
                  </a:lnTo>
                  <a:lnTo>
                    <a:pt x="2" y="125"/>
                  </a:lnTo>
                  <a:lnTo>
                    <a:pt x="2" y="106"/>
                  </a:lnTo>
                  <a:lnTo>
                    <a:pt x="2" y="87"/>
                  </a:lnTo>
                  <a:lnTo>
                    <a:pt x="4" y="69"/>
                  </a:lnTo>
                  <a:lnTo>
                    <a:pt x="7" y="54"/>
                  </a:lnTo>
                  <a:lnTo>
                    <a:pt x="11" y="40"/>
                  </a:lnTo>
                  <a:lnTo>
                    <a:pt x="14" y="28"/>
                  </a:lnTo>
                  <a:lnTo>
                    <a:pt x="18" y="17"/>
                  </a:lnTo>
                  <a:lnTo>
                    <a:pt x="22" y="10"/>
                  </a:lnTo>
                  <a:lnTo>
                    <a:pt x="27" y="7"/>
                  </a:lnTo>
                  <a:lnTo>
                    <a:pt x="33" y="5"/>
                  </a:lnTo>
                  <a:lnTo>
                    <a:pt x="33" y="0"/>
                  </a:lnTo>
                  <a:close/>
                </a:path>
              </a:pathLst>
            </a:custGeom>
            <a:solidFill>
              <a:srgbClr val="C3C3C3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174" name="Google Shape;174;p1"/>
            <p:cNvSpPr/>
            <p:nvPr/>
          </p:nvSpPr>
          <p:spPr>
            <a:xfrm>
              <a:off x="4091" y="3350"/>
              <a:ext cx="28" cy="71"/>
            </a:xfrm>
            <a:custGeom>
              <a:avLst/>
              <a:gdLst/>
              <a:ahLst/>
              <a:cxnLst/>
              <a:rect l="l" t="t" r="r" b="b"/>
              <a:pathLst>
                <a:path w="31" h="120" extrusionOk="0">
                  <a:moveTo>
                    <a:pt x="31" y="0"/>
                  </a:moveTo>
                  <a:lnTo>
                    <a:pt x="25" y="2"/>
                  </a:lnTo>
                  <a:lnTo>
                    <a:pt x="20" y="5"/>
                  </a:lnTo>
                  <a:lnTo>
                    <a:pt x="16" y="12"/>
                  </a:lnTo>
                  <a:lnTo>
                    <a:pt x="12" y="23"/>
                  </a:lnTo>
                  <a:lnTo>
                    <a:pt x="9" y="35"/>
                  </a:lnTo>
                  <a:lnTo>
                    <a:pt x="5" y="49"/>
                  </a:lnTo>
                  <a:lnTo>
                    <a:pt x="2" y="64"/>
                  </a:lnTo>
                  <a:lnTo>
                    <a:pt x="0" y="82"/>
                  </a:lnTo>
                  <a:lnTo>
                    <a:pt x="0" y="101"/>
                  </a:lnTo>
                  <a:lnTo>
                    <a:pt x="0" y="120"/>
                  </a:lnTo>
                  <a:lnTo>
                    <a:pt x="0" y="120"/>
                  </a:lnTo>
                  <a:lnTo>
                    <a:pt x="0" y="101"/>
                  </a:lnTo>
                  <a:lnTo>
                    <a:pt x="2" y="83"/>
                  </a:lnTo>
                  <a:lnTo>
                    <a:pt x="3" y="68"/>
                  </a:lnTo>
                  <a:lnTo>
                    <a:pt x="5" y="52"/>
                  </a:lnTo>
                  <a:lnTo>
                    <a:pt x="9" y="38"/>
                  </a:lnTo>
                  <a:lnTo>
                    <a:pt x="12" y="26"/>
                  </a:lnTo>
                  <a:lnTo>
                    <a:pt x="16" y="17"/>
                  </a:lnTo>
                  <a:lnTo>
                    <a:pt x="22" y="10"/>
                  </a:lnTo>
                  <a:lnTo>
                    <a:pt x="25" y="7"/>
                  </a:lnTo>
                  <a:lnTo>
                    <a:pt x="31" y="5"/>
                  </a:lnTo>
                  <a:lnTo>
                    <a:pt x="31" y="0"/>
                  </a:lnTo>
                  <a:close/>
                </a:path>
              </a:pathLst>
            </a:custGeom>
            <a:solidFill>
              <a:srgbClr val="C7C7C7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175" name="Google Shape;175;p1"/>
            <p:cNvSpPr/>
            <p:nvPr/>
          </p:nvSpPr>
          <p:spPr>
            <a:xfrm>
              <a:off x="4091" y="3354"/>
              <a:ext cx="28" cy="67"/>
            </a:xfrm>
            <a:custGeom>
              <a:avLst/>
              <a:gdLst/>
              <a:ahLst/>
              <a:cxnLst/>
              <a:rect l="l" t="t" r="r" b="b"/>
              <a:pathLst>
                <a:path w="31" h="115" extrusionOk="0">
                  <a:moveTo>
                    <a:pt x="31" y="0"/>
                  </a:moveTo>
                  <a:lnTo>
                    <a:pt x="25" y="2"/>
                  </a:lnTo>
                  <a:lnTo>
                    <a:pt x="22" y="5"/>
                  </a:lnTo>
                  <a:lnTo>
                    <a:pt x="16" y="12"/>
                  </a:lnTo>
                  <a:lnTo>
                    <a:pt x="12" y="21"/>
                  </a:lnTo>
                  <a:lnTo>
                    <a:pt x="9" y="33"/>
                  </a:lnTo>
                  <a:lnTo>
                    <a:pt x="5" y="47"/>
                  </a:lnTo>
                  <a:lnTo>
                    <a:pt x="3" y="63"/>
                  </a:lnTo>
                  <a:lnTo>
                    <a:pt x="2" y="78"/>
                  </a:lnTo>
                  <a:lnTo>
                    <a:pt x="0" y="96"/>
                  </a:lnTo>
                  <a:lnTo>
                    <a:pt x="0" y="115"/>
                  </a:lnTo>
                  <a:lnTo>
                    <a:pt x="2" y="115"/>
                  </a:lnTo>
                  <a:lnTo>
                    <a:pt x="2" y="96"/>
                  </a:lnTo>
                  <a:lnTo>
                    <a:pt x="3" y="77"/>
                  </a:lnTo>
                  <a:lnTo>
                    <a:pt x="5" y="59"/>
                  </a:lnTo>
                  <a:lnTo>
                    <a:pt x="9" y="44"/>
                  </a:lnTo>
                  <a:lnTo>
                    <a:pt x="12" y="32"/>
                  </a:lnTo>
                  <a:lnTo>
                    <a:pt x="16" y="19"/>
                  </a:lnTo>
                  <a:lnTo>
                    <a:pt x="20" y="12"/>
                  </a:lnTo>
                  <a:lnTo>
                    <a:pt x="25" y="7"/>
                  </a:lnTo>
                  <a:lnTo>
                    <a:pt x="31" y="5"/>
                  </a:lnTo>
                  <a:lnTo>
                    <a:pt x="31" y="0"/>
                  </a:lnTo>
                  <a:close/>
                </a:path>
              </a:pathLst>
            </a:custGeom>
            <a:solidFill>
              <a:srgbClr val="CACACA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176" name="Google Shape;176;p1"/>
            <p:cNvSpPr/>
            <p:nvPr/>
          </p:nvSpPr>
          <p:spPr>
            <a:xfrm>
              <a:off x="4093" y="3356"/>
              <a:ext cx="26" cy="65"/>
            </a:xfrm>
            <a:custGeom>
              <a:avLst/>
              <a:gdLst/>
              <a:ahLst/>
              <a:cxnLst/>
              <a:rect l="l" t="t" r="r" b="b"/>
              <a:pathLst>
                <a:path w="29" h="110" extrusionOk="0">
                  <a:moveTo>
                    <a:pt x="29" y="0"/>
                  </a:moveTo>
                  <a:lnTo>
                    <a:pt x="23" y="2"/>
                  </a:lnTo>
                  <a:lnTo>
                    <a:pt x="18" y="7"/>
                  </a:lnTo>
                  <a:lnTo>
                    <a:pt x="14" y="14"/>
                  </a:lnTo>
                  <a:lnTo>
                    <a:pt x="10" y="27"/>
                  </a:lnTo>
                  <a:lnTo>
                    <a:pt x="7" y="39"/>
                  </a:lnTo>
                  <a:lnTo>
                    <a:pt x="3" y="54"/>
                  </a:lnTo>
                  <a:lnTo>
                    <a:pt x="1" y="72"/>
                  </a:lnTo>
                  <a:lnTo>
                    <a:pt x="0" y="91"/>
                  </a:lnTo>
                  <a:lnTo>
                    <a:pt x="0" y="110"/>
                  </a:lnTo>
                  <a:lnTo>
                    <a:pt x="1" y="110"/>
                  </a:lnTo>
                  <a:lnTo>
                    <a:pt x="1" y="91"/>
                  </a:lnTo>
                  <a:lnTo>
                    <a:pt x="3" y="73"/>
                  </a:lnTo>
                  <a:lnTo>
                    <a:pt x="5" y="58"/>
                  </a:lnTo>
                  <a:lnTo>
                    <a:pt x="7" y="42"/>
                  </a:lnTo>
                  <a:lnTo>
                    <a:pt x="10" y="30"/>
                  </a:lnTo>
                  <a:lnTo>
                    <a:pt x="14" y="20"/>
                  </a:lnTo>
                  <a:lnTo>
                    <a:pt x="20" y="11"/>
                  </a:lnTo>
                  <a:lnTo>
                    <a:pt x="23" y="7"/>
                  </a:lnTo>
                  <a:lnTo>
                    <a:pt x="29" y="6"/>
                  </a:lnTo>
                  <a:lnTo>
                    <a:pt x="29" y="0"/>
                  </a:lnTo>
                  <a:close/>
                </a:path>
              </a:pathLst>
            </a:custGeom>
            <a:solidFill>
              <a:srgbClr val="CDCDCD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177" name="Google Shape;177;p1"/>
            <p:cNvSpPr/>
            <p:nvPr/>
          </p:nvSpPr>
          <p:spPr>
            <a:xfrm>
              <a:off x="4095" y="3360"/>
              <a:ext cx="24" cy="61"/>
            </a:xfrm>
            <a:custGeom>
              <a:avLst/>
              <a:gdLst/>
              <a:ahLst/>
              <a:cxnLst/>
              <a:rect l="l" t="t" r="r" b="b"/>
              <a:pathLst>
                <a:path w="28" h="104" extrusionOk="0">
                  <a:moveTo>
                    <a:pt x="28" y="0"/>
                  </a:moveTo>
                  <a:lnTo>
                    <a:pt x="22" y="1"/>
                  </a:lnTo>
                  <a:lnTo>
                    <a:pt x="19" y="5"/>
                  </a:lnTo>
                  <a:lnTo>
                    <a:pt x="13" y="14"/>
                  </a:lnTo>
                  <a:lnTo>
                    <a:pt x="9" y="24"/>
                  </a:lnTo>
                  <a:lnTo>
                    <a:pt x="6" y="36"/>
                  </a:lnTo>
                  <a:lnTo>
                    <a:pt x="4" y="52"/>
                  </a:lnTo>
                  <a:lnTo>
                    <a:pt x="2" y="67"/>
                  </a:lnTo>
                  <a:lnTo>
                    <a:pt x="0" y="85"/>
                  </a:lnTo>
                  <a:lnTo>
                    <a:pt x="0" y="104"/>
                  </a:lnTo>
                  <a:lnTo>
                    <a:pt x="2" y="104"/>
                  </a:lnTo>
                  <a:lnTo>
                    <a:pt x="2" y="86"/>
                  </a:lnTo>
                  <a:lnTo>
                    <a:pt x="2" y="69"/>
                  </a:lnTo>
                  <a:lnTo>
                    <a:pt x="4" y="53"/>
                  </a:lnTo>
                  <a:lnTo>
                    <a:pt x="8" y="40"/>
                  </a:lnTo>
                  <a:lnTo>
                    <a:pt x="11" y="27"/>
                  </a:lnTo>
                  <a:lnTo>
                    <a:pt x="15" y="17"/>
                  </a:lnTo>
                  <a:lnTo>
                    <a:pt x="19" y="10"/>
                  </a:lnTo>
                  <a:lnTo>
                    <a:pt x="22" y="7"/>
                  </a:lnTo>
                  <a:lnTo>
                    <a:pt x="28" y="5"/>
                  </a:lnTo>
                  <a:lnTo>
                    <a:pt x="28" y="0"/>
                  </a:lnTo>
                  <a:close/>
                </a:path>
              </a:pathLst>
            </a:custGeom>
            <a:solidFill>
              <a:srgbClr val="CFCFCF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178" name="Google Shape;178;p1"/>
            <p:cNvSpPr/>
            <p:nvPr/>
          </p:nvSpPr>
          <p:spPr>
            <a:xfrm>
              <a:off x="4096" y="3362"/>
              <a:ext cx="23" cy="59"/>
            </a:xfrm>
            <a:custGeom>
              <a:avLst/>
              <a:gdLst/>
              <a:ahLst/>
              <a:cxnLst/>
              <a:rect l="l" t="t" r="r" b="b"/>
              <a:pathLst>
                <a:path w="26" h="99" extrusionOk="0">
                  <a:moveTo>
                    <a:pt x="26" y="0"/>
                  </a:moveTo>
                  <a:lnTo>
                    <a:pt x="20" y="2"/>
                  </a:lnTo>
                  <a:lnTo>
                    <a:pt x="17" y="5"/>
                  </a:lnTo>
                  <a:lnTo>
                    <a:pt x="13" y="12"/>
                  </a:lnTo>
                  <a:lnTo>
                    <a:pt x="9" y="22"/>
                  </a:lnTo>
                  <a:lnTo>
                    <a:pt x="6" y="35"/>
                  </a:lnTo>
                  <a:lnTo>
                    <a:pt x="2" y="48"/>
                  </a:lnTo>
                  <a:lnTo>
                    <a:pt x="0" y="64"/>
                  </a:lnTo>
                  <a:lnTo>
                    <a:pt x="0" y="81"/>
                  </a:lnTo>
                  <a:lnTo>
                    <a:pt x="0" y="99"/>
                  </a:lnTo>
                  <a:lnTo>
                    <a:pt x="0" y="99"/>
                  </a:lnTo>
                  <a:lnTo>
                    <a:pt x="0" y="81"/>
                  </a:lnTo>
                  <a:lnTo>
                    <a:pt x="2" y="66"/>
                  </a:lnTo>
                  <a:lnTo>
                    <a:pt x="4" y="52"/>
                  </a:lnTo>
                  <a:lnTo>
                    <a:pt x="6" y="38"/>
                  </a:lnTo>
                  <a:lnTo>
                    <a:pt x="9" y="26"/>
                  </a:lnTo>
                  <a:lnTo>
                    <a:pt x="13" y="17"/>
                  </a:lnTo>
                  <a:lnTo>
                    <a:pt x="17" y="10"/>
                  </a:lnTo>
                  <a:lnTo>
                    <a:pt x="20" y="7"/>
                  </a:lnTo>
                  <a:lnTo>
                    <a:pt x="26" y="5"/>
                  </a:lnTo>
                  <a:lnTo>
                    <a:pt x="26" y="0"/>
                  </a:lnTo>
                  <a:close/>
                </a:path>
              </a:pathLst>
            </a:custGeom>
            <a:solidFill>
              <a:srgbClr val="D2D2D2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179" name="Google Shape;179;p1"/>
            <p:cNvSpPr/>
            <p:nvPr/>
          </p:nvSpPr>
          <p:spPr>
            <a:xfrm>
              <a:off x="4096" y="3365"/>
              <a:ext cx="23" cy="56"/>
            </a:xfrm>
            <a:custGeom>
              <a:avLst/>
              <a:gdLst/>
              <a:ahLst/>
              <a:cxnLst/>
              <a:rect l="l" t="t" r="r" b="b"/>
              <a:pathLst>
                <a:path w="26" h="94" extrusionOk="0">
                  <a:moveTo>
                    <a:pt x="26" y="0"/>
                  </a:moveTo>
                  <a:lnTo>
                    <a:pt x="20" y="2"/>
                  </a:lnTo>
                  <a:lnTo>
                    <a:pt x="17" y="5"/>
                  </a:lnTo>
                  <a:lnTo>
                    <a:pt x="13" y="12"/>
                  </a:lnTo>
                  <a:lnTo>
                    <a:pt x="9" y="21"/>
                  </a:lnTo>
                  <a:lnTo>
                    <a:pt x="6" y="33"/>
                  </a:lnTo>
                  <a:lnTo>
                    <a:pt x="4" y="47"/>
                  </a:lnTo>
                  <a:lnTo>
                    <a:pt x="2" y="61"/>
                  </a:lnTo>
                  <a:lnTo>
                    <a:pt x="0" y="76"/>
                  </a:lnTo>
                  <a:lnTo>
                    <a:pt x="0" y="94"/>
                  </a:lnTo>
                  <a:lnTo>
                    <a:pt x="2" y="94"/>
                  </a:lnTo>
                  <a:lnTo>
                    <a:pt x="2" y="76"/>
                  </a:lnTo>
                  <a:lnTo>
                    <a:pt x="4" y="59"/>
                  </a:lnTo>
                  <a:lnTo>
                    <a:pt x="6" y="43"/>
                  </a:lnTo>
                  <a:lnTo>
                    <a:pt x="9" y="31"/>
                  </a:lnTo>
                  <a:lnTo>
                    <a:pt x="13" y="19"/>
                  </a:lnTo>
                  <a:lnTo>
                    <a:pt x="17" y="12"/>
                  </a:lnTo>
                  <a:lnTo>
                    <a:pt x="20" y="7"/>
                  </a:lnTo>
                  <a:lnTo>
                    <a:pt x="26" y="5"/>
                  </a:lnTo>
                  <a:lnTo>
                    <a:pt x="26" y="0"/>
                  </a:lnTo>
                  <a:close/>
                </a:path>
              </a:pathLst>
            </a:custGeom>
            <a:solidFill>
              <a:srgbClr val="D4D4D4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180" name="Google Shape;180;p1"/>
            <p:cNvSpPr/>
            <p:nvPr/>
          </p:nvSpPr>
          <p:spPr>
            <a:xfrm>
              <a:off x="4098" y="3369"/>
              <a:ext cx="21" cy="52"/>
            </a:xfrm>
            <a:custGeom>
              <a:avLst/>
              <a:gdLst/>
              <a:ahLst/>
              <a:cxnLst/>
              <a:rect l="l" t="t" r="r" b="b"/>
              <a:pathLst>
                <a:path w="24" h="89" extrusionOk="0">
                  <a:moveTo>
                    <a:pt x="24" y="0"/>
                  </a:moveTo>
                  <a:lnTo>
                    <a:pt x="18" y="2"/>
                  </a:lnTo>
                  <a:lnTo>
                    <a:pt x="15" y="7"/>
                  </a:lnTo>
                  <a:lnTo>
                    <a:pt x="11" y="14"/>
                  </a:lnTo>
                  <a:lnTo>
                    <a:pt x="7" y="26"/>
                  </a:lnTo>
                  <a:lnTo>
                    <a:pt x="4" y="38"/>
                  </a:lnTo>
                  <a:lnTo>
                    <a:pt x="2" y="54"/>
                  </a:lnTo>
                  <a:lnTo>
                    <a:pt x="0" y="71"/>
                  </a:lnTo>
                  <a:lnTo>
                    <a:pt x="0" y="89"/>
                  </a:lnTo>
                  <a:lnTo>
                    <a:pt x="2" y="89"/>
                  </a:lnTo>
                  <a:lnTo>
                    <a:pt x="2" y="71"/>
                  </a:lnTo>
                  <a:lnTo>
                    <a:pt x="4" y="56"/>
                  </a:lnTo>
                  <a:lnTo>
                    <a:pt x="5" y="42"/>
                  </a:lnTo>
                  <a:lnTo>
                    <a:pt x="7" y="30"/>
                  </a:lnTo>
                  <a:lnTo>
                    <a:pt x="11" y="19"/>
                  </a:lnTo>
                  <a:lnTo>
                    <a:pt x="15" y="11"/>
                  </a:lnTo>
                  <a:lnTo>
                    <a:pt x="18" y="7"/>
                  </a:lnTo>
                  <a:lnTo>
                    <a:pt x="24" y="6"/>
                  </a:lnTo>
                  <a:lnTo>
                    <a:pt x="24" y="0"/>
                  </a:lnTo>
                  <a:close/>
                </a:path>
              </a:pathLst>
            </a:custGeom>
            <a:solidFill>
              <a:srgbClr val="D6D6D6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181" name="Google Shape;181;p1"/>
            <p:cNvSpPr/>
            <p:nvPr/>
          </p:nvSpPr>
          <p:spPr>
            <a:xfrm>
              <a:off x="4100" y="3371"/>
              <a:ext cx="19" cy="50"/>
            </a:xfrm>
            <a:custGeom>
              <a:avLst/>
              <a:gdLst/>
              <a:ahLst/>
              <a:cxnLst/>
              <a:rect l="l" t="t" r="r" b="b"/>
              <a:pathLst>
                <a:path w="22" h="83" extrusionOk="0">
                  <a:moveTo>
                    <a:pt x="22" y="0"/>
                  </a:moveTo>
                  <a:lnTo>
                    <a:pt x="16" y="1"/>
                  </a:lnTo>
                  <a:lnTo>
                    <a:pt x="13" y="5"/>
                  </a:lnTo>
                  <a:lnTo>
                    <a:pt x="9" y="13"/>
                  </a:lnTo>
                  <a:lnTo>
                    <a:pt x="5" y="24"/>
                  </a:lnTo>
                  <a:lnTo>
                    <a:pt x="3" y="36"/>
                  </a:lnTo>
                  <a:lnTo>
                    <a:pt x="2" y="50"/>
                  </a:lnTo>
                  <a:lnTo>
                    <a:pt x="0" y="65"/>
                  </a:lnTo>
                  <a:lnTo>
                    <a:pt x="0" y="83"/>
                  </a:lnTo>
                  <a:lnTo>
                    <a:pt x="2" y="83"/>
                  </a:lnTo>
                  <a:lnTo>
                    <a:pt x="2" y="67"/>
                  </a:lnTo>
                  <a:lnTo>
                    <a:pt x="2" y="52"/>
                  </a:lnTo>
                  <a:lnTo>
                    <a:pt x="3" y="39"/>
                  </a:lnTo>
                  <a:lnTo>
                    <a:pt x="7" y="27"/>
                  </a:lnTo>
                  <a:lnTo>
                    <a:pt x="11" y="17"/>
                  </a:lnTo>
                  <a:lnTo>
                    <a:pt x="13" y="10"/>
                  </a:lnTo>
                  <a:lnTo>
                    <a:pt x="18" y="6"/>
                  </a:lnTo>
                  <a:lnTo>
                    <a:pt x="22" y="5"/>
                  </a:lnTo>
                  <a:lnTo>
                    <a:pt x="22" y="0"/>
                  </a:lnTo>
                  <a:close/>
                </a:path>
              </a:pathLst>
            </a:custGeom>
            <a:solidFill>
              <a:srgbClr val="D8D8D8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182" name="Google Shape;182;p1"/>
            <p:cNvSpPr/>
            <p:nvPr/>
          </p:nvSpPr>
          <p:spPr>
            <a:xfrm>
              <a:off x="4102" y="3375"/>
              <a:ext cx="17" cy="46"/>
            </a:xfrm>
            <a:custGeom>
              <a:avLst/>
              <a:gdLst/>
              <a:ahLst/>
              <a:cxnLst/>
              <a:rect l="l" t="t" r="r" b="b"/>
              <a:pathLst>
                <a:path w="20" h="78" extrusionOk="0">
                  <a:moveTo>
                    <a:pt x="20" y="0"/>
                  </a:moveTo>
                  <a:lnTo>
                    <a:pt x="16" y="1"/>
                  </a:lnTo>
                  <a:lnTo>
                    <a:pt x="11" y="5"/>
                  </a:lnTo>
                  <a:lnTo>
                    <a:pt x="9" y="12"/>
                  </a:lnTo>
                  <a:lnTo>
                    <a:pt x="5" y="22"/>
                  </a:lnTo>
                  <a:lnTo>
                    <a:pt x="1" y="34"/>
                  </a:lnTo>
                  <a:lnTo>
                    <a:pt x="0" y="47"/>
                  </a:lnTo>
                  <a:lnTo>
                    <a:pt x="0" y="62"/>
                  </a:lnTo>
                  <a:lnTo>
                    <a:pt x="0" y="78"/>
                  </a:lnTo>
                  <a:lnTo>
                    <a:pt x="0" y="78"/>
                  </a:lnTo>
                  <a:lnTo>
                    <a:pt x="0" y="62"/>
                  </a:lnTo>
                  <a:lnTo>
                    <a:pt x="1" y="50"/>
                  </a:lnTo>
                  <a:lnTo>
                    <a:pt x="3" y="36"/>
                  </a:lnTo>
                  <a:lnTo>
                    <a:pt x="5" y="26"/>
                  </a:lnTo>
                  <a:lnTo>
                    <a:pt x="9" y="17"/>
                  </a:lnTo>
                  <a:lnTo>
                    <a:pt x="12" y="10"/>
                  </a:lnTo>
                  <a:lnTo>
                    <a:pt x="16" y="7"/>
                  </a:lnTo>
                  <a:lnTo>
                    <a:pt x="20" y="5"/>
                  </a:lnTo>
                  <a:lnTo>
                    <a:pt x="20" y="0"/>
                  </a:lnTo>
                  <a:close/>
                </a:path>
              </a:pathLst>
            </a:custGeom>
            <a:solidFill>
              <a:srgbClr val="DADADA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183" name="Google Shape;183;p1"/>
            <p:cNvSpPr/>
            <p:nvPr/>
          </p:nvSpPr>
          <p:spPr>
            <a:xfrm>
              <a:off x="4102" y="3377"/>
              <a:ext cx="17" cy="44"/>
            </a:xfrm>
            <a:custGeom>
              <a:avLst/>
              <a:gdLst/>
              <a:ahLst/>
              <a:cxnLst/>
              <a:rect l="l" t="t" r="r" b="b"/>
              <a:pathLst>
                <a:path w="20" h="73" extrusionOk="0">
                  <a:moveTo>
                    <a:pt x="20" y="0"/>
                  </a:moveTo>
                  <a:lnTo>
                    <a:pt x="16" y="2"/>
                  </a:lnTo>
                  <a:lnTo>
                    <a:pt x="12" y="5"/>
                  </a:lnTo>
                  <a:lnTo>
                    <a:pt x="9" y="12"/>
                  </a:lnTo>
                  <a:lnTo>
                    <a:pt x="5" y="21"/>
                  </a:lnTo>
                  <a:lnTo>
                    <a:pt x="3" y="31"/>
                  </a:lnTo>
                  <a:lnTo>
                    <a:pt x="1" y="45"/>
                  </a:lnTo>
                  <a:lnTo>
                    <a:pt x="0" y="57"/>
                  </a:lnTo>
                  <a:lnTo>
                    <a:pt x="0" y="73"/>
                  </a:lnTo>
                  <a:lnTo>
                    <a:pt x="1" y="73"/>
                  </a:lnTo>
                  <a:lnTo>
                    <a:pt x="1" y="57"/>
                  </a:lnTo>
                  <a:lnTo>
                    <a:pt x="3" y="43"/>
                  </a:lnTo>
                  <a:lnTo>
                    <a:pt x="5" y="29"/>
                  </a:lnTo>
                  <a:lnTo>
                    <a:pt x="9" y="19"/>
                  </a:lnTo>
                  <a:lnTo>
                    <a:pt x="12" y="12"/>
                  </a:lnTo>
                  <a:lnTo>
                    <a:pt x="16" y="7"/>
                  </a:lnTo>
                  <a:lnTo>
                    <a:pt x="20" y="5"/>
                  </a:lnTo>
                  <a:lnTo>
                    <a:pt x="20" y="0"/>
                  </a:lnTo>
                  <a:close/>
                </a:path>
              </a:pathLst>
            </a:custGeom>
            <a:solidFill>
              <a:srgbClr val="DBDBDB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184" name="Google Shape;184;p1"/>
            <p:cNvSpPr/>
            <p:nvPr/>
          </p:nvSpPr>
          <p:spPr>
            <a:xfrm>
              <a:off x="4103" y="3381"/>
              <a:ext cx="16" cy="40"/>
            </a:xfrm>
            <a:custGeom>
              <a:avLst/>
              <a:gdLst/>
              <a:ahLst/>
              <a:cxnLst/>
              <a:rect l="l" t="t" r="r" b="b"/>
              <a:pathLst>
                <a:path w="19" h="68" extrusionOk="0">
                  <a:moveTo>
                    <a:pt x="19" y="0"/>
                  </a:moveTo>
                  <a:lnTo>
                    <a:pt x="15" y="2"/>
                  </a:lnTo>
                  <a:lnTo>
                    <a:pt x="11" y="7"/>
                  </a:lnTo>
                  <a:lnTo>
                    <a:pt x="8" y="14"/>
                  </a:lnTo>
                  <a:lnTo>
                    <a:pt x="4" y="24"/>
                  </a:lnTo>
                  <a:lnTo>
                    <a:pt x="2" y="38"/>
                  </a:lnTo>
                  <a:lnTo>
                    <a:pt x="0" y="52"/>
                  </a:lnTo>
                  <a:lnTo>
                    <a:pt x="0" y="68"/>
                  </a:lnTo>
                  <a:lnTo>
                    <a:pt x="2" y="68"/>
                  </a:lnTo>
                  <a:lnTo>
                    <a:pt x="2" y="54"/>
                  </a:lnTo>
                  <a:lnTo>
                    <a:pt x="4" y="40"/>
                  </a:lnTo>
                  <a:lnTo>
                    <a:pt x="6" y="28"/>
                  </a:lnTo>
                  <a:lnTo>
                    <a:pt x="8" y="19"/>
                  </a:lnTo>
                  <a:lnTo>
                    <a:pt x="11" y="11"/>
                  </a:lnTo>
                  <a:lnTo>
                    <a:pt x="15" y="7"/>
                  </a:lnTo>
                  <a:lnTo>
                    <a:pt x="19" y="5"/>
                  </a:lnTo>
                  <a:lnTo>
                    <a:pt x="19" y="0"/>
                  </a:lnTo>
                  <a:close/>
                </a:path>
              </a:pathLst>
            </a:custGeom>
            <a:solidFill>
              <a:srgbClr val="DDDDDD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185" name="Google Shape;185;p1"/>
            <p:cNvSpPr/>
            <p:nvPr/>
          </p:nvSpPr>
          <p:spPr>
            <a:xfrm>
              <a:off x="4105" y="3385"/>
              <a:ext cx="14" cy="36"/>
            </a:xfrm>
            <a:custGeom>
              <a:avLst/>
              <a:gdLst/>
              <a:ahLst/>
              <a:cxnLst/>
              <a:rect l="l" t="t" r="r" b="b"/>
              <a:pathLst>
                <a:path w="17" h="63" extrusionOk="0">
                  <a:moveTo>
                    <a:pt x="17" y="0"/>
                  </a:moveTo>
                  <a:lnTo>
                    <a:pt x="13" y="2"/>
                  </a:lnTo>
                  <a:lnTo>
                    <a:pt x="9" y="6"/>
                  </a:lnTo>
                  <a:lnTo>
                    <a:pt x="6" y="14"/>
                  </a:lnTo>
                  <a:lnTo>
                    <a:pt x="4" y="23"/>
                  </a:lnTo>
                  <a:lnTo>
                    <a:pt x="2" y="35"/>
                  </a:lnTo>
                  <a:lnTo>
                    <a:pt x="0" y="49"/>
                  </a:lnTo>
                  <a:lnTo>
                    <a:pt x="0" y="63"/>
                  </a:lnTo>
                  <a:lnTo>
                    <a:pt x="2" y="63"/>
                  </a:lnTo>
                  <a:lnTo>
                    <a:pt x="2" y="49"/>
                  </a:lnTo>
                  <a:lnTo>
                    <a:pt x="2" y="37"/>
                  </a:lnTo>
                  <a:lnTo>
                    <a:pt x="4" y="26"/>
                  </a:lnTo>
                  <a:lnTo>
                    <a:pt x="8" y="18"/>
                  </a:lnTo>
                  <a:lnTo>
                    <a:pt x="9" y="11"/>
                  </a:lnTo>
                  <a:lnTo>
                    <a:pt x="13" y="7"/>
                  </a:lnTo>
                  <a:lnTo>
                    <a:pt x="17" y="6"/>
                  </a:lnTo>
                  <a:lnTo>
                    <a:pt x="17" y="0"/>
                  </a:lnTo>
                  <a:close/>
                </a:path>
              </a:pathLst>
            </a:custGeom>
            <a:solidFill>
              <a:srgbClr val="DEDEDE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186" name="Google Shape;186;p1"/>
            <p:cNvSpPr/>
            <p:nvPr/>
          </p:nvSpPr>
          <p:spPr>
            <a:xfrm>
              <a:off x="4107" y="3387"/>
              <a:ext cx="12" cy="34"/>
            </a:xfrm>
            <a:custGeom>
              <a:avLst/>
              <a:gdLst/>
              <a:ahLst/>
              <a:cxnLst/>
              <a:rect l="l" t="t" r="r" b="b"/>
              <a:pathLst>
                <a:path w="15" h="57" extrusionOk="0">
                  <a:moveTo>
                    <a:pt x="15" y="0"/>
                  </a:moveTo>
                  <a:lnTo>
                    <a:pt x="11" y="1"/>
                  </a:lnTo>
                  <a:lnTo>
                    <a:pt x="7" y="5"/>
                  </a:lnTo>
                  <a:lnTo>
                    <a:pt x="6" y="12"/>
                  </a:lnTo>
                  <a:lnTo>
                    <a:pt x="2" y="20"/>
                  </a:lnTo>
                  <a:lnTo>
                    <a:pt x="0" y="31"/>
                  </a:lnTo>
                  <a:lnTo>
                    <a:pt x="0" y="43"/>
                  </a:lnTo>
                  <a:lnTo>
                    <a:pt x="0" y="57"/>
                  </a:lnTo>
                  <a:lnTo>
                    <a:pt x="0" y="57"/>
                  </a:lnTo>
                  <a:lnTo>
                    <a:pt x="0" y="45"/>
                  </a:lnTo>
                  <a:lnTo>
                    <a:pt x="2" y="34"/>
                  </a:lnTo>
                  <a:lnTo>
                    <a:pt x="4" y="24"/>
                  </a:lnTo>
                  <a:lnTo>
                    <a:pt x="6" y="15"/>
                  </a:lnTo>
                  <a:lnTo>
                    <a:pt x="7" y="10"/>
                  </a:lnTo>
                  <a:lnTo>
                    <a:pt x="11" y="5"/>
                  </a:lnTo>
                  <a:lnTo>
                    <a:pt x="15" y="5"/>
                  </a:lnTo>
                  <a:lnTo>
                    <a:pt x="15" y="0"/>
                  </a:lnTo>
                  <a:close/>
                </a:path>
              </a:pathLst>
            </a:custGeom>
            <a:solidFill>
              <a:srgbClr val="DFDFDF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187" name="Google Shape;187;p1"/>
            <p:cNvSpPr/>
            <p:nvPr/>
          </p:nvSpPr>
          <p:spPr>
            <a:xfrm>
              <a:off x="4107" y="3390"/>
              <a:ext cx="12" cy="31"/>
            </a:xfrm>
            <a:custGeom>
              <a:avLst/>
              <a:gdLst/>
              <a:ahLst/>
              <a:cxnLst/>
              <a:rect l="l" t="t" r="r" b="b"/>
              <a:pathLst>
                <a:path w="15" h="52" extrusionOk="0">
                  <a:moveTo>
                    <a:pt x="15" y="0"/>
                  </a:moveTo>
                  <a:lnTo>
                    <a:pt x="11" y="0"/>
                  </a:lnTo>
                  <a:lnTo>
                    <a:pt x="7" y="5"/>
                  </a:lnTo>
                  <a:lnTo>
                    <a:pt x="6" y="10"/>
                  </a:lnTo>
                  <a:lnTo>
                    <a:pt x="4" y="19"/>
                  </a:lnTo>
                  <a:lnTo>
                    <a:pt x="2" y="29"/>
                  </a:lnTo>
                  <a:lnTo>
                    <a:pt x="0" y="40"/>
                  </a:lnTo>
                  <a:lnTo>
                    <a:pt x="0" y="52"/>
                  </a:lnTo>
                  <a:lnTo>
                    <a:pt x="2" y="52"/>
                  </a:lnTo>
                  <a:lnTo>
                    <a:pt x="2" y="40"/>
                  </a:lnTo>
                  <a:lnTo>
                    <a:pt x="4" y="27"/>
                  </a:lnTo>
                  <a:lnTo>
                    <a:pt x="6" y="19"/>
                  </a:lnTo>
                  <a:lnTo>
                    <a:pt x="7" y="10"/>
                  </a:lnTo>
                  <a:lnTo>
                    <a:pt x="11" y="7"/>
                  </a:lnTo>
                  <a:lnTo>
                    <a:pt x="15" y="5"/>
                  </a:lnTo>
                  <a:lnTo>
                    <a:pt x="15" y="0"/>
                  </a:lnTo>
                  <a:close/>
                </a:path>
              </a:pathLst>
            </a:custGeom>
            <a:solidFill>
              <a:srgbClr val="E1E1E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188" name="Google Shape;188;p1"/>
            <p:cNvSpPr/>
            <p:nvPr/>
          </p:nvSpPr>
          <p:spPr>
            <a:xfrm>
              <a:off x="4107" y="3393"/>
              <a:ext cx="12" cy="28"/>
            </a:xfrm>
            <a:custGeom>
              <a:avLst/>
              <a:gdLst/>
              <a:ahLst/>
              <a:cxnLst/>
              <a:rect l="l" t="t" r="r" b="b"/>
              <a:pathLst>
                <a:path w="13" h="47" extrusionOk="0">
                  <a:moveTo>
                    <a:pt x="13" y="0"/>
                  </a:moveTo>
                  <a:lnTo>
                    <a:pt x="9" y="2"/>
                  </a:lnTo>
                  <a:lnTo>
                    <a:pt x="5" y="5"/>
                  </a:lnTo>
                  <a:lnTo>
                    <a:pt x="4" y="14"/>
                  </a:lnTo>
                  <a:lnTo>
                    <a:pt x="2" y="22"/>
                  </a:lnTo>
                  <a:lnTo>
                    <a:pt x="0" y="35"/>
                  </a:lnTo>
                  <a:lnTo>
                    <a:pt x="0" y="47"/>
                  </a:lnTo>
                  <a:lnTo>
                    <a:pt x="2" y="47"/>
                  </a:lnTo>
                  <a:lnTo>
                    <a:pt x="2" y="35"/>
                  </a:lnTo>
                  <a:lnTo>
                    <a:pt x="4" y="26"/>
                  </a:lnTo>
                  <a:lnTo>
                    <a:pt x="5" y="17"/>
                  </a:lnTo>
                  <a:lnTo>
                    <a:pt x="7" y="10"/>
                  </a:lnTo>
                  <a:lnTo>
                    <a:pt x="9" y="7"/>
                  </a:lnTo>
                  <a:lnTo>
                    <a:pt x="13" y="5"/>
                  </a:lnTo>
                  <a:lnTo>
                    <a:pt x="13" y="0"/>
                  </a:lnTo>
                  <a:close/>
                </a:path>
              </a:pathLst>
            </a:custGeom>
            <a:solidFill>
              <a:srgbClr val="E2E2E2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189" name="Google Shape;189;p1"/>
            <p:cNvSpPr/>
            <p:nvPr/>
          </p:nvSpPr>
          <p:spPr>
            <a:xfrm>
              <a:off x="4109" y="3396"/>
              <a:ext cx="10" cy="25"/>
            </a:xfrm>
            <a:custGeom>
              <a:avLst/>
              <a:gdLst/>
              <a:ahLst/>
              <a:cxnLst/>
              <a:rect l="l" t="t" r="r" b="b"/>
              <a:pathLst>
                <a:path w="11" h="42" extrusionOk="0">
                  <a:moveTo>
                    <a:pt x="11" y="0"/>
                  </a:moveTo>
                  <a:lnTo>
                    <a:pt x="7" y="2"/>
                  </a:lnTo>
                  <a:lnTo>
                    <a:pt x="5" y="5"/>
                  </a:lnTo>
                  <a:lnTo>
                    <a:pt x="3" y="12"/>
                  </a:lnTo>
                  <a:lnTo>
                    <a:pt x="2" y="21"/>
                  </a:lnTo>
                  <a:lnTo>
                    <a:pt x="0" y="30"/>
                  </a:lnTo>
                  <a:lnTo>
                    <a:pt x="0" y="42"/>
                  </a:lnTo>
                  <a:lnTo>
                    <a:pt x="0" y="42"/>
                  </a:lnTo>
                  <a:lnTo>
                    <a:pt x="2" y="31"/>
                  </a:lnTo>
                  <a:lnTo>
                    <a:pt x="2" y="23"/>
                  </a:lnTo>
                  <a:lnTo>
                    <a:pt x="3" y="16"/>
                  </a:lnTo>
                  <a:lnTo>
                    <a:pt x="5" y="11"/>
                  </a:lnTo>
                  <a:lnTo>
                    <a:pt x="7" y="5"/>
                  </a:lnTo>
                  <a:lnTo>
                    <a:pt x="11" y="5"/>
                  </a:lnTo>
                  <a:lnTo>
                    <a:pt x="11" y="0"/>
                  </a:lnTo>
                  <a:close/>
                </a:path>
              </a:pathLst>
            </a:custGeom>
            <a:solidFill>
              <a:srgbClr val="E3E3E3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190" name="Google Shape;190;p1"/>
            <p:cNvSpPr/>
            <p:nvPr/>
          </p:nvSpPr>
          <p:spPr>
            <a:xfrm>
              <a:off x="4109" y="3400"/>
              <a:ext cx="10" cy="21"/>
            </a:xfrm>
            <a:custGeom>
              <a:avLst/>
              <a:gdLst/>
              <a:ahLst/>
              <a:cxnLst/>
              <a:rect l="l" t="t" r="r" b="b"/>
              <a:pathLst>
                <a:path w="11" h="37" extrusionOk="0">
                  <a:moveTo>
                    <a:pt x="11" y="0"/>
                  </a:moveTo>
                  <a:lnTo>
                    <a:pt x="7" y="0"/>
                  </a:lnTo>
                  <a:lnTo>
                    <a:pt x="5" y="6"/>
                  </a:lnTo>
                  <a:lnTo>
                    <a:pt x="3" y="11"/>
                  </a:lnTo>
                  <a:lnTo>
                    <a:pt x="2" y="18"/>
                  </a:lnTo>
                  <a:lnTo>
                    <a:pt x="2" y="26"/>
                  </a:lnTo>
                  <a:lnTo>
                    <a:pt x="0" y="37"/>
                  </a:lnTo>
                  <a:lnTo>
                    <a:pt x="2" y="37"/>
                  </a:lnTo>
                  <a:lnTo>
                    <a:pt x="2" y="26"/>
                  </a:lnTo>
                  <a:lnTo>
                    <a:pt x="3" y="18"/>
                  </a:lnTo>
                  <a:lnTo>
                    <a:pt x="5" y="11"/>
                  </a:lnTo>
                  <a:lnTo>
                    <a:pt x="7" y="7"/>
                  </a:lnTo>
                  <a:lnTo>
                    <a:pt x="11" y="6"/>
                  </a:lnTo>
                  <a:lnTo>
                    <a:pt x="11" y="0"/>
                  </a:lnTo>
                  <a:close/>
                </a:path>
              </a:pathLst>
            </a:custGeom>
            <a:solidFill>
              <a:srgbClr val="E4E4E4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191" name="Google Shape;191;p1"/>
            <p:cNvSpPr/>
            <p:nvPr/>
          </p:nvSpPr>
          <p:spPr>
            <a:xfrm>
              <a:off x="4110" y="3402"/>
              <a:ext cx="9" cy="19"/>
            </a:xfrm>
            <a:custGeom>
              <a:avLst/>
              <a:gdLst/>
              <a:ahLst/>
              <a:cxnLst/>
              <a:rect l="l" t="t" r="r" b="b"/>
              <a:pathLst>
                <a:path w="9" h="31" extrusionOk="0">
                  <a:moveTo>
                    <a:pt x="9" y="0"/>
                  </a:moveTo>
                  <a:lnTo>
                    <a:pt x="5" y="1"/>
                  </a:lnTo>
                  <a:lnTo>
                    <a:pt x="3" y="5"/>
                  </a:lnTo>
                  <a:lnTo>
                    <a:pt x="1" y="12"/>
                  </a:lnTo>
                  <a:lnTo>
                    <a:pt x="0" y="20"/>
                  </a:lnTo>
                  <a:lnTo>
                    <a:pt x="0" y="31"/>
                  </a:lnTo>
                  <a:lnTo>
                    <a:pt x="1" y="31"/>
                  </a:lnTo>
                  <a:lnTo>
                    <a:pt x="1" y="22"/>
                  </a:lnTo>
                  <a:lnTo>
                    <a:pt x="3" y="15"/>
                  </a:lnTo>
                  <a:lnTo>
                    <a:pt x="5" y="10"/>
                  </a:lnTo>
                  <a:lnTo>
                    <a:pt x="7" y="5"/>
                  </a:lnTo>
                  <a:lnTo>
                    <a:pt x="9" y="5"/>
                  </a:lnTo>
                  <a:lnTo>
                    <a:pt x="9" y="0"/>
                  </a:lnTo>
                  <a:close/>
                </a:path>
              </a:pathLst>
            </a:custGeom>
            <a:solidFill>
              <a:srgbClr val="E5E5E5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192" name="Google Shape;192;p1"/>
            <p:cNvSpPr/>
            <p:nvPr/>
          </p:nvSpPr>
          <p:spPr>
            <a:xfrm>
              <a:off x="4112" y="3406"/>
              <a:ext cx="7" cy="15"/>
            </a:xfrm>
            <a:custGeom>
              <a:avLst/>
              <a:gdLst/>
              <a:ahLst/>
              <a:cxnLst/>
              <a:rect l="l" t="t" r="r" b="b"/>
              <a:pathLst>
                <a:path w="8" h="26" extrusionOk="0">
                  <a:moveTo>
                    <a:pt x="8" y="0"/>
                  </a:moveTo>
                  <a:lnTo>
                    <a:pt x="6" y="0"/>
                  </a:lnTo>
                  <a:lnTo>
                    <a:pt x="4" y="5"/>
                  </a:lnTo>
                  <a:lnTo>
                    <a:pt x="2" y="10"/>
                  </a:lnTo>
                  <a:lnTo>
                    <a:pt x="0" y="17"/>
                  </a:lnTo>
                  <a:lnTo>
                    <a:pt x="0" y="26"/>
                  </a:lnTo>
                  <a:lnTo>
                    <a:pt x="2" y="26"/>
                  </a:lnTo>
                  <a:lnTo>
                    <a:pt x="2" y="17"/>
                  </a:lnTo>
                  <a:lnTo>
                    <a:pt x="4" y="10"/>
                  </a:lnTo>
                  <a:lnTo>
                    <a:pt x="6" y="7"/>
                  </a:lnTo>
                  <a:lnTo>
                    <a:pt x="8" y="5"/>
                  </a:lnTo>
                  <a:lnTo>
                    <a:pt x="8" y="0"/>
                  </a:lnTo>
                  <a:close/>
                </a:path>
              </a:pathLst>
            </a:custGeom>
            <a:solidFill>
              <a:srgbClr val="E6E6E6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193" name="Google Shape;193;p1"/>
            <p:cNvSpPr/>
            <p:nvPr/>
          </p:nvSpPr>
          <p:spPr>
            <a:xfrm>
              <a:off x="4114" y="3408"/>
              <a:ext cx="5" cy="13"/>
            </a:xfrm>
            <a:custGeom>
              <a:avLst/>
              <a:gdLst/>
              <a:ahLst/>
              <a:cxnLst/>
              <a:rect l="l" t="t" r="r" b="b"/>
              <a:pathLst>
                <a:path w="6" h="21" extrusionOk="0">
                  <a:moveTo>
                    <a:pt x="6" y="0"/>
                  </a:moveTo>
                  <a:lnTo>
                    <a:pt x="4" y="2"/>
                  </a:lnTo>
                  <a:lnTo>
                    <a:pt x="2" y="5"/>
                  </a:lnTo>
                  <a:lnTo>
                    <a:pt x="0" y="12"/>
                  </a:lnTo>
                  <a:lnTo>
                    <a:pt x="0" y="21"/>
                  </a:lnTo>
                  <a:lnTo>
                    <a:pt x="0" y="21"/>
                  </a:lnTo>
                  <a:lnTo>
                    <a:pt x="2" y="14"/>
                  </a:lnTo>
                  <a:lnTo>
                    <a:pt x="2" y="9"/>
                  </a:lnTo>
                  <a:lnTo>
                    <a:pt x="4" y="5"/>
                  </a:lnTo>
                  <a:lnTo>
                    <a:pt x="6" y="5"/>
                  </a:lnTo>
                  <a:lnTo>
                    <a:pt x="6" y="0"/>
                  </a:lnTo>
                  <a:close/>
                </a:path>
              </a:pathLst>
            </a:custGeom>
            <a:solidFill>
              <a:srgbClr val="E6E6E6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194" name="Google Shape;194;p1"/>
            <p:cNvSpPr/>
            <p:nvPr/>
          </p:nvSpPr>
          <p:spPr>
            <a:xfrm>
              <a:off x="4114" y="3412"/>
              <a:ext cx="5" cy="9"/>
            </a:xfrm>
            <a:custGeom>
              <a:avLst/>
              <a:gdLst/>
              <a:ahLst/>
              <a:cxnLst/>
              <a:rect l="l" t="t" r="r" b="b"/>
              <a:pathLst>
                <a:path w="6" h="16" extrusionOk="0">
                  <a:moveTo>
                    <a:pt x="6" y="0"/>
                  </a:moveTo>
                  <a:lnTo>
                    <a:pt x="4" y="0"/>
                  </a:lnTo>
                  <a:lnTo>
                    <a:pt x="2" y="4"/>
                  </a:lnTo>
                  <a:lnTo>
                    <a:pt x="2" y="9"/>
                  </a:lnTo>
                  <a:lnTo>
                    <a:pt x="0" y="16"/>
                  </a:lnTo>
                  <a:lnTo>
                    <a:pt x="2" y="16"/>
                  </a:lnTo>
                  <a:lnTo>
                    <a:pt x="2" y="11"/>
                  </a:lnTo>
                  <a:lnTo>
                    <a:pt x="4" y="5"/>
                  </a:lnTo>
                  <a:lnTo>
                    <a:pt x="6" y="5"/>
                  </a:lnTo>
                  <a:lnTo>
                    <a:pt x="6" y="0"/>
                  </a:lnTo>
                  <a:close/>
                </a:path>
              </a:pathLst>
            </a:custGeom>
            <a:solidFill>
              <a:srgbClr val="E6E6E6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195" name="Google Shape;195;p1"/>
            <p:cNvSpPr/>
            <p:nvPr/>
          </p:nvSpPr>
          <p:spPr>
            <a:xfrm>
              <a:off x="4116" y="3416"/>
              <a:ext cx="3" cy="5"/>
            </a:xfrm>
            <a:custGeom>
              <a:avLst/>
              <a:gdLst/>
              <a:ahLst/>
              <a:cxnLst/>
              <a:rect l="l" t="t" r="r" b="b"/>
              <a:pathLst>
                <a:path w="4" h="11" extrusionOk="0">
                  <a:moveTo>
                    <a:pt x="4" y="0"/>
                  </a:moveTo>
                  <a:lnTo>
                    <a:pt x="2" y="0"/>
                  </a:lnTo>
                  <a:lnTo>
                    <a:pt x="0" y="6"/>
                  </a:lnTo>
                  <a:lnTo>
                    <a:pt x="0" y="11"/>
                  </a:lnTo>
                  <a:lnTo>
                    <a:pt x="2" y="11"/>
                  </a:lnTo>
                  <a:lnTo>
                    <a:pt x="2" y="7"/>
                  </a:lnTo>
                  <a:lnTo>
                    <a:pt x="4" y="6"/>
                  </a:lnTo>
                  <a:lnTo>
                    <a:pt x="4" y="0"/>
                  </a:lnTo>
                  <a:close/>
                </a:path>
              </a:pathLst>
            </a:custGeom>
            <a:solidFill>
              <a:srgbClr val="E6E6E6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196" name="Google Shape;196;p1"/>
            <p:cNvSpPr/>
            <p:nvPr/>
          </p:nvSpPr>
          <p:spPr>
            <a:xfrm>
              <a:off x="4117" y="3418"/>
              <a:ext cx="2" cy="3"/>
            </a:xfrm>
            <a:custGeom>
              <a:avLst/>
              <a:gdLst/>
              <a:ahLst/>
              <a:cxnLst/>
              <a:rect l="l" t="t" r="r" b="b"/>
              <a:pathLst>
                <a:path w="2" h="5" extrusionOk="0">
                  <a:moveTo>
                    <a:pt x="2" y="0"/>
                  </a:moveTo>
                  <a:lnTo>
                    <a:pt x="0" y="1"/>
                  </a:lnTo>
                  <a:lnTo>
                    <a:pt x="0" y="5"/>
                  </a:lnTo>
                  <a:lnTo>
                    <a:pt x="2" y="5"/>
                  </a:lnTo>
                  <a:lnTo>
                    <a:pt x="2" y="5"/>
                  </a:lnTo>
                  <a:lnTo>
                    <a:pt x="2" y="0"/>
                  </a:lnTo>
                  <a:close/>
                </a:path>
              </a:pathLst>
            </a:custGeom>
            <a:solidFill>
              <a:srgbClr val="E6E6E6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197" name="Google Shape;197;p1"/>
            <p:cNvSpPr/>
            <p:nvPr/>
          </p:nvSpPr>
          <p:spPr>
            <a:xfrm>
              <a:off x="4070" y="3294"/>
              <a:ext cx="49" cy="127"/>
            </a:xfrm>
            <a:custGeom>
              <a:avLst/>
              <a:gdLst/>
              <a:ahLst/>
              <a:cxnLst/>
              <a:rect l="l" t="t" r="r" b="b"/>
              <a:pathLst>
                <a:path w="56" h="214" extrusionOk="0">
                  <a:moveTo>
                    <a:pt x="27" y="214"/>
                  </a:moveTo>
                  <a:lnTo>
                    <a:pt x="34" y="210"/>
                  </a:lnTo>
                  <a:lnTo>
                    <a:pt x="41" y="202"/>
                  </a:lnTo>
                  <a:lnTo>
                    <a:pt x="47" y="186"/>
                  </a:lnTo>
                  <a:lnTo>
                    <a:pt x="50" y="167"/>
                  </a:lnTo>
                  <a:lnTo>
                    <a:pt x="54" y="144"/>
                  </a:lnTo>
                  <a:lnTo>
                    <a:pt x="56" y="120"/>
                  </a:lnTo>
                  <a:lnTo>
                    <a:pt x="56" y="94"/>
                  </a:lnTo>
                  <a:lnTo>
                    <a:pt x="54" y="70"/>
                  </a:lnTo>
                  <a:lnTo>
                    <a:pt x="50" y="45"/>
                  </a:lnTo>
                  <a:lnTo>
                    <a:pt x="47" y="26"/>
                  </a:lnTo>
                  <a:lnTo>
                    <a:pt x="41" y="13"/>
                  </a:lnTo>
                  <a:lnTo>
                    <a:pt x="34" y="4"/>
                  </a:lnTo>
                  <a:lnTo>
                    <a:pt x="27" y="0"/>
                  </a:lnTo>
                  <a:lnTo>
                    <a:pt x="21" y="4"/>
                  </a:lnTo>
                  <a:lnTo>
                    <a:pt x="14" y="13"/>
                  </a:lnTo>
                  <a:lnTo>
                    <a:pt x="9" y="26"/>
                  </a:lnTo>
                  <a:lnTo>
                    <a:pt x="5" y="45"/>
                  </a:lnTo>
                  <a:lnTo>
                    <a:pt x="1" y="70"/>
                  </a:lnTo>
                  <a:lnTo>
                    <a:pt x="0" y="94"/>
                  </a:lnTo>
                  <a:lnTo>
                    <a:pt x="0" y="120"/>
                  </a:lnTo>
                  <a:lnTo>
                    <a:pt x="1" y="144"/>
                  </a:lnTo>
                  <a:lnTo>
                    <a:pt x="5" y="167"/>
                  </a:lnTo>
                  <a:lnTo>
                    <a:pt x="9" y="186"/>
                  </a:lnTo>
                  <a:lnTo>
                    <a:pt x="14" y="202"/>
                  </a:lnTo>
                  <a:lnTo>
                    <a:pt x="21" y="210"/>
                  </a:lnTo>
                  <a:lnTo>
                    <a:pt x="27" y="214"/>
                  </a:lnTo>
                  <a:close/>
                </a:path>
              </a:pathLst>
            </a:custGeom>
            <a:solidFill>
              <a:srgbClr val="000000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198" name="Google Shape;198;p1"/>
            <p:cNvSpPr/>
            <p:nvPr/>
          </p:nvSpPr>
          <p:spPr>
            <a:xfrm>
              <a:off x="4070" y="3294"/>
              <a:ext cx="49" cy="127"/>
            </a:xfrm>
            <a:custGeom>
              <a:avLst/>
              <a:gdLst/>
              <a:ahLst/>
              <a:cxnLst/>
              <a:rect l="l" t="t" r="r" b="b"/>
              <a:pathLst>
                <a:path w="56" h="214" extrusionOk="0">
                  <a:moveTo>
                    <a:pt x="56" y="0"/>
                  </a:moveTo>
                  <a:lnTo>
                    <a:pt x="48" y="2"/>
                  </a:lnTo>
                  <a:lnTo>
                    <a:pt x="41" y="7"/>
                  </a:lnTo>
                  <a:lnTo>
                    <a:pt x="36" y="14"/>
                  </a:lnTo>
                  <a:lnTo>
                    <a:pt x="28" y="25"/>
                  </a:lnTo>
                  <a:lnTo>
                    <a:pt x="23" y="39"/>
                  </a:lnTo>
                  <a:lnTo>
                    <a:pt x="18" y="54"/>
                  </a:lnTo>
                  <a:lnTo>
                    <a:pt x="14" y="72"/>
                  </a:lnTo>
                  <a:lnTo>
                    <a:pt x="9" y="92"/>
                  </a:lnTo>
                  <a:lnTo>
                    <a:pt x="7" y="115"/>
                  </a:lnTo>
                  <a:lnTo>
                    <a:pt x="3" y="137"/>
                  </a:lnTo>
                  <a:lnTo>
                    <a:pt x="1" y="162"/>
                  </a:lnTo>
                  <a:lnTo>
                    <a:pt x="0" y="188"/>
                  </a:lnTo>
                  <a:lnTo>
                    <a:pt x="0" y="214"/>
                  </a:lnTo>
                  <a:lnTo>
                    <a:pt x="0" y="0"/>
                  </a:lnTo>
                  <a:lnTo>
                    <a:pt x="56" y="0"/>
                  </a:lnTo>
                  <a:close/>
                </a:path>
              </a:pathLst>
            </a:custGeom>
            <a:solidFill>
              <a:srgbClr val="9A9A9A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199" name="Google Shape;199;p1"/>
            <p:cNvSpPr/>
            <p:nvPr/>
          </p:nvSpPr>
          <p:spPr>
            <a:xfrm>
              <a:off x="4070" y="3294"/>
              <a:ext cx="49" cy="127"/>
            </a:xfrm>
            <a:custGeom>
              <a:avLst/>
              <a:gdLst/>
              <a:ahLst/>
              <a:cxnLst/>
              <a:rect l="l" t="t" r="r" b="b"/>
              <a:pathLst>
                <a:path w="56" h="214" extrusionOk="0">
                  <a:moveTo>
                    <a:pt x="56" y="0"/>
                  </a:moveTo>
                  <a:lnTo>
                    <a:pt x="48" y="2"/>
                  </a:lnTo>
                  <a:lnTo>
                    <a:pt x="41" y="7"/>
                  </a:lnTo>
                  <a:lnTo>
                    <a:pt x="36" y="14"/>
                  </a:lnTo>
                  <a:lnTo>
                    <a:pt x="28" y="25"/>
                  </a:lnTo>
                  <a:lnTo>
                    <a:pt x="23" y="39"/>
                  </a:lnTo>
                  <a:lnTo>
                    <a:pt x="18" y="54"/>
                  </a:lnTo>
                  <a:lnTo>
                    <a:pt x="14" y="72"/>
                  </a:lnTo>
                  <a:lnTo>
                    <a:pt x="9" y="92"/>
                  </a:lnTo>
                  <a:lnTo>
                    <a:pt x="7" y="115"/>
                  </a:lnTo>
                  <a:lnTo>
                    <a:pt x="3" y="137"/>
                  </a:lnTo>
                  <a:lnTo>
                    <a:pt x="1" y="162"/>
                  </a:lnTo>
                  <a:lnTo>
                    <a:pt x="0" y="188"/>
                  </a:lnTo>
                  <a:lnTo>
                    <a:pt x="0" y="214"/>
                  </a:lnTo>
                  <a:lnTo>
                    <a:pt x="1" y="214"/>
                  </a:lnTo>
                  <a:lnTo>
                    <a:pt x="1" y="188"/>
                  </a:lnTo>
                  <a:lnTo>
                    <a:pt x="3" y="163"/>
                  </a:lnTo>
                  <a:lnTo>
                    <a:pt x="5" y="139"/>
                  </a:lnTo>
                  <a:lnTo>
                    <a:pt x="7" y="117"/>
                  </a:lnTo>
                  <a:lnTo>
                    <a:pt x="10" y="96"/>
                  </a:lnTo>
                  <a:lnTo>
                    <a:pt x="14" y="75"/>
                  </a:lnTo>
                  <a:lnTo>
                    <a:pt x="19" y="58"/>
                  </a:lnTo>
                  <a:lnTo>
                    <a:pt x="25" y="42"/>
                  </a:lnTo>
                  <a:lnTo>
                    <a:pt x="30" y="30"/>
                  </a:lnTo>
                  <a:lnTo>
                    <a:pt x="36" y="19"/>
                  </a:lnTo>
                  <a:lnTo>
                    <a:pt x="43" y="11"/>
                  </a:lnTo>
                  <a:lnTo>
                    <a:pt x="48" y="7"/>
                  </a:lnTo>
                  <a:lnTo>
                    <a:pt x="56" y="6"/>
                  </a:lnTo>
                  <a:lnTo>
                    <a:pt x="56" y="0"/>
                  </a:lnTo>
                  <a:close/>
                </a:path>
              </a:pathLst>
            </a:custGeom>
            <a:solidFill>
              <a:srgbClr val="9A9A9A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200" name="Google Shape;200;p1"/>
            <p:cNvSpPr/>
            <p:nvPr/>
          </p:nvSpPr>
          <p:spPr>
            <a:xfrm>
              <a:off x="4072" y="3298"/>
              <a:ext cx="47" cy="123"/>
            </a:xfrm>
            <a:custGeom>
              <a:avLst/>
              <a:gdLst/>
              <a:ahLst/>
              <a:cxnLst/>
              <a:rect l="l" t="t" r="r" b="b"/>
              <a:pathLst>
                <a:path w="55" h="208" extrusionOk="0">
                  <a:moveTo>
                    <a:pt x="55" y="0"/>
                  </a:moveTo>
                  <a:lnTo>
                    <a:pt x="47" y="1"/>
                  </a:lnTo>
                  <a:lnTo>
                    <a:pt x="42" y="5"/>
                  </a:lnTo>
                  <a:lnTo>
                    <a:pt x="35" y="13"/>
                  </a:lnTo>
                  <a:lnTo>
                    <a:pt x="29" y="24"/>
                  </a:lnTo>
                  <a:lnTo>
                    <a:pt x="24" y="36"/>
                  </a:lnTo>
                  <a:lnTo>
                    <a:pt x="18" y="52"/>
                  </a:lnTo>
                  <a:lnTo>
                    <a:pt x="13" y="69"/>
                  </a:lnTo>
                  <a:lnTo>
                    <a:pt x="9" y="90"/>
                  </a:lnTo>
                  <a:lnTo>
                    <a:pt x="6" y="111"/>
                  </a:lnTo>
                  <a:lnTo>
                    <a:pt x="4" y="133"/>
                  </a:lnTo>
                  <a:lnTo>
                    <a:pt x="2" y="157"/>
                  </a:lnTo>
                  <a:lnTo>
                    <a:pt x="0" y="182"/>
                  </a:lnTo>
                  <a:lnTo>
                    <a:pt x="0" y="208"/>
                  </a:lnTo>
                  <a:lnTo>
                    <a:pt x="2" y="208"/>
                  </a:lnTo>
                  <a:lnTo>
                    <a:pt x="2" y="180"/>
                  </a:lnTo>
                  <a:lnTo>
                    <a:pt x="4" y="154"/>
                  </a:lnTo>
                  <a:lnTo>
                    <a:pt x="6" y="130"/>
                  </a:lnTo>
                  <a:lnTo>
                    <a:pt x="8" y="105"/>
                  </a:lnTo>
                  <a:lnTo>
                    <a:pt x="13" y="85"/>
                  </a:lnTo>
                  <a:lnTo>
                    <a:pt x="17" y="64"/>
                  </a:lnTo>
                  <a:lnTo>
                    <a:pt x="22" y="46"/>
                  </a:lnTo>
                  <a:lnTo>
                    <a:pt x="27" y="33"/>
                  </a:lnTo>
                  <a:lnTo>
                    <a:pt x="35" y="20"/>
                  </a:lnTo>
                  <a:lnTo>
                    <a:pt x="40" y="12"/>
                  </a:lnTo>
                  <a:lnTo>
                    <a:pt x="47" y="7"/>
                  </a:lnTo>
                  <a:lnTo>
                    <a:pt x="55" y="5"/>
                  </a:lnTo>
                  <a:lnTo>
                    <a:pt x="55" y="0"/>
                  </a:lnTo>
                  <a:close/>
                </a:path>
              </a:pathLst>
            </a:custGeom>
            <a:solidFill>
              <a:srgbClr val="9B9B9B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201" name="Google Shape;201;p1"/>
            <p:cNvSpPr/>
            <p:nvPr/>
          </p:nvSpPr>
          <p:spPr>
            <a:xfrm>
              <a:off x="4074" y="3300"/>
              <a:ext cx="45" cy="121"/>
            </a:xfrm>
            <a:custGeom>
              <a:avLst/>
              <a:gdLst/>
              <a:ahLst/>
              <a:cxnLst/>
              <a:rect l="l" t="t" r="r" b="b"/>
              <a:pathLst>
                <a:path w="53" h="203" extrusionOk="0">
                  <a:moveTo>
                    <a:pt x="53" y="0"/>
                  </a:moveTo>
                  <a:lnTo>
                    <a:pt x="45" y="2"/>
                  </a:lnTo>
                  <a:lnTo>
                    <a:pt x="38" y="7"/>
                  </a:lnTo>
                  <a:lnTo>
                    <a:pt x="33" y="15"/>
                  </a:lnTo>
                  <a:lnTo>
                    <a:pt x="25" y="28"/>
                  </a:lnTo>
                  <a:lnTo>
                    <a:pt x="20" y="41"/>
                  </a:lnTo>
                  <a:lnTo>
                    <a:pt x="15" y="59"/>
                  </a:lnTo>
                  <a:lnTo>
                    <a:pt x="11" y="80"/>
                  </a:lnTo>
                  <a:lnTo>
                    <a:pt x="6" y="100"/>
                  </a:lnTo>
                  <a:lnTo>
                    <a:pt x="4" y="125"/>
                  </a:lnTo>
                  <a:lnTo>
                    <a:pt x="2" y="149"/>
                  </a:lnTo>
                  <a:lnTo>
                    <a:pt x="0" y="175"/>
                  </a:lnTo>
                  <a:lnTo>
                    <a:pt x="0" y="203"/>
                  </a:lnTo>
                  <a:lnTo>
                    <a:pt x="0" y="203"/>
                  </a:lnTo>
                  <a:lnTo>
                    <a:pt x="2" y="177"/>
                  </a:lnTo>
                  <a:lnTo>
                    <a:pt x="2" y="151"/>
                  </a:lnTo>
                  <a:lnTo>
                    <a:pt x="4" y="126"/>
                  </a:lnTo>
                  <a:lnTo>
                    <a:pt x="7" y="104"/>
                  </a:lnTo>
                  <a:lnTo>
                    <a:pt x="11" y="81"/>
                  </a:lnTo>
                  <a:lnTo>
                    <a:pt x="16" y="62"/>
                  </a:lnTo>
                  <a:lnTo>
                    <a:pt x="20" y="45"/>
                  </a:lnTo>
                  <a:lnTo>
                    <a:pt x="27" y="31"/>
                  </a:lnTo>
                  <a:lnTo>
                    <a:pt x="33" y="21"/>
                  </a:lnTo>
                  <a:lnTo>
                    <a:pt x="38" y="12"/>
                  </a:lnTo>
                  <a:lnTo>
                    <a:pt x="45" y="7"/>
                  </a:lnTo>
                  <a:lnTo>
                    <a:pt x="53" y="5"/>
                  </a:lnTo>
                  <a:lnTo>
                    <a:pt x="53" y="0"/>
                  </a:lnTo>
                  <a:close/>
                </a:path>
              </a:pathLst>
            </a:custGeom>
            <a:solidFill>
              <a:srgbClr val="9D9D9D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202" name="Google Shape;202;p1"/>
            <p:cNvSpPr/>
            <p:nvPr/>
          </p:nvSpPr>
          <p:spPr>
            <a:xfrm>
              <a:off x="4074" y="3304"/>
              <a:ext cx="45" cy="117"/>
            </a:xfrm>
            <a:custGeom>
              <a:avLst/>
              <a:gdLst/>
              <a:ahLst/>
              <a:cxnLst/>
              <a:rect l="l" t="t" r="r" b="b"/>
              <a:pathLst>
                <a:path w="53" h="198" extrusionOk="0">
                  <a:moveTo>
                    <a:pt x="53" y="0"/>
                  </a:moveTo>
                  <a:lnTo>
                    <a:pt x="45" y="2"/>
                  </a:lnTo>
                  <a:lnTo>
                    <a:pt x="38" y="7"/>
                  </a:lnTo>
                  <a:lnTo>
                    <a:pt x="33" y="16"/>
                  </a:lnTo>
                  <a:lnTo>
                    <a:pt x="27" y="26"/>
                  </a:lnTo>
                  <a:lnTo>
                    <a:pt x="20" y="40"/>
                  </a:lnTo>
                  <a:lnTo>
                    <a:pt x="16" y="57"/>
                  </a:lnTo>
                  <a:lnTo>
                    <a:pt x="11" y="76"/>
                  </a:lnTo>
                  <a:lnTo>
                    <a:pt x="7" y="99"/>
                  </a:lnTo>
                  <a:lnTo>
                    <a:pt x="4" y="121"/>
                  </a:lnTo>
                  <a:lnTo>
                    <a:pt x="2" y="146"/>
                  </a:lnTo>
                  <a:lnTo>
                    <a:pt x="2" y="172"/>
                  </a:lnTo>
                  <a:lnTo>
                    <a:pt x="0" y="198"/>
                  </a:lnTo>
                  <a:lnTo>
                    <a:pt x="2" y="198"/>
                  </a:lnTo>
                  <a:lnTo>
                    <a:pt x="2" y="172"/>
                  </a:lnTo>
                  <a:lnTo>
                    <a:pt x="4" y="147"/>
                  </a:lnTo>
                  <a:lnTo>
                    <a:pt x="6" y="123"/>
                  </a:lnTo>
                  <a:lnTo>
                    <a:pt x="9" y="101"/>
                  </a:lnTo>
                  <a:lnTo>
                    <a:pt x="13" y="80"/>
                  </a:lnTo>
                  <a:lnTo>
                    <a:pt x="16" y="61"/>
                  </a:lnTo>
                  <a:lnTo>
                    <a:pt x="22" y="45"/>
                  </a:lnTo>
                  <a:lnTo>
                    <a:pt x="27" y="31"/>
                  </a:lnTo>
                  <a:lnTo>
                    <a:pt x="33" y="19"/>
                  </a:lnTo>
                  <a:lnTo>
                    <a:pt x="40" y="12"/>
                  </a:lnTo>
                  <a:lnTo>
                    <a:pt x="45" y="7"/>
                  </a:lnTo>
                  <a:lnTo>
                    <a:pt x="53" y="5"/>
                  </a:lnTo>
                  <a:lnTo>
                    <a:pt x="53" y="0"/>
                  </a:lnTo>
                  <a:close/>
                </a:path>
              </a:pathLst>
            </a:custGeom>
            <a:solidFill>
              <a:srgbClr val="9F9F9F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203" name="Google Shape;203;p1"/>
            <p:cNvSpPr/>
            <p:nvPr/>
          </p:nvSpPr>
          <p:spPr>
            <a:xfrm>
              <a:off x="4074" y="3307"/>
              <a:ext cx="45" cy="114"/>
            </a:xfrm>
            <a:custGeom>
              <a:avLst/>
              <a:gdLst/>
              <a:ahLst/>
              <a:cxnLst/>
              <a:rect l="l" t="t" r="r" b="b"/>
              <a:pathLst>
                <a:path w="51" h="193" extrusionOk="0">
                  <a:moveTo>
                    <a:pt x="51" y="0"/>
                  </a:moveTo>
                  <a:lnTo>
                    <a:pt x="43" y="2"/>
                  </a:lnTo>
                  <a:lnTo>
                    <a:pt x="38" y="7"/>
                  </a:lnTo>
                  <a:lnTo>
                    <a:pt x="31" y="14"/>
                  </a:lnTo>
                  <a:lnTo>
                    <a:pt x="25" y="26"/>
                  </a:lnTo>
                  <a:lnTo>
                    <a:pt x="20" y="40"/>
                  </a:lnTo>
                  <a:lnTo>
                    <a:pt x="14" y="56"/>
                  </a:lnTo>
                  <a:lnTo>
                    <a:pt x="11" y="75"/>
                  </a:lnTo>
                  <a:lnTo>
                    <a:pt x="7" y="96"/>
                  </a:lnTo>
                  <a:lnTo>
                    <a:pt x="4" y="118"/>
                  </a:lnTo>
                  <a:lnTo>
                    <a:pt x="2" y="142"/>
                  </a:lnTo>
                  <a:lnTo>
                    <a:pt x="0" y="167"/>
                  </a:lnTo>
                  <a:lnTo>
                    <a:pt x="0" y="193"/>
                  </a:lnTo>
                  <a:lnTo>
                    <a:pt x="2" y="193"/>
                  </a:lnTo>
                  <a:lnTo>
                    <a:pt x="2" y="168"/>
                  </a:lnTo>
                  <a:lnTo>
                    <a:pt x="4" y="144"/>
                  </a:lnTo>
                  <a:lnTo>
                    <a:pt x="5" y="120"/>
                  </a:lnTo>
                  <a:lnTo>
                    <a:pt x="7" y="99"/>
                  </a:lnTo>
                  <a:lnTo>
                    <a:pt x="11" y="78"/>
                  </a:lnTo>
                  <a:lnTo>
                    <a:pt x="16" y="59"/>
                  </a:lnTo>
                  <a:lnTo>
                    <a:pt x="20" y="44"/>
                  </a:lnTo>
                  <a:lnTo>
                    <a:pt x="25" y="30"/>
                  </a:lnTo>
                  <a:lnTo>
                    <a:pt x="31" y="19"/>
                  </a:lnTo>
                  <a:lnTo>
                    <a:pt x="38" y="12"/>
                  </a:lnTo>
                  <a:lnTo>
                    <a:pt x="43" y="7"/>
                  </a:lnTo>
                  <a:lnTo>
                    <a:pt x="51" y="5"/>
                  </a:lnTo>
                  <a:lnTo>
                    <a:pt x="51" y="0"/>
                  </a:lnTo>
                  <a:close/>
                </a:path>
              </a:pathLst>
            </a:custGeom>
            <a:solidFill>
              <a:srgbClr val="A1A1A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204" name="Google Shape;204;p1"/>
            <p:cNvSpPr/>
            <p:nvPr/>
          </p:nvSpPr>
          <p:spPr>
            <a:xfrm>
              <a:off x="4075" y="3309"/>
              <a:ext cx="44" cy="112"/>
            </a:xfrm>
            <a:custGeom>
              <a:avLst/>
              <a:gdLst/>
              <a:ahLst/>
              <a:cxnLst/>
              <a:rect l="l" t="t" r="r" b="b"/>
              <a:pathLst>
                <a:path w="49" h="188" extrusionOk="0">
                  <a:moveTo>
                    <a:pt x="49" y="0"/>
                  </a:moveTo>
                  <a:lnTo>
                    <a:pt x="41" y="2"/>
                  </a:lnTo>
                  <a:lnTo>
                    <a:pt x="36" y="7"/>
                  </a:lnTo>
                  <a:lnTo>
                    <a:pt x="29" y="14"/>
                  </a:lnTo>
                  <a:lnTo>
                    <a:pt x="23" y="25"/>
                  </a:lnTo>
                  <a:lnTo>
                    <a:pt x="18" y="39"/>
                  </a:lnTo>
                  <a:lnTo>
                    <a:pt x="14" y="54"/>
                  </a:lnTo>
                  <a:lnTo>
                    <a:pt x="9" y="73"/>
                  </a:lnTo>
                  <a:lnTo>
                    <a:pt x="5" y="94"/>
                  </a:lnTo>
                  <a:lnTo>
                    <a:pt x="3" y="115"/>
                  </a:lnTo>
                  <a:lnTo>
                    <a:pt x="2" y="139"/>
                  </a:lnTo>
                  <a:lnTo>
                    <a:pt x="0" y="163"/>
                  </a:lnTo>
                  <a:lnTo>
                    <a:pt x="0" y="188"/>
                  </a:lnTo>
                  <a:lnTo>
                    <a:pt x="2" y="188"/>
                  </a:lnTo>
                  <a:lnTo>
                    <a:pt x="2" y="163"/>
                  </a:lnTo>
                  <a:lnTo>
                    <a:pt x="2" y="141"/>
                  </a:lnTo>
                  <a:lnTo>
                    <a:pt x="5" y="118"/>
                  </a:lnTo>
                  <a:lnTo>
                    <a:pt x="7" y="96"/>
                  </a:lnTo>
                  <a:lnTo>
                    <a:pt x="11" y="77"/>
                  </a:lnTo>
                  <a:lnTo>
                    <a:pt x="14" y="59"/>
                  </a:lnTo>
                  <a:lnTo>
                    <a:pt x="20" y="44"/>
                  </a:lnTo>
                  <a:lnTo>
                    <a:pt x="25" y="30"/>
                  </a:lnTo>
                  <a:lnTo>
                    <a:pt x="30" y="19"/>
                  </a:lnTo>
                  <a:lnTo>
                    <a:pt x="36" y="11"/>
                  </a:lnTo>
                  <a:lnTo>
                    <a:pt x="41" y="7"/>
                  </a:lnTo>
                  <a:lnTo>
                    <a:pt x="49" y="6"/>
                  </a:lnTo>
                  <a:lnTo>
                    <a:pt x="49" y="0"/>
                  </a:lnTo>
                  <a:close/>
                </a:path>
              </a:pathLst>
            </a:custGeom>
            <a:solidFill>
              <a:srgbClr val="A3A3A3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205" name="Google Shape;205;p1"/>
            <p:cNvSpPr/>
            <p:nvPr/>
          </p:nvSpPr>
          <p:spPr>
            <a:xfrm>
              <a:off x="4077" y="3313"/>
              <a:ext cx="42" cy="108"/>
            </a:xfrm>
            <a:custGeom>
              <a:avLst/>
              <a:gdLst/>
              <a:ahLst/>
              <a:cxnLst/>
              <a:rect l="l" t="t" r="r" b="b"/>
              <a:pathLst>
                <a:path w="47" h="182" extrusionOk="0">
                  <a:moveTo>
                    <a:pt x="47" y="0"/>
                  </a:moveTo>
                  <a:lnTo>
                    <a:pt x="39" y="1"/>
                  </a:lnTo>
                  <a:lnTo>
                    <a:pt x="34" y="5"/>
                  </a:lnTo>
                  <a:lnTo>
                    <a:pt x="28" y="13"/>
                  </a:lnTo>
                  <a:lnTo>
                    <a:pt x="23" y="24"/>
                  </a:lnTo>
                  <a:lnTo>
                    <a:pt x="18" y="38"/>
                  </a:lnTo>
                  <a:lnTo>
                    <a:pt x="12" y="53"/>
                  </a:lnTo>
                  <a:lnTo>
                    <a:pt x="9" y="71"/>
                  </a:lnTo>
                  <a:lnTo>
                    <a:pt x="5" y="90"/>
                  </a:lnTo>
                  <a:lnTo>
                    <a:pt x="3" y="112"/>
                  </a:lnTo>
                  <a:lnTo>
                    <a:pt x="0" y="135"/>
                  </a:lnTo>
                  <a:lnTo>
                    <a:pt x="0" y="157"/>
                  </a:lnTo>
                  <a:lnTo>
                    <a:pt x="0" y="182"/>
                  </a:lnTo>
                  <a:lnTo>
                    <a:pt x="0" y="182"/>
                  </a:lnTo>
                  <a:lnTo>
                    <a:pt x="1" y="157"/>
                  </a:lnTo>
                  <a:lnTo>
                    <a:pt x="1" y="135"/>
                  </a:lnTo>
                  <a:lnTo>
                    <a:pt x="3" y="114"/>
                  </a:lnTo>
                  <a:lnTo>
                    <a:pt x="7" y="93"/>
                  </a:lnTo>
                  <a:lnTo>
                    <a:pt x="10" y="74"/>
                  </a:lnTo>
                  <a:lnTo>
                    <a:pt x="14" y="57"/>
                  </a:lnTo>
                  <a:lnTo>
                    <a:pt x="18" y="41"/>
                  </a:lnTo>
                  <a:lnTo>
                    <a:pt x="23" y="29"/>
                  </a:lnTo>
                  <a:lnTo>
                    <a:pt x="28" y="19"/>
                  </a:lnTo>
                  <a:lnTo>
                    <a:pt x="34" y="10"/>
                  </a:lnTo>
                  <a:lnTo>
                    <a:pt x="39" y="7"/>
                  </a:lnTo>
                  <a:lnTo>
                    <a:pt x="47" y="5"/>
                  </a:lnTo>
                  <a:lnTo>
                    <a:pt x="47" y="0"/>
                  </a:lnTo>
                  <a:close/>
                </a:path>
              </a:pathLst>
            </a:custGeom>
            <a:solidFill>
              <a:srgbClr val="A5A5A5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206" name="Google Shape;206;p1"/>
            <p:cNvSpPr/>
            <p:nvPr/>
          </p:nvSpPr>
          <p:spPr>
            <a:xfrm>
              <a:off x="4077" y="3315"/>
              <a:ext cx="42" cy="106"/>
            </a:xfrm>
            <a:custGeom>
              <a:avLst/>
              <a:gdLst/>
              <a:ahLst/>
              <a:cxnLst/>
              <a:rect l="l" t="t" r="r" b="b"/>
              <a:pathLst>
                <a:path w="47" h="177" extrusionOk="0">
                  <a:moveTo>
                    <a:pt x="47" y="0"/>
                  </a:moveTo>
                  <a:lnTo>
                    <a:pt x="39" y="2"/>
                  </a:lnTo>
                  <a:lnTo>
                    <a:pt x="34" y="5"/>
                  </a:lnTo>
                  <a:lnTo>
                    <a:pt x="28" y="14"/>
                  </a:lnTo>
                  <a:lnTo>
                    <a:pt x="23" y="24"/>
                  </a:lnTo>
                  <a:lnTo>
                    <a:pt x="18" y="36"/>
                  </a:lnTo>
                  <a:lnTo>
                    <a:pt x="14" y="52"/>
                  </a:lnTo>
                  <a:lnTo>
                    <a:pt x="10" y="69"/>
                  </a:lnTo>
                  <a:lnTo>
                    <a:pt x="7" y="88"/>
                  </a:lnTo>
                  <a:lnTo>
                    <a:pt x="3" y="109"/>
                  </a:lnTo>
                  <a:lnTo>
                    <a:pt x="1" y="130"/>
                  </a:lnTo>
                  <a:lnTo>
                    <a:pt x="1" y="152"/>
                  </a:lnTo>
                  <a:lnTo>
                    <a:pt x="0" y="177"/>
                  </a:lnTo>
                  <a:lnTo>
                    <a:pt x="1" y="177"/>
                  </a:lnTo>
                  <a:lnTo>
                    <a:pt x="1" y="154"/>
                  </a:lnTo>
                  <a:lnTo>
                    <a:pt x="3" y="132"/>
                  </a:lnTo>
                  <a:lnTo>
                    <a:pt x="5" y="111"/>
                  </a:lnTo>
                  <a:lnTo>
                    <a:pt x="7" y="90"/>
                  </a:lnTo>
                  <a:lnTo>
                    <a:pt x="10" y="73"/>
                  </a:lnTo>
                  <a:lnTo>
                    <a:pt x="14" y="55"/>
                  </a:lnTo>
                  <a:lnTo>
                    <a:pt x="19" y="40"/>
                  </a:lnTo>
                  <a:lnTo>
                    <a:pt x="23" y="28"/>
                  </a:lnTo>
                  <a:lnTo>
                    <a:pt x="28" y="17"/>
                  </a:lnTo>
                  <a:lnTo>
                    <a:pt x="34" y="10"/>
                  </a:lnTo>
                  <a:lnTo>
                    <a:pt x="41" y="7"/>
                  </a:lnTo>
                  <a:lnTo>
                    <a:pt x="47" y="5"/>
                  </a:lnTo>
                  <a:lnTo>
                    <a:pt x="47" y="0"/>
                  </a:lnTo>
                  <a:close/>
                </a:path>
              </a:pathLst>
            </a:custGeom>
            <a:solidFill>
              <a:srgbClr val="A8A8A8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207" name="Google Shape;207;p1"/>
            <p:cNvSpPr/>
            <p:nvPr/>
          </p:nvSpPr>
          <p:spPr>
            <a:xfrm>
              <a:off x="4079" y="3319"/>
              <a:ext cx="40" cy="102"/>
            </a:xfrm>
            <a:custGeom>
              <a:avLst/>
              <a:gdLst/>
              <a:ahLst/>
              <a:cxnLst/>
              <a:rect l="l" t="t" r="r" b="b"/>
              <a:pathLst>
                <a:path w="46" h="172" extrusionOk="0">
                  <a:moveTo>
                    <a:pt x="46" y="0"/>
                  </a:moveTo>
                  <a:lnTo>
                    <a:pt x="40" y="2"/>
                  </a:lnTo>
                  <a:lnTo>
                    <a:pt x="33" y="5"/>
                  </a:lnTo>
                  <a:lnTo>
                    <a:pt x="27" y="12"/>
                  </a:lnTo>
                  <a:lnTo>
                    <a:pt x="22" y="23"/>
                  </a:lnTo>
                  <a:lnTo>
                    <a:pt x="18" y="35"/>
                  </a:lnTo>
                  <a:lnTo>
                    <a:pt x="13" y="50"/>
                  </a:lnTo>
                  <a:lnTo>
                    <a:pt x="9" y="68"/>
                  </a:lnTo>
                  <a:lnTo>
                    <a:pt x="6" y="85"/>
                  </a:lnTo>
                  <a:lnTo>
                    <a:pt x="4" y="106"/>
                  </a:lnTo>
                  <a:lnTo>
                    <a:pt x="2" y="127"/>
                  </a:lnTo>
                  <a:lnTo>
                    <a:pt x="0" y="149"/>
                  </a:lnTo>
                  <a:lnTo>
                    <a:pt x="0" y="172"/>
                  </a:lnTo>
                  <a:lnTo>
                    <a:pt x="2" y="172"/>
                  </a:lnTo>
                  <a:lnTo>
                    <a:pt x="2" y="147"/>
                  </a:lnTo>
                  <a:lnTo>
                    <a:pt x="4" y="125"/>
                  </a:lnTo>
                  <a:lnTo>
                    <a:pt x="6" y="102"/>
                  </a:lnTo>
                  <a:lnTo>
                    <a:pt x="9" y="82"/>
                  </a:lnTo>
                  <a:lnTo>
                    <a:pt x="13" y="62"/>
                  </a:lnTo>
                  <a:lnTo>
                    <a:pt x="17" y="45"/>
                  </a:lnTo>
                  <a:lnTo>
                    <a:pt x="22" y="31"/>
                  </a:lnTo>
                  <a:lnTo>
                    <a:pt x="27" y="21"/>
                  </a:lnTo>
                  <a:lnTo>
                    <a:pt x="33" y="12"/>
                  </a:lnTo>
                  <a:lnTo>
                    <a:pt x="38" y="7"/>
                  </a:lnTo>
                  <a:lnTo>
                    <a:pt x="46" y="5"/>
                  </a:lnTo>
                  <a:lnTo>
                    <a:pt x="46" y="0"/>
                  </a:lnTo>
                  <a:close/>
                </a:path>
              </a:pathLst>
            </a:custGeom>
            <a:solidFill>
              <a:srgbClr val="AAAAAA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208" name="Google Shape;208;p1"/>
            <p:cNvSpPr/>
            <p:nvPr/>
          </p:nvSpPr>
          <p:spPr>
            <a:xfrm>
              <a:off x="4081" y="3323"/>
              <a:ext cx="38" cy="98"/>
            </a:xfrm>
            <a:custGeom>
              <a:avLst/>
              <a:gdLst/>
              <a:ahLst/>
              <a:cxnLst/>
              <a:rect l="l" t="t" r="r" b="b"/>
              <a:pathLst>
                <a:path w="44" h="167" extrusionOk="0">
                  <a:moveTo>
                    <a:pt x="44" y="0"/>
                  </a:moveTo>
                  <a:lnTo>
                    <a:pt x="36" y="2"/>
                  </a:lnTo>
                  <a:lnTo>
                    <a:pt x="31" y="7"/>
                  </a:lnTo>
                  <a:lnTo>
                    <a:pt x="25" y="16"/>
                  </a:lnTo>
                  <a:lnTo>
                    <a:pt x="20" y="26"/>
                  </a:lnTo>
                  <a:lnTo>
                    <a:pt x="15" y="40"/>
                  </a:lnTo>
                  <a:lnTo>
                    <a:pt x="11" y="57"/>
                  </a:lnTo>
                  <a:lnTo>
                    <a:pt x="7" y="77"/>
                  </a:lnTo>
                  <a:lnTo>
                    <a:pt x="4" y="97"/>
                  </a:lnTo>
                  <a:lnTo>
                    <a:pt x="2" y="120"/>
                  </a:lnTo>
                  <a:lnTo>
                    <a:pt x="0" y="142"/>
                  </a:lnTo>
                  <a:lnTo>
                    <a:pt x="0" y="167"/>
                  </a:lnTo>
                  <a:lnTo>
                    <a:pt x="2" y="167"/>
                  </a:lnTo>
                  <a:lnTo>
                    <a:pt x="2" y="142"/>
                  </a:lnTo>
                  <a:lnTo>
                    <a:pt x="2" y="122"/>
                  </a:lnTo>
                  <a:lnTo>
                    <a:pt x="6" y="99"/>
                  </a:lnTo>
                  <a:lnTo>
                    <a:pt x="7" y="80"/>
                  </a:lnTo>
                  <a:lnTo>
                    <a:pt x="11" y="61"/>
                  </a:lnTo>
                  <a:lnTo>
                    <a:pt x="16" y="45"/>
                  </a:lnTo>
                  <a:lnTo>
                    <a:pt x="20" y="31"/>
                  </a:lnTo>
                  <a:lnTo>
                    <a:pt x="25" y="19"/>
                  </a:lnTo>
                  <a:lnTo>
                    <a:pt x="31" y="12"/>
                  </a:lnTo>
                  <a:lnTo>
                    <a:pt x="36" y="7"/>
                  </a:lnTo>
                  <a:lnTo>
                    <a:pt x="44" y="5"/>
                  </a:lnTo>
                  <a:lnTo>
                    <a:pt x="44" y="0"/>
                  </a:lnTo>
                  <a:close/>
                </a:path>
              </a:pathLst>
            </a:custGeom>
            <a:solidFill>
              <a:srgbClr val="ACACAC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209" name="Google Shape;209;p1"/>
            <p:cNvSpPr/>
            <p:nvPr/>
          </p:nvSpPr>
          <p:spPr>
            <a:xfrm>
              <a:off x="4082" y="3325"/>
              <a:ext cx="37" cy="96"/>
            </a:xfrm>
            <a:custGeom>
              <a:avLst/>
              <a:gdLst/>
              <a:ahLst/>
              <a:cxnLst/>
              <a:rect l="l" t="t" r="r" b="b"/>
              <a:pathLst>
                <a:path w="42" h="162" extrusionOk="0">
                  <a:moveTo>
                    <a:pt x="42" y="0"/>
                  </a:moveTo>
                  <a:lnTo>
                    <a:pt x="34" y="2"/>
                  </a:lnTo>
                  <a:lnTo>
                    <a:pt x="29" y="7"/>
                  </a:lnTo>
                  <a:lnTo>
                    <a:pt x="23" y="14"/>
                  </a:lnTo>
                  <a:lnTo>
                    <a:pt x="18" y="26"/>
                  </a:lnTo>
                  <a:lnTo>
                    <a:pt x="14" y="40"/>
                  </a:lnTo>
                  <a:lnTo>
                    <a:pt x="9" y="56"/>
                  </a:lnTo>
                  <a:lnTo>
                    <a:pt x="5" y="75"/>
                  </a:lnTo>
                  <a:lnTo>
                    <a:pt x="4" y="94"/>
                  </a:lnTo>
                  <a:lnTo>
                    <a:pt x="0" y="117"/>
                  </a:lnTo>
                  <a:lnTo>
                    <a:pt x="0" y="137"/>
                  </a:lnTo>
                  <a:lnTo>
                    <a:pt x="0" y="162"/>
                  </a:lnTo>
                  <a:lnTo>
                    <a:pt x="0" y="162"/>
                  </a:lnTo>
                  <a:lnTo>
                    <a:pt x="2" y="139"/>
                  </a:lnTo>
                  <a:lnTo>
                    <a:pt x="2" y="117"/>
                  </a:lnTo>
                  <a:lnTo>
                    <a:pt x="4" y="96"/>
                  </a:lnTo>
                  <a:lnTo>
                    <a:pt x="7" y="77"/>
                  </a:lnTo>
                  <a:lnTo>
                    <a:pt x="11" y="59"/>
                  </a:lnTo>
                  <a:lnTo>
                    <a:pt x="14" y="44"/>
                  </a:lnTo>
                  <a:lnTo>
                    <a:pt x="20" y="30"/>
                  </a:lnTo>
                  <a:lnTo>
                    <a:pt x="23" y="20"/>
                  </a:lnTo>
                  <a:lnTo>
                    <a:pt x="29" y="13"/>
                  </a:lnTo>
                  <a:lnTo>
                    <a:pt x="36" y="7"/>
                  </a:lnTo>
                  <a:lnTo>
                    <a:pt x="42" y="6"/>
                  </a:lnTo>
                  <a:lnTo>
                    <a:pt x="42" y="0"/>
                  </a:lnTo>
                  <a:close/>
                </a:path>
              </a:pathLst>
            </a:custGeom>
            <a:solidFill>
              <a:srgbClr val="AFAFAF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</p:grpSp>
      <p:sp>
        <p:nvSpPr>
          <p:cNvPr id="210" name="Google Shape;210;p1"/>
          <p:cNvSpPr/>
          <p:nvPr/>
        </p:nvSpPr>
        <p:spPr>
          <a:xfrm>
            <a:off x="5867400" y="4648200"/>
            <a:ext cx="914400" cy="304800"/>
          </a:xfrm>
          <a:custGeom>
            <a:avLst/>
            <a:gdLst/>
            <a:ahLst/>
            <a:cxnLst/>
            <a:rect l="l" t="t" r="r" b="b"/>
            <a:pathLst>
              <a:path w="578" h="103" extrusionOk="0">
                <a:moveTo>
                  <a:pt x="11" y="102"/>
                </a:moveTo>
                <a:lnTo>
                  <a:pt x="548" y="102"/>
                </a:lnTo>
                <a:lnTo>
                  <a:pt x="553" y="97"/>
                </a:lnTo>
                <a:lnTo>
                  <a:pt x="557" y="93"/>
                </a:lnTo>
                <a:lnTo>
                  <a:pt x="564" y="87"/>
                </a:lnTo>
                <a:lnTo>
                  <a:pt x="568" y="84"/>
                </a:lnTo>
                <a:lnTo>
                  <a:pt x="572" y="82"/>
                </a:lnTo>
                <a:lnTo>
                  <a:pt x="576" y="83"/>
                </a:lnTo>
                <a:lnTo>
                  <a:pt x="576" y="82"/>
                </a:lnTo>
                <a:lnTo>
                  <a:pt x="572" y="82"/>
                </a:lnTo>
                <a:lnTo>
                  <a:pt x="577" y="78"/>
                </a:lnTo>
                <a:lnTo>
                  <a:pt x="517" y="78"/>
                </a:lnTo>
                <a:lnTo>
                  <a:pt x="506" y="79"/>
                </a:lnTo>
                <a:lnTo>
                  <a:pt x="498" y="80"/>
                </a:lnTo>
                <a:lnTo>
                  <a:pt x="495" y="74"/>
                </a:lnTo>
                <a:lnTo>
                  <a:pt x="497" y="74"/>
                </a:lnTo>
                <a:lnTo>
                  <a:pt x="498" y="74"/>
                </a:lnTo>
                <a:lnTo>
                  <a:pt x="498" y="73"/>
                </a:lnTo>
                <a:lnTo>
                  <a:pt x="498" y="70"/>
                </a:lnTo>
                <a:lnTo>
                  <a:pt x="497" y="68"/>
                </a:lnTo>
                <a:lnTo>
                  <a:pt x="507" y="68"/>
                </a:lnTo>
                <a:lnTo>
                  <a:pt x="508" y="68"/>
                </a:lnTo>
                <a:lnTo>
                  <a:pt x="509" y="68"/>
                </a:lnTo>
                <a:lnTo>
                  <a:pt x="509" y="67"/>
                </a:lnTo>
                <a:lnTo>
                  <a:pt x="515" y="67"/>
                </a:lnTo>
                <a:lnTo>
                  <a:pt x="516" y="67"/>
                </a:lnTo>
                <a:lnTo>
                  <a:pt x="516" y="66"/>
                </a:lnTo>
                <a:lnTo>
                  <a:pt x="515" y="66"/>
                </a:lnTo>
                <a:lnTo>
                  <a:pt x="509" y="66"/>
                </a:lnTo>
                <a:lnTo>
                  <a:pt x="507" y="66"/>
                </a:lnTo>
                <a:lnTo>
                  <a:pt x="497" y="68"/>
                </a:lnTo>
                <a:lnTo>
                  <a:pt x="495" y="66"/>
                </a:lnTo>
                <a:lnTo>
                  <a:pt x="494" y="65"/>
                </a:lnTo>
                <a:lnTo>
                  <a:pt x="493" y="65"/>
                </a:lnTo>
                <a:lnTo>
                  <a:pt x="491" y="64"/>
                </a:lnTo>
                <a:lnTo>
                  <a:pt x="489" y="63"/>
                </a:lnTo>
                <a:lnTo>
                  <a:pt x="486" y="64"/>
                </a:lnTo>
                <a:lnTo>
                  <a:pt x="484" y="65"/>
                </a:lnTo>
                <a:lnTo>
                  <a:pt x="483" y="66"/>
                </a:lnTo>
                <a:lnTo>
                  <a:pt x="482" y="66"/>
                </a:lnTo>
                <a:lnTo>
                  <a:pt x="482" y="69"/>
                </a:lnTo>
                <a:lnTo>
                  <a:pt x="482" y="70"/>
                </a:lnTo>
                <a:lnTo>
                  <a:pt x="482" y="72"/>
                </a:lnTo>
                <a:lnTo>
                  <a:pt x="483" y="73"/>
                </a:lnTo>
                <a:lnTo>
                  <a:pt x="484" y="74"/>
                </a:lnTo>
                <a:lnTo>
                  <a:pt x="485" y="74"/>
                </a:lnTo>
                <a:lnTo>
                  <a:pt x="487" y="75"/>
                </a:lnTo>
                <a:lnTo>
                  <a:pt x="486" y="80"/>
                </a:lnTo>
                <a:lnTo>
                  <a:pt x="475" y="81"/>
                </a:lnTo>
                <a:lnTo>
                  <a:pt x="476" y="70"/>
                </a:lnTo>
                <a:lnTo>
                  <a:pt x="444" y="72"/>
                </a:lnTo>
                <a:lnTo>
                  <a:pt x="443" y="84"/>
                </a:lnTo>
                <a:lnTo>
                  <a:pt x="438" y="84"/>
                </a:lnTo>
                <a:lnTo>
                  <a:pt x="438" y="68"/>
                </a:lnTo>
                <a:lnTo>
                  <a:pt x="437" y="68"/>
                </a:lnTo>
                <a:lnTo>
                  <a:pt x="437" y="84"/>
                </a:lnTo>
                <a:lnTo>
                  <a:pt x="435" y="84"/>
                </a:lnTo>
                <a:lnTo>
                  <a:pt x="435" y="68"/>
                </a:lnTo>
                <a:lnTo>
                  <a:pt x="433" y="68"/>
                </a:lnTo>
                <a:lnTo>
                  <a:pt x="433" y="84"/>
                </a:lnTo>
                <a:lnTo>
                  <a:pt x="431" y="84"/>
                </a:lnTo>
                <a:lnTo>
                  <a:pt x="431" y="81"/>
                </a:lnTo>
                <a:lnTo>
                  <a:pt x="430" y="81"/>
                </a:lnTo>
                <a:lnTo>
                  <a:pt x="430" y="68"/>
                </a:lnTo>
                <a:lnTo>
                  <a:pt x="424" y="68"/>
                </a:lnTo>
                <a:lnTo>
                  <a:pt x="424" y="81"/>
                </a:lnTo>
                <a:lnTo>
                  <a:pt x="423" y="81"/>
                </a:lnTo>
                <a:lnTo>
                  <a:pt x="423" y="84"/>
                </a:lnTo>
                <a:lnTo>
                  <a:pt x="419" y="85"/>
                </a:lnTo>
                <a:lnTo>
                  <a:pt x="421" y="59"/>
                </a:lnTo>
                <a:lnTo>
                  <a:pt x="419" y="59"/>
                </a:lnTo>
                <a:lnTo>
                  <a:pt x="420" y="55"/>
                </a:lnTo>
                <a:lnTo>
                  <a:pt x="418" y="55"/>
                </a:lnTo>
                <a:lnTo>
                  <a:pt x="418" y="52"/>
                </a:lnTo>
                <a:lnTo>
                  <a:pt x="419" y="52"/>
                </a:lnTo>
                <a:lnTo>
                  <a:pt x="417" y="48"/>
                </a:lnTo>
                <a:lnTo>
                  <a:pt x="417" y="44"/>
                </a:lnTo>
                <a:lnTo>
                  <a:pt x="417" y="48"/>
                </a:lnTo>
                <a:lnTo>
                  <a:pt x="416" y="52"/>
                </a:lnTo>
                <a:lnTo>
                  <a:pt x="417" y="52"/>
                </a:lnTo>
                <a:lnTo>
                  <a:pt x="417" y="55"/>
                </a:lnTo>
                <a:lnTo>
                  <a:pt x="389" y="55"/>
                </a:lnTo>
                <a:lnTo>
                  <a:pt x="389" y="47"/>
                </a:lnTo>
                <a:lnTo>
                  <a:pt x="388" y="55"/>
                </a:lnTo>
                <a:lnTo>
                  <a:pt x="379" y="55"/>
                </a:lnTo>
                <a:lnTo>
                  <a:pt x="375" y="49"/>
                </a:lnTo>
                <a:lnTo>
                  <a:pt x="375" y="46"/>
                </a:lnTo>
                <a:lnTo>
                  <a:pt x="375" y="45"/>
                </a:lnTo>
                <a:lnTo>
                  <a:pt x="375" y="43"/>
                </a:lnTo>
                <a:lnTo>
                  <a:pt x="375" y="41"/>
                </a:lnTo>
                <a:lnTo>
                  <a:pt x="374" y="41"/>
                </a:lnTo>
                <a:lnTo>
                  <a:pt x="372" y="43"/>
                </a:lnTo>
                <a:lnTo>
                  <a:pt x="372" y="45"/>
                </a:lnTo>
                <a:lnTo>
                  <a:pt x="374" y="46"/>
                </a:lnTo>
                <a:lnTo>
                  <a:pt x="374" y="49"/>
                </a:lnTo>
                <a:lnTo>
                  <a:pt x="369" y="55"/>
                </a:lnTo>
                <a:lnTo>
                  <a:pt x="363" y="55"/>
                </a:lnTo>
                <a:lnTo>
                  <a:pt x="363" y="41"/>
                </a:lnTo>
                <a:lnTo>
                  <a:pt x="363" y="55"/>
                </a:lnTo>
                <a:lnTo>
                  <a:pt x="340" y="55"/>
                </a:lnTo>
                <a:lnTo>
                  <a:pt x="340" y="47"/>
                </a:lnTo>
                <a:lnTo>
                  <a:pt x="348" y="46"/>
                </a:lnTo>
                <a:lnTo>
                  <a:pt x="348" y="45"/>
                </a:lnTo>
                <a:lnTo>
                  <a:pt x="347" y="45"/>
                </a:lnTo>
                <a:lnTo>
                  <a:pt x="347" y="44"/>
                </a:lnTo>
                <a:lnTo>
                  <a:pt x="346" y="44"/>
                </a:lnTo>
                <a:lnTo>
                  <a:pt x="346" y="45"/>
                </a:lnTo>
                <a:lnTo>
                  <a:pt x="345" y="45"/>
                </a:lnTo>
                <a:lnTo>
                  <a:pt x="340" y="45"/>
                </a:lnTo>
                <a:lnTo>
                  <a:pt x="339" y="37"/>
                </a:lnTo>
                <a:lnTo>
                  <a:pt x="347" y="35"/>
                </a:lnTo>
                <a:lnTo>
                  <a:pt x="347" y="33"/>
                </a:lnTo>
                <a:lnTo>
                  <a:pt x="343" y="33"/>
                </a:lnTo>
                <a:lnTo>
                  <a:pt x="343" y="30"/>
                </a:lnTo>
                <a:lnTo>
                  <a:pt x="347" y="30"/>
                </a:lnTo>
                <a:lnTo>
                  <a:pt x="347" y="29"/>
                </a:lnTo>
                <a:lnTo>
                  <a:pt x="340" y="29"/>
                </a:lnTo>
                <a:lnTo>
                  <a:pt x="340" y="30"/>
                </a:lnTo>
                <a:lnTo>
                  <a:pt x="342" y="30"/>
                </a:lnTo>
                <a:lnTo>
                  <a:pt x="342" y="33"/>
                </a:lnTo>
                <a:lnTo>
                  <a:pt x="338" y="33"/>
                </a:lnTo>
                <a:lnTo>
                  <a:pt x="337" y="21"/>
                </a:lnTo>
                <a:lnTo>
                  <a:pt x="340" y="19"/>
                </a:lnTo>
                <a:lnTo>
                  <a:pt x="340" y="21"/>
                </a:lnTo>
                <a:lnTo>
                  <a:pt x="340" y="17"/>
                </a:lnTo>
                <a:lnTo>
                  <a:pt x="340" y="19"/>
                </a:lnTo>
                <a:lnTo>
                  <a:pt x="338" y="19"/>
                </a:lnTo>
                <a:lnTo>
                  <a:pt x="337" y="19"/>
                </a:lnTo>
                <a:lnTo>
                  <a:pt x="337" y="18"/>
                </a:lnTo>
                <a:lnTo>
                  <a:pt x="338" y="15"/>
                </a:lnTo>
                <a:lnTo>
                  <a:pt x="338" y="9"/>
                </a:lnTo>
                <a:lnTo>
                  <a:pt x="336" y="5"/>
                </a:lnTo>
                <a:lnTo>
                  <a:pt x="336" y="5"/>
                </a:lnTo>
                <a:lnTo>
                  <a:pt x="337" y="3"/>
                </a:lnTo>
                <a:lnTo>
                  <a:pt x="348" y="3"/>
                </a:lnTo>
                <a:lnTo>
                  <a:pt x="348" y="1"/>
                </a:lnTo>
                <a:lnTo>
                  <a:pt x="338" y="1"/>
                </a:lnTo>
                <a:lnTo>
                  <a:pt x="338" y="0"/>
                </a:lnTo>
                <a:lnTo>
                  <a:pt x="332" y="0"/>
                </a:lnTo>
                <a:lnTo>
                  <a:pt x="332" y="1"/>
                </a:lnTo>
                <a:lnTo>
                  <a:pt x="321" y="1"/>
                </a:lnTo>
                <a:lnTo>
                  <a:pt x="321" y="3"/>
                </a:lnTo>
                <a:lnTo>
                  <a:pt x="332" y="3"/>
                </a:lnTo>
                <a:lnTo>
                  <a:pt x="333" y="5"/>
                </a:lnTo>
                <a:lnTo>
                  <a:pt x="333" y="5"/>
                </a:lnTo>
                <a:lnTo>
                  <a:pt x="331" y="9"/>
                </a:lnTo>
                <a:lnTo>
                  <a:pt x="331" y="15"/>
                </a:lnTo>
                <a:lnTo>
                  <a:pt x="332" y="18"/>
                </a:lnTo>
                <a:lnTo>
                  <a:pt x="330" y="34"/>
                </a:lnTo>
                <a:lnTo>
                  <a:pt x="315" y="21"/>
                </a:lnTo>
                <a:lnTo>
                  <a:pt x="330" y="36"/>
                </a:lnTo>
                <a:lnTo>
                  <a:pt x="326" y="66"/>
                </a:lnTo>
                <a:lnTo>
                  <a:pt x="323" y="66"/>
                </a:lnTo>
                <a:lnTo>
                  <a:pt x="326" y="66"/>
                </a:lnTo>
                <a:lnTo>
                  <a:pt x="324" y="87"/>
                </a:lnTo>
                <a:lnTo>
                  <a:pt x="305" y="87"/>
                </a:lnTo>
                <a:lnTo>
                  <a:pt x="305" y="83"/>
                </a:lnTo>
                <a:lnTo>
                  <a:pt x="301" y="83"/>
                </a:lnTo>
                <a:lnTo>
                  <a:pt x="301" y="64"/>
                </a:lnTo>
                <a:lnTo>
                  <a:pt x="296" y="64"/>
                </a:lnTo>
                <a:lnTo>
                  <a:pt x="296" y="58"/>
                </a:lnTo>
                <a:lnTo>
                  <a:pt x="294" y="58"/>
                </a:lnTo>
                <a:lnTo>
                  <a:pt x="294" y="64"/>
                </a:lnTo>
                <a:lnTo>
                  <a:pt x="286" y="64"/>
                </a:lnTo>
                <a:lnTo>
                  <a:pt x="284" y="61"/>
                </a:lnTo>
                <a:lnTo>
                  <a:pt x="284" y="10"/>
                </a:lnTo>
                <a:lnTo>
                  <a:pt x="284" y="61"/>
                </a:lnTo>
                <a:lnTo>
                  <a:pt x="281" y="64"/>
                </a:lnTo>
                <a:lnTo>
                  <a:pt x="281" y="77"/>
                </a:lnTo>
                <a:lnTo>
                  <a:pt x="271" y="77"/>
                </a:lnTo>
                <a:lnTo>
                  <a:pt x="270" y="73"/>
                </a:lnTo>
                <a:lnTo>
                  <a:pt x="273" y="69"/>
                </a:lnTo>
                <a:lnTo>
                  <a:pt x="273" y="68"/>
                </a:lnTo>
                <a:lnTo>
                  <a:pt x="269" y="69"/>
                </a:lnTo>
                <a:lnTo>
                  <a:pt x="267" y="49"/>
                </a:lnTo>
                <a:lnTo>
                  <a:pt x="265" y="49"/>
                </a:lnTo>
                <a:lnTo>
                  <a:pt x="264" y="43"/>
                </a:lnTo>
                <a:lnTo>
                  <a:pt x="261" y="43"/>
                </a:lnTo>
                <a:lnTo>
                  <a:pt x="260" y="49"/>
                </a:lnTo>
                <a:lnTo>
                  <a:pt x="254" y="49"/>
                </a:lnTo>
                <a:lnTo>
                  <a:pt x="253" y="43"/>
                </a:lnTo>
                <a:lnTo>
                  <a:pt x="252" y="43"/>
                </a:lnTo>
                <a:lnTo>
                  <a:pt x="251" y="49"/>
                </a:lnTo>
                <a:lnTo>
                  <a:pt x="244" y="49"/>
                </a:lnTo>
                <a:lnTo>
                  <a:pt x="239" y="66"/>
                </a:lnTo>
                <a:lnTo>
                  <a:pt x="238" y="62"/>
                </a:lnTo>
                <a:lnTo>
                  <a:pt x="237" y="62"/>
                </a:lnTo>
                <a:lnTo>
                  <a:pt x="237" y="68"/>
                </a:lnTo>
                <a:lnTo>
                  <a:pt x="219" y="68"/>
                </a:lnTo>
                <a:lnTo>
                  <a:pt x="219" y="87"/>
                </a:lnTo>
                <a:lnTo>
                  <a:pt x="211" y="87"/>
                </a:lnTo>
                <a:lnTo>
                  <a:pt x="209" y="33"/>
                </a:lnTo>
                <a:lnTo>
                  <a:pt x="209" y="27"/>
                </a:lnTo>
                <a:lnTo>
                  <a:pt x="209" y="26"/>
                </a:lnTo>
                <a:lnTo>
                  <a:pt x="208" y="26"/>
                </a:lnTo>
                <a:lnTo>
                  <a:pt x="208" y="23"/>
                </a:lnTo>
                <a:lnTo>
                  <a:pt x="209" y="23"/>
                </a:lnTo>
                <a:lnTo>
                  <a:pt x="208" y="21"/>
                </a:lnTo>
                <a:lnTo>
                  <a:pt x="208" y="19"/>
                </a:lnTo>
                <a:lnTo>
                  <a:pt x="209" y="18"/>
                </a:lnTo>
                <a:lnTo>
                  <a:pt x="208" y="16"/>
                </a:lnTo>
                <a:lnTo>
                  <a:pt x="208" y="13"/>
                </a:lnTo>
                <a:lnTo>
                  <a:pt x="207" y="13"/>
                </a:lnTo>
                <a:lnTo>
                  <a:pt x="207" y="16"/>
                </a:lnTo>
                <a:lnTo>
                  <a:pt x="207" y="18"/>
                </a:lnTo>
                <a:lnTo>
                  <a:pt x="207" y="19"/>
                </a:lnTo>
                <a:lnTo>
                  <a:pt x="207" y="21"/>
                </a:lnTo>
                <a:lnTo>
                  <a:pt x="207" y="23"/>
                </a:lnTo>
                <a:lnTo>
                  <a:pt x="207" y="26"/>
                </a:lnTo>
                <a:lnTo>
                  <a:pt x="207" y="26"/>
                </a:lnTo>
                <a:lnTo>
                  <a:pt x="207" y="27"/>
                </a:lnTo>
                <a:lnTo>
                  <a:pt x="207" y="33"/>
                </a:lnTo>
                <a:lnTo>
                  <a:pt x="206" y="33"/>
                </a:lnTo>
                <a:lnTo>
                  <a:pt x="199" y="26"/>
                </a:lnTo>
                <a:lnTo>
                  <a:pt x="206" y="34"/>
                </a:lnTo>
                <a:lnTo>
                  <a:pt x="206" y="62"/>
                </a:lnTo>
                <a:lnTo>
                  <a:pt x="202" y="62"/>
                </a:lnTo>
                <a:lnTo>
                  <a:pt x="202" y="59"/>
                </a:lnTo>
                <a:lnTo>
                  <a:pt x="198" y="56"/>
                </a:lnTo>
                <a:lnTo>
                  <a:pt x="198" y="51"/>
                </a:lnTo>
                <a:lnTo>
                  <a:pt x="196" y="47"/>
                </a:lnTo>
                <a:lnTo>
                  <a:pt x="195" y="47"/>
                </a:lnTo>
                <a:lnTo>
                  <a:pt x="196" y="51"/>
                </a:lnTo>
                <a:lnTo>
                  <a:pt x="195" y="56"/>
                </a:lnTo>
                <a:lnTo>
                  <a:pt x="192" y="59"/>
                </a:lnTo>
                <a:lnTo>
                  <a:pt x="192" y="62"/>
                </a:lnTo>
                <a:lnTo>
                  <a:pt x="108" y="62"/>
                </a:lnTo>
                <a:lnTo>
                  <a:pt x="104" y="87"/>
                </a:lnTo>
                <a:lnTo>
                  <a:pt x="0" y="87"/>
                </a:lnTo>
                <a:lnTo>
                  <a:pt x="11" y="102"/>
                </a:lnTo>
              </a:path>
            </a:pathLst>
          </a:custGeom>
          <a:solidFill>
            <a:srgbClr val="FF0000"/>
          </a:solidFill>
          <a:ln w="12700" cap="rnd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grpSp>
        <p:nvGrpSpPr>
          <p:cNvPr id="211" name="Google Shape;211;p1"/>
          <p:cNvGrpSpPr/>
          <p:nvPr/>
        </p:nvGrpSpPr>
        <p:grpSpPr>
          <a:xfrm>
            <a:off x="5791200" y="3429000"/>
            <a:ext cx="152400" cy="457200"/>
            <a:chOff x="3969" y="3294"/>
            <a:chExt cx="164" cy="567"/>
          </a:xfrm>
        </p:grpSpPr>
        <p:sp>
          <p:nvSpPr>
            <p:cNvPr id="212" name="Google Shape;212;p1"/>
            <p:cNvSpPr/>
            <p:nvPr/>
          </p:nvSpPr>
          <p:spPr>
            <a:xfrm>
              <a:off x="3969" y="3294"/>
              <a:ext cx="164" cy="567"/>
            </a:xfrm>
            <a:custGeom>
              <a:avLst/>
              <a:gdLst/>
              <a:ahLst/>
              <a:cxnLst/>
              <a:rect l="l" t="t" r="r" b="b"/>
              <a:pathLst>
                <a:path w="188" h="953" extrusionOk="0">
                  <a:moveTo>
                    <a:pt x="188" y="873"/>
                  </a:moveTo>
                  <a:lnTo>
                    <a:pt x="94" y="953"/>
                  </a:lnTo>
                  <a:lnTo>
                    <a:pt x="0" y="873"/>
                  </a:lnTo>
                  <a:lnTo>
                    <a:pt x="94" y="0"/>
                  </a:lnTo>
                  <a:lnTo>
                    <a:pt x="188" y="873"/>
                  </a:lnTo>
                </a:path>
              </a:pathLst>
            </a:cu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213" name="Google Shape;213;p1"/>
            <p:cNvSpPr/>
            <p:nvPr/>
          </p:nvSpPr>
          <p:spPr>
            <a:xfrm>
              <a:off x="4035" y="3318"/>
              <a:ext cx="32" cy="59"/>
            </a:xfrm>
            <a:custGeom>
              <a:avLst/>
              <a:gdLst/>
              <a:ahLst/>
              <a:cxnLst/>
              <a:rect l="l" t="t" r="r" b="b"/>
              <a:pathLst>
                <a:path w="36" h="99" extrusionOk="0">
                  <a:moveTo>
                    <a:pt x="29" y="19"/>
                  </a:moveTo>
                  <a:lnTo>
                    <a:pt x="18" y="0"/>
                  </a:lnTo>
                  <a:lnTo>
                    <a:pt x="5" y="19"/>
                  </a:lnTo>
                  <a:lnTo>
                    <a:pt x="0" y="80"/>
                  </a:lnTo>
                  <a:lnTo>
                    <a:pt x="18" y="99"/>
                  </a:lnTo>
                  <a:lnTo>
                    <a:pt x="36" y="80"/>
                  </a:lnTo>
                  <a:lnTo>
                    <a:pt x="29" y="19"/>
                  </a:lnTo>
                  <a:close/>
                </a:path>
              </a:pathLst>
            </a:custGeom>
            <a:solidFill>
              <a:srgbClr val="666666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214" name="Google Shape;214;p1"/>
            <p:cNvSpPr/>
            <p:nvPr/>
          </p:nvSpPr>
          <p:spPr>
            <a:xfrm>
              <a:off x="3969" y="3767"/>
              <a:ext cx="164" cy="48"/>
            </a:xfrm>
            <a:custGeom>
              <a:avLst/>
              <a:gdLst/>
              <a:ahLst/>
              <a:cxnLst/>
              <a:rect l="l" t="t" r="r" b="b"/>
              <a:pathLst>
                <a:path w="188" h="78" extrusionOk="0">
                  <a:moveTo>
                    <a:pt x="188" y="78"/>
                  </a:moveTo>
                  <a:lnTo>
                    <a:pt x="94" y="0"/>
                  </a:lnTo>
                  <a:lnTo>
                    <a:pt x="0" y="78"/>
                  </a:lnTo>
                </a:path>
              </a:pathLst>
            </a:cu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215" name="Google Shape;215;p1"/>
            <p:cNvSpPr/>
            <p:nvPr/>
          </p:nvSpPr>
          <p:spPr>
            <a:xfrm>
              <a:off x="3969" y="3294"/>
              <a:ext cx="164" cy="567"/>
            </a:xfrm>
            <a:custGeom>
              <a:avLst/>
              <a:gdLst/>
              <a:ahLst/>
              <a:cxnLst/>
              <a:rect l="l" t="t" r="r" b="b"/>
              <a:pathLst>
                <a:path w="188" h="953" extrusionOk="0">
                  <a:moveTo>
                    <a:pt x="94" y="0"/>
                  </a:moveTo>
                  <a:lnTo>
                    <a:pt x="94" y="953"/>
                  </a:lnTo>
                  <a:lnTo>
                    <a:pt x="188" y="873"/>
                  </a:lnTo>
                  <a:lnTo>
                    <a:pt x="94" y="0"/>
                  </a:lnTo>
                  <a:lnTo>
                    <a:pt x="0" y="873"/>
                  </a:lnTo>
                  <a:lnTo>
                    <a:pt x="94" y="953"/>
                  </a:lnTo>
                </a:path>
              </a:pathLst>
            </a:cu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216" name="Google Shape;216;p1"/>
            <p:cNvSpPr/>
            <p:nvPr/>
          </p:nvSpPr>
          <p:spPr>
            <a:xfrm>
              <a:off x="4030" y="3424"/>
              <a:ext cx="42" cy="12"/>
            </a:xfrm>
            <a:custGeom>
              <a:avLst/>
              <a:gdLst/>
              <a:ahLst/>
              <a:cxnLst/>
              <a:rect l="l" t="t" r="r" b="b"/>
              <a:pathLst>
                <a:path w="47" h="19" extrusionOk="0">
                  <a:moveTo>
                    <a:pt x="47" y="0"/>
                  </a:moveTo>
                  <a:lnTo>
                    <a:pt x="24" y="19"/>
                  </a:lnTo>
                  <a:lnTo>
                    <a:pt x="0" y="0"/>
                  </a:lnTo>
                </a:path>
              </a:pathLst>
            </a:cu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217" name="Google Shape;217;p1"/>
            <p:cNvSpPr/>
            <p:nvPr/>
          </p:nvSpPr>
          <p:spPr>
            <a:xfrm>
              <a:off x="4023" y="3468"/>
              <a:ext cx="54" cy="15"/>
            </a:xfrm>
            <a:custGeom>
              <a:avLst/>
              <a:gdLst/>
              <a:ahLst/>
              <a:cxnLst/>
              <a:rect l="l" t="t" r="r" b="b"/>
              <a:pathLst>
                <a:path w="64" h="26" extrusionOk="0">
                  <a:moveTo>
                    <a:pt x="64" y="0"/>
                  </a:moveTo>
                  <a:lnTo>
                    <a:pt x="33" y="26"/>
                  </a:lnTo>
                  <a:lnTo>
                    <a:pt x="0" y="0"/>
                  </a:lnTo>
                </a:path>
              </a:pathLst>
            </a:cu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218" name="Google Shape;218;p1"/>
            <p:cNvSpPr/>
            <p:nvPr/>
          </p:nvSpPr>
          <p:spPr>
            <a:xfrm>
              <a:off x="4018" y="3510"/>
              <a:ext cx="68" cy="21"/>
            </a:xfrm>
            <a:custGeom>
              <a:avLst/>
              <a:gdLst/>
              <a:ahLst/>
              <a:cxnLst/>
              <a:rect l="l" t="t" r="r" b="b"/>
              <a:pathLst>
                <a:path w="78" h="35" extrusionOk="0">
                  <a:moveTo>
                    <a:pt x="78" y="2"/>
                  </a:moveTo>
                  <a:lnTo>
                    <a:pt x="38" y="35"/>
                  </a:lnTo>
                  <a:lnTo>
                    <a:pt x="0" y="0"/>
                  </a:lnTo>
                </a:path>
              </a:pathLst>
            </a:cu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219" name="Google Shape;219;p1"/>
            <p:cNvSpPr/>
            <p:nvPr/>
          </p:nvSpPr>
          <p:spPr>
            <a:xfrm>
              <a:off x="4009" y="3555"/>
              <a:ext cx="82" cy="23"/>
            </a:xfrm>
            <a:custGeom>
              <a:avLst/>
              <a:gdLst/>
              <a:ahLst/>
              <a:cxnLst/>
              <a:rect l="l" t="t" r="r" b="b"/>
              <a:pathLst>
                <a:path w="94" h="38" extrusionOk="0">
                  <a:moveTo>
                    <a:pt x="94" y="0"/>
                  </a:moveTo>
                  <a:lnTo>
                    <a:pt x="47" y="38"/>
                  </a:lnTo>
                  <a:lnTo>
                    <a:pt x="0" y="0"/>
                  </a:lnTo>
                </a:path>
              </a:pathLst>
            </a:cu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220" name="Google Shape;220;p1"/>
            <p:cNvSpPr/>
            <p:nvPr/>
          </p:nvSpPr>
          <p:spPr>
            <a:xfrm>
              <a:off x="4002" y="3598"/>
              <a:ext cx="96" cy="27"/>
            </a:xfrm>
            <a:custGeom>
              <a:avLst/>
              <a:gdLst/>
              <a:ahLst/>
              <a:cxnLst/>
              <a:rect l="l" t="t" r="r" b="b"/>
              <a:pathLst>
                <a:path w="110" h="46" extrusionOk="0">
                  <a:moveTo>
                    <a:pt x="110" y="0"/>
                  </a:moveTo>
                  <a:lnTo>
                    <a:pt x="56" y="46"/>
                  </a:lnTo>
                  <a:lnTo>
                    <a:pt x="0" y="0"/>
                  </a:lnTo>
                </a:path>
              </a:pathLst>
            </a:cu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221" name="Google Shape;221;p1"/>
            <p:cNvSpPr/>
            <p:nvPr/>
          </p:nvSpPr>
          <p:spPr>
            <a:xfrm>
              <a:off x="3997" y="3641"/>
              <a:ext cx="110" cy="32"/>
            </a:xfrm>
            <a:custGeom>
              <a:avLst/>
              <a:gdLst/>
              <a:ahLst/>
              <a:cxnLst/>
              <a:rect l="l" t="t" r="r" b="b"/>
              <a:pathLst>
                <a:path w="125" h="53" extrusionOk="0">
                  <a:moveTo>
                    <a:pt x="125" y="0"/>
                  </a:moveTo>
                  <a:lnTo>
                    <a:pt x="62" y="53"/>
                  </a:lnTo>
                  <a:lnTo>
                    <a:pt x="0" y="0"/>
                  </a:lnTo>
                </a:path>
              </a:pathLst>
            </a:cu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222" name="Google Shape;222;p1"/>
            <p:cNvSpPr/>
            <p:nvPr/>
          </p:nvSpPr>
          <p:spPr>
            <a:xfrm>
              <a:off x="3990" y="3684"/>
              <a:ext cx="122" cy="36"/>
            </a:xfrm>
            <a:custGeom>
              <a:avLst/>
              <a:gdLst/>
              <a:ahLst/>
              <a:cxnLst/>
              <a:rect l="l" t="t" r="r" b="b"/>
              <a:pathLst>
                <a:path w="141" h="61" extrusionOk="0">
                  <a:moveTo>
                    <a:pt x="141" y="0"/>
                  </a:moveTo>
                  <a:lnTo>
                    <a:pt x="71" y="61"/>
                  </a:lnTo>
                  <a:lnTo>
                    <a:pt x="0" y="0"/>
                  </a:lnTo>
                </a:path>
              </a:pathLst>
            </a:cu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223" name="Google Shape;223;p1"/>
            <p:cNvSpPr/>
            <p:nvPr/>
          </p:nvSpPr>
          <p:spPr>
            <a:xfrm>
              <a:off x="3981" y="3728"/>
              <a:ext cx="138" cy="39"/>
            </a:xfrm>
            <a:custGeom>
              <a:avLst/>
              <a:gdLst/>
              <a:ahLst/>
              <a:cxnLst/>
              <a:rect l="l" t="t" r="r" b="b"/>
              <a:pathLst>
                <a:path w="158" h="68" extrusionOk="0">
                  <a:moveTo>
                    <a:pt x="158" y="0"/>
                  </a:moveTo>
                  <a:lnTo>
                    <a:pt x="80" y="68"/>
                  </a:lnTo>
                  <a:lnTo>
                    <a:pt x="0" y="2"/>
                  </a:lnTo>
                </a:path>
              </a:pathLst>
            </a:cu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224" name="Google Shape;224;p1"/>
            <p:cNvSpPr/>
            <p:nvPr/>
          </p:nvSpPr>
          <p:spPr>
            <a:xfrm>
              <a:off x="3978" y="3769"/>
              <a:ext cx="148" cy="46"/>
            </a:xfrm>
            <a:custGeom>
              <a:avLst/>
              <a:gdLst/>
              <a:ahLst/>
              <a:cxnLst/>
              <a:rect l="l" t="t" r="r" b="b"/>
              <a:pathLst>
                <a:path w="172" h="75" extrusionOk="0">
                  <a:moveTo>
                    <a:pt x="172" y="2"/>
                  </a:moveTo>
                  <a:lnTo>
                    <a:pt x="85" y="75"/>
                  </a:lnTo>
                  <a:lnTo>
                    <a:pt x="0" y="0"/>
                  </a:lnTo>
                </a:path>
              </a:pathLst>
            </a:cu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225" name="Google Shape;225;p1"/>
            <p:cNvSpPr/>
            <p:nvPr/>
          </p:nvSpPr>
          <p:spPr>
            <a:xfrm>
              <a:off x="4035" y="3318"/>
              <a:ext cx="32" cy="59"/>
            </a:xfrm>
            <a:custGeom>
              <a:avLst/>
              <a:gdLst/>
              <a:ahLst/>
              <a:cxnLst/>
              <a:rect l="l" t="t" r="r" b="b"/>
              <a:pathLst>
                <a:path w="36" h="99" extrusionOk="0">
                  <a:moveTo>
                    <a:pt x="29" y="19"/>
                  </a:moveTo>
                  <a:lnTo>
                    <a:pt x="18" y="0"/>
                  </a:lnTo>
                  <a:lnTo>
                    <a:pt x="5" y="19"/>
                  </a:lnTo>
                  <a:lnTo>
                    <a:pt x="0" y="80"/>
                  </a:lnTo>
                  <a:lnTo>
                    <a:pt x="18" y="99"/>
                  </a:lnTo>
                  <a:lnTo>
                    <a:pt x="36" y="80"/>
                  </a:lnTo>
                  <a:lnTo>
                    <a:pt x="29" y="19"/>
                  </a:lnTo>
                </a:path>
              </a:pathLst>
            </a:cu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226" name="Google Shape;226;p1"/>
            <p:cNvSpPr/>
            <p:nvPr/>
          </p:nvSpPr>
          <p:spPr>
            <a:xfrm>
              <a:off x="4070" y="3294"/>
              <a:ext cx="49" cy="127"/>
            </a:xfrm>
            <a:custGeom>
              <a:avLst/>
              <a:gdLst/>
              <a:ahLst/>
              <a:cxnLst/>
              <a:rect l="l" t="t" r="r" b="b"/>
              <a:pathLst>
                <a:path w="56" h="214" extrusionOk="0">
                  <a:moveTo>
                    <a:pt x="56" y="0"/>
                  </a:moveTo>
                  <a:lnTo>
                    <a:pt x="48" y="2"/>
                  </a:lnTo>
                  <a:lnTo>
                    <a:pt x="41" y="7"/>
                  </a:lnTo>
                  <a:lnTo>
                    <a:pt x="36" y="14"/>
                  </a:lnTo>
                  <a:lnTo>
                    <a:pt x="28" y="25"/>
                  </a:lnTo>
                  <a:lnTo>
                    <a:pt x="23" y="39"/>
                  </a:lnTo>
                  <a:lnTo>
                    <a:pt x="18" y="54"/>
                  </a:lnTo>
                  <a:lnTo>
                    <a:pt x="14" y="72"/>
                  </a:lnTo>
                  <a:lnTo>
                    <a:pt x="9" y="92"/>
                  </a:lnTo>
                  <a:lnTo>
                    <a:pt x="7" y="115"/>
                  </a:lnTo>
                  <a:lnTo>
                    <a:pt x="3" y="137"/>
                  </a:lnTo>
                  <a:lnTo>
                    <a:pt x="1" y="162"/>
                  </a:lnTo>
                  <a:lnTo>
                    <a:pt x="0" y="188"/>
                  </a:lnTo>
                  <a:lnTo>
                    <a:pt x="0" y="214"/>
                  </a:lnTo>
                  <a:lnTo>
                    <a:pt x="0" y="0"/>
                  </a:lnTo>
                  <a:lnTo>
                    <a:pt x="56" y="0"/>
                  </a:lnTo>
                  <a:close/>
                </a:path>
              </a:pathLst>
            </a:custGeom>
            <a:solidFill>
              <a:srgbClr val="9A9A9A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227" name="Google Shape;227;p1"/>
            <p:cNvSpPr/>
            <p:nvPr/>
          </p:nvSpPr>
          <p:spPr>
            <a:xfrm>
              <a:off x="4070" y="3294"/>
              <a:ext cx="49" cy="127"/>
            </a:xfrm>
            <a:custGeom>
              <a:avLst/>
              <a:gdLst/>
              <a:ahLst/>
              <a:cxnLst/>
              <a:rect l="l" t="t" r="r" b="b"/>
              <a:pathLst>
                <a:path w="56" h="214" extrusionOk="0">
                  <a:moveTo>
                    <a:pt x="56" y="0"/>
                  </a:moveTo>
                  <a:lnTo>
                    <a:pt x="48" y="2"/>
                  </a:lnTo>
                  <a:lnTo>
                    <a:pt x="41" y="7"/>
                  </a:lnTo>
                  <a:lnTo>
                    <a:pt x="36" y="14"/>
                  </a:lnTo>
                  <a:lnTo>
                    <a:pt x="28" y="25"/>
                  </a:lnTo>
                  <a:lnTo>
                    <a:pt x="23" y="39"/>
                  </a:lnTo>
                  <a:lnTo>
                    <a:pt x="18" y="54"/>
                  </a:lnTo>
                  <a:lnTo>
                    <a:pt x="14" y="72"/>
                  </a:lnTo>
                  <a:lnTo>
                    <a:pt x="9" y="92"/>
                  </a:lnTo>
                  <a:lnTo>
                    <a:pt x="7" y="115"/>
                  </a:lnTo>
                  <a:lnTo>
                    <a:pt x="3" y="137"/>
                  </a:lnTo>
                  <a:lnTo>
                    <a:pt x="1" y="162"/>
                  </a:lnTo>
                  <a:lnTo>
                    <a:pt x="0" y="188"/>
                  </a:lnTo>
                  <a:lnTo>
                    <a:pt x="0" y="214"/>
                  </a:lnTo>
                  <a:lnTo>
                    <a:pt x="1" y="214"/>
                  </a:lnTo>
                  <a:lnTo>
                    <a:pt x="1" y="188"/>
                  </a:lnTo>
                  <a:lnTo>
                    <a:pt x="3" y="163"/>
                  </a:lnTo>
                  <a:lnTo>
                    <a:pt x="5" y="139"/>
                  </a:lnTo>
                  <a:lnTo>
                    <a:pt x="7" y="117"/>
                  </a:lnTo>
                  <a:lnTo>
                    <a:pt x="10" y="96"/>
                  </a:lnTo>
                  <a:lnTo>
                    <a:pt x="14" y="75"/>
                  </a:lnTo>
                  <a:lnTo>
                    <a:pt x="19" y="58"/>
                  </a:lnTo>
                  <a:lnTo>
                    <a:pt x="25" y="42"/>
                  </a:lnTo>
                  <a:lnTo>
                    <a:pt x="30" y="30"/>
                  </a:lnTo>
                  <a:lnTo>
                    <a:pt x="36" y="19"/>
                  </a:lnTo>
                  <a:lnTo>
                    <a:pt x="43" y="11"/>
                  </a:lnTo>
                  <a:lnTo>
                    <a:pt x="48" y="7"/>
                  </a:lnTo>
                  <a:lnTo>
                    <a:pt x="56" y="6"/>
                  </a:lnTo>
                  <a:lnTo>
                    <a:pt x="56" y="0"/>
                  </a:lnTo>
                  <a:close/>
                </a:path>
              </a:pathLst>
            </a:custGeom>
            <a:solidFill>
              <a:srgbClr val="9A9A9A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228" name="Google Shape;228;p1"/>
            <p:cNvSpPr/>
            <p:nvPr/>
          </p:nvSpPr>
          <p:spPr>
            <a:xfrm>
              <a:off x="4072" y="3298"/>
              <a:ext cx="47" cy="123"/>
            </a:xfrm>
            <a:custGeom>
              <a:avLst/>
              <a:gdLst/>
              <a:ahLst/>
              <a:cxnLst/>
              <a:rect l="l" t="t" r="r" b="b"/>
              <a:pathLst>
                <a:path w="55" h="208" extrusionOk="0">
                  <a:moveTo>
                    <a:pt x="55" y="0"/>
                  </a:moveTo>
                  <a:lnTo>
                    <a:pt x="47" y="1"/>
                  </a:lnTo>
                  <a:lnTo>
                    <a:pt x="42" y="5"/>
                  </a:lnTo>
                  <a:lnTo>
                    <a:pt x="35" y="13"/>
                  </a:lnTo>
                  <a:lnTo>
                    <a:pt x="29" y="24"/>
                  </a:lnTo>
                  <a:lnTo>
                    <a:pt x="24" y="36"/>
                  </a:lnTo>
                  <a:lnTo>
                    <a:pt x="18" y="52"/>
                  </a:lnTo>
                  <a:lnTo>
                    <a:pt x="13" y="69"/>
                  </a:lnTo>
                  <a:lnTo>
                    <a:pt x="9" y="90"/>
                  </a:lnTo>
                  <a:lnTo>
                    <a:pt x="6" y="111"/>
                  </a:lnTo>
                  <a:lnTo>
                    <a:pt x="4" y="133"/>
                  </a:lnTo>
                  <a:lnTo>
                    <a:pt x="2" y="157"/>
                  </a:lnTo>
                  <a:lnTo>
                    <a:pt x="0" y="182"/>
                  </a:lnTo>
                  <a:lnTo>
                    <a:pt x="0" y="208"/>
                  </a:lnTo>
                  <a:lnTo>
                    <a:pt x="2" y="208"/>
                  </a:lnTo>
                  <a:lnTo>
                    <a:pt x="2" y="180"/>
                  </a:lnTo>
                  <a:lnTo>
                    <a:pt x="4" y="154"/>
                  </a:lnTo>
                  <a:lnTo>
                    <a:pt x="6" y="130"/>
                  </a:lnTo>
                  <a:lnTo>
                    <a:pt x="8" y="105"/>
                  </a:lnTo>
                  <a:lnTo>
                    <a:pt x="13" y="85"/>
                  </a:lnTo>
                  <a:lnTo>
                    <a:pt x="17" y="64"/>
                  </a:lnTo>
                  <a:lnTo>
                    <a:pt x="22" y="46"/>
                  </a:lnTo>
                  <a:lnTo>
                    <a:pt x="27" y="33"/>
                  </a:lnTo>
                  <a:lnTo>
                    <a:pt x="35" y="20"/>
                  </a:lnTo>
                  <a:lnTo>
                    <a:pt x="40" y="12"/>
                  </a:lnTo>
                  <a:lnTo>
                    <a:pt x="47" y="7"/>
                  </a:lnTo>
                  <a:lnTo>
                    <a:pt x="55" y="5"/>
                  </a:lnTo>
                  <a:lnTo>
                    <a:pt x="55" y="0"/>
                  </a:lnTo>
                  <a:close/>
                </a:path>
              </a:pathLst>
            </a:custGeom>
            <a:solidFill>
              <a:srgbClr val="9B9B9B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229" name="Google Shape;229;p1"/>
            <p:cNvSpPr/>
            <p:nvPr/>
          </p:nvSpPr>
          <p:spPr>
            <a:xfrm>
              <a:off x="4074" y="3300"/>
              <a:ext cx="45" cy="121"/>
            </a:xfrm>
            <a:custGeom>
              <a:avLst/>
              <a:gdLst/>
              <a:ahLst/>
              <a:cxnLst/>
              <a:rect l="l" t="t" r="r" b="b"/>
              <a:pathLst>
                <a:path w="53" h="203" extrusionOk="0">
                  <a:moveTo>
                    <a:pt x="53" y="0"/>
                  </a:moveTo>
                  <a:lnTo>
                    <a:pt x="45" y="2"/>
                  </a:lnTo>
                  <a:lnTo>
                    <a:pt x="38" y="7"/>
                  </a:lnTo>
                  <a:lnTo>
                    <a:pt x="33" y="15"/>
                  </a:lnTo>
                  <a:lnTo>
                    <a:pt x="25" y="28"/>
                  </a:lnTo>
                  <a:lnTo>
                    <a:pt x="20" y="41"/>
                  </a:lnTo>
                  <a:lnTo>
                    <a:pt x="15" y="59"/>
                  </a:lnTo>
                  <a:lnTo>
                    <a:pt x="11" y="80"/>
                  </a:lnTo>
                  <a:lnTo>
                    <a:pt x="6" y="100"/>
                  </a:lnTo>
                  <a:lnTo>
                    <a:pt x="4" y="125"/>
                  </a:lnTo>
                  <a:lnTo>
                    <a:pt x="2" y="149"/>
                  </a:lnTo>
                  <a:lnTo>
                    <a:pt x="0" y="175"/>
                  </a:lnTo>
                  <a:lnTo>
                    <a:pt x="0" y="203"/>
                  </a:lnTo>
                  <a:lnTo>
                    <a:pt x="0" y="203"/>
                  </a:lnTo>
                  <a:lnTo>
                    <a:pt x="2" y="177"/>
                  </a:lnTo>
                  <a:lnTo>
                    <a:pt x="2" y="151"/>
                  </a:lnTo>
                  <a:lnTo>
                    <a:pt x="4" y="126"/>
                  </a:lnTo>
                  <a:lnTo>
                    <a:pt x="7" y="104"/>
                  </a:lnTo>
                  <a:lnTo>
                    <a:pt x="11" y="81"/>
                  </a:lnTo>
                  <a:lnTo>
                    <a:pt x="16" y="62"/>
                  </a:lnTo>
                  <a:lnTo>
                    <a:pt x="20" y="45"/>
                  </a:lnTo>
                  <a:lnTo>
                    <a:pt x="27" y="31"/>
                  </a:lnTo>
                  <a:lnTo>
                    <a:pt x="33" y="21"/>
                  </a:lnTo>
                  <a:lnTo>
                    <a:pt x="38" y="12"/>
                  </a:lnTo>
                  <a:lnTo>
                    <a:pt x="45" y="7"/>
                  </a:lnTo>
                  <a:lnTo>
                    <a:pt x="53" y="5"/>
                  </a:lnTo>
                  <a:lnTo>
                    <a:pt x="53" y="0"/>
                  </a:lnTo>
                  <a:close/>
                </a:path>
              </a:pathLst>
            </a:custGeom>
            <a:solidFill>
              <a:srgbClr val="9D9D9D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230" name="Google Shape;230;p1"/>
            <p:cNvSpPr/>
            <p:nvPr/>
          </p:nvSpPr>
          <p:spPr>
            <a:xfrm>
              <a:off x="4074" y="3304"/>
              <a:ext cx="45" cy="117"/>
            </a:xfrm>
            <a:custGeom>
              <a:avLst/>
              <a:gdLst/>
              <a:ahLst/>
              <a:cxnLst/>
              <a:rect l="l" t="t" r="r" b="b"/>
              <a:pathLst>
                <a:path w="53" h="198" extrusionOk="0">
                  <a:moveTo>
                    <a:pt x="53" y="0"/>
                  </a:moveTo>
                  <a:lnTo>
                    <a:pt x="45" y="2"/>
                  </a:lnTo>
                  <a:lnTo>
                    <a:pt x="38" y="7"/>
                  </a:lnTo>
                  <a:lnTo>
                    <a:pt x="33" y="16"/>
                  </a:lnTo>
                  <a:lnTo>
                    <a:pt x="27" y="26"/>
                  </a:lnTo>
                  <a:lnTo>
                    <a:pt x="20" y="40"/>
                  </a:lnTo>
                  <a:lnTo>
                    <a:pt x="16" y="57"/>
                  </a:lnTo>
                  <a:lnTo>
                    <a:pt x="11" y="76"/>
                  </a:lnTo>
                  <a:lnTo>
                    <a:pt x="7" y="99"/>
                  </a:lnTo>
                  <a:lnTo>
                    <a:pt x="4" y="121"/>
                  </a:lnTo>
                  <a:lnTo>
                    <a:pt x="2" y="146"/>
                  </a:lnTo>
                  <a:lnTo>
                    <a:pt x="2" y="172"/>
                  </a:lnTo>
                  <a:lnTo>
                    <a:pt x="0" y="198"/>
                  </a:lnTo>
                  <a:lnTo>
                    <a:pt x="2" y="198"/>
                  </a:lnTo>
                  <a:lnTo>
                    <a:pt x="2" y="172"/>
                  </a:lnTo>
                  <a:lnTo>
                    <a:pt x="4" y="147"/>
                  </a:lnTo>
                  <a:lnTo>
                    <a:pt x="6" y="123"/>
                  </a:lnTo>
                  <a:lnTo>
                    <a:pt x="9" y="101"/>
                  </a:lnTo>
                  <a:lnTo>
                    <a:pt x="13" y="80"/>
                  </a:lnTo>
                  <a:lnTo>
                    <a:pt x="16" y="61"/>
                  </a:lnTo>
                  <a:lnTo>
                    <a:pt x="22" y="45"/>
                  </a:lnTo>
                  <a:lnTo>
                    <a:pt x="27" y="31"/>
                  </a:lnTo>
                  <a:lnTo>
                    <a:pt x="33" y="19"/>
                  </a:lnTo>
                  <a:lnTo>
                    <a:pt x="40" y="12"/>
                  </a:lnTo>
                  <a:lnTo>
                    <a:pt x="45" y="7"/>
                  </a:lnTo>
                  <a:lnTo>
                    <a:pt x="53" y="5"/>
                  </a:lnTo>
                  <a:lnTo>
                    <a:pt x="53" y="0"/>
                  </a:lnTo>
                  <a:close/>
                </a:path>
              </a:pathLst>
            </a:custGeom>
            <a:solidFill>
              <a:srgbClr val="9F9F9F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231" name="Google Shape;231;p1"/>
            <p:cNvSpPr/>
            <p:nvPr/>
          </p:nvSpPr>
          <p:spPr>
            <a:xfrm>
              <a:off x="4074" y="3307"/>
              <a:ext cx="45" cy="114"/>
            </a:xfrm>
            <a:custGeom>
              <a:avLst/>
              <a:gdLst/>
              <a:ahLst/>
              <a:cxnLst/>
              <a:rect l="l" t="t" r="r" b="b"/>
              <a:pathLst>
                <a:path w="51" h="193" extrusionOk="0">
                  <a:moveTo>
                    <a:pt x="51" y="0"/>
                  </a:moveTo>
                  <a:lnTo>
                    <a:pt x="43" y="2"/>
                  </a:lnTo>
                  <a:lnTo>
                    <a:pt x="38" y="7"/>
                  </a:lnTo>
                  <a:lnTo>
                    <a:pt x="31" y="14"/>
                  </a:lnTo>
                  <a:lnTo>
                    <a:pt x="25" y="26"/>
                  </a:lnTo>
                  <a:lnTo>
                    <a:pt x="20" y="40"/>
                  </a:lnTo>
                  <a:lnTo>
                    <a:pt x="14" y="56"/>
                  </a:lnTo>
                  <a:lnTo>
                    <a:pt x="11" y="75"/>
                  </a:lnTo>
                  <a:lnTo>
                    <a:pt x="7" y="96"/>
                  </a:lnTo>
                  <a:lnTo>
                    <a:pt x="4" y="118"/>
                  </a:lnTo>
                  <a:lnTo>
                    <a:pt x="2" y="142"/>
                  </a:lnTo>
                  <a:lnTo>
                    <a:pt x="0" y="167"/>
                  </a:lnTo>
                  <a:lnTo>
                    <a:pt x="0" y="193"/>
                  </a:lnTo>
                  <a:lnTo>
                    <a:pt x="2" y="193"/>
                  </a:lnTo>
                  <a:lnTo>
                    <a:pt x="2" y="168"/>
                  </a:lnTo>
                  <a:lnTo>
                    <a:pt x="4" y="144"/>
                  </a:lnTo>
                  <a:lnTo>
                    <a:pt x="5" y="120"/>
                  </a:lnTo>
                  <a:lnTo>
                    <a:pt x="7" y="99"/>
                  </a:lnTo>
                  <a:lnTo>
                    <a:pt x="11" y="78"/>
                  </a:lnTo>
                  <a:lnTo>
                    <a:pt x="16" y="59"/>
                  </a:lnTo>
                  <a:lnTo>
                    <a:pt x="20" y="44"/>
                  </a:lnTo>
                  <a:lnTo>
                    <a:pt x="25" y="30"/>
                  </a:lnTo>
                  <a:lnTo>
                    <a:pt x="31" y="19"/>
                  </a:lnTo>
                  <a:lnTo>
                    <a:pt x="38" y="12"/>
                  </a:lnTo>
                  <a:lnTo>
                    <a:pt x="43" y="7"/>
                  </a:lnTo>
                  <a:lnTo>
                    <a:pt x="51" y="5"/>
                  </a:lnTo>
                  <a:lnTo>
                    <a:pt x="51" y="0"/>
                  </a:lnTo>
                  <a:close/>
                </a:path>
              </a:pathLst>
            </a:custGeom>
            <a:solidFill>
              <a:srgbClr val="A1A1A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232" name="Google Shape;232;p1"/>
            <p:cNvSpPr/>
            <p:nvPr/>
          </p:nvSpPr>
          <p:spPr>
            <a:xfrm>
              <a:off x="4075" y="3309"/>
              <a:ext cx="44" cy="112"/>
            </a:xfrm>
            <a:custGeom>
              <a:avLst/>
              <a:gdLst/>
              <a:ahLst/>
              <a:cxnLst/>
              <a:rect l="l" t="t" r="r" b="b"/>
              <a:pathLst>
                <a:path w="49" h="188" extrusionOk="0">
                  <a:moveTo>
                    <a:pt x="49" y="0"/>
                  </a:moveTo>
                  <a:lnTo>
                    <a:pt x="41" y="2"/>
                  </a:lnTo>
                  <a:lnTo>
                    <a:pt x="36" y="7"/>
                  </a:lnTo>
                  <a:lnTo>
                    <a:pt x="29" y="14"/>
                  </a:lnTo>
                  <a:lnTo>
                    <a:pt x="23" y="25"/>
                  </a:lnTo>
                  <a:lnTo>
                    <a:pt x="18" y="39"/>
                  </a:lnTo>
                  <a:lnTo>
                    <a:pt x="14" y="54"/>
                  </a:lnTo>
                  <a:lnTo>
                    <a:pt x="9" y="73"/>
                  </a:lnTo>
                  <a:lnTo>
                    <a:pt x="5" y="94"/>
                  </a:lnTo>
                  <a:lnTo>
                    <a:pt x="3" y="115"/>
                  </a:lnTo>
                  <a:lnTo>
                    <a:pt x="2" y="139"/>
                  </a:lnTo>
                  <a:lnTo>
                    <a:pt x="0" y="163"/>
                  </a:lnTo>
                  <a:lnTo>
                    <a:pt x="0" y="188"/>
                  </a:lnTo>
                  <a:lnTo>
                    <a:pt x="2" y="188"/>
                  </a:lnTo>
                  <a:lnTo>
                    <a:pt x="2" y="163"/>
                  </a:lnTo>
                  <a:lnTo>
                    <a:pt x="2" y="141"/>
                  </a:lnTo>
                  <a:lnTo>
                    <a:pt x="5" y="118"/>
                  </a:lnTo>
                  <a:lnTo>
                    <a:pt x="7" y="96"/>
                  </a:lnTo>
                  <a:lnTo>
                    <a:pt x="11" y="77"/>
                  </a:lnTo>
                  <a:lnTo>
                    <a:pt x="14" y="59"/>
                  </a:lnTo>
                  <a:lnTo>
                    <a:pt x="20" y="44"/>
                  </a:lnTo>
                  <a:lnTo>
                    <a:pt x="25" y="30"/>
                  </a:lnTo>
                  <a:lnTo>
                    <a:pt x="30" y="19"/>
                  </a:lnTo>
                  <a:lnTo>
                    <a:pt x="36" y="11"/>
                  </a:lnTo>
                  <a:lnTo>
                    <a:pt x="41" y="7"/>
                  </a:lnTo>
                  <a:lnTo>
                    <a:pt x="49" y="6"/>
                  </a:lnTo>
                  <a:lnTo>
                    <a:pt x="49" y="0"/>
                  </a:lnTo>
                  <a:close/>
                </a:path>
              </a:pathLst>
            </a:custGeom>
            <a:solidFill>
              <a:srgbClr val="A3A3A3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233" name="Google Shape;233;p1"/>
            <p:cNvSpPr/>
            <p:nvPr/>
          </p:nvSpPr>
          <p:spPr>
            <a:xfrm>
              <a:off x="4077" y="3313"/>
              <a:ext cx="42" cy="108"/>
            </a:xfrm>
            <a:custGeom>
              <a:avLst/>
              <a:gdLst/>
              <a:ahLst/>
              <a:cxnLst/>
              <a:rect l="l" t="t" r="r" b="b"/>
              <a:pathLst>
                <a:path w="47" h="182" extrusionOk="0">
                  <a:moveTo>
                    <a:pt x="47" y="0"/>
                  </a:moveTo>
                  <a:lnTo>
                    <a:pt x="39" y="1"/>
                  </a:lnTo>
                  <a:lnTo>
                    <a:pt x="34" y="5"/>
                  </a:lnTo>
                  <a:lnTo>
                    <a:pt x="28" y="13"/>
                  </a:lnTo>
                  <a:lnTo>
                    <a:pt x="23" y="24"/>
                  </a:lnTo>
                  <a:lnTo>
                    <a:pt x="18" y="38"/>
                  </a:lnTo>
                  <a:lnTo>
                    <a:pt x="12" y="53"/>
                  </a:lnTo>
                  <a:lnTo>
                    <a:pt x="9" y="71"/>
                  </a:lnTo>
                  <a:lnTo>
                    <a:pt x="5" y="90"/>
                  </a:lnTo>
                  <a:lnTo>
                    <a:pt x="3" y="112"/>
                  </a:lnTo>
                  <a:lnTo>
                    <a:pt x="0" y="135"/>
                  </a:lnTo>
                  <a:lnTo>
                    <a:pt x="0" y="157"/>
                  </a:lnTo>
                  <a:lnTo>
                    <a:pt x="0" y="182"/>
                  </a:lnTo>
                  <a:lnTo>
                    <a:pt x="0" y="182"/>
                  </a:lnTo>
                  <a:lnTo>
                    <a:pt x="1" y="157"/>
                  </a:lnTo>
                  <a:lnTo>
                    <a:pt x="1" y="135"/>
                  </a:lnTo>
                  <a:lnTo>
                    <a:pt x="3" y="114"/>
                  </a:lnTo>
                  <a:lnTo>
                    <a:pt x="7" y="93"/>
                  </a:lnTo>
                  <a:lnTo>
                    <a:pt x="10" y="74"/>
                  </a:lnTo>
                  <a:lnTo>
                    <a:pt x="14" y="57"/>
                  </a:lnTo>
                  <a:lnTo>
                    <a:pt x="18" y="41"/>
                  </a:lnTo>
                  <a:lnTo>
                    <a:pt x="23" y="29"/>
                  </a:lnTo>
                  <a:lnTo>
                    <a:pt x="28" y="19"/>
                  </a:lnTo>
                  <a:lnTo>
                    <a:pt x="34" y="10"/>
                  </a:lnTo>
                  <a:lnTo>
                    <a:pt x="39" y="7"/>
                  </a:lnTo>
                  <a:lnTo>
                    <a:pt x="47" y="5"/>
                  </a:lnTo>
                  <a:lnTo>
                    <a:pt x="47" y="0"/>
                  </a:lnTo>
                  <a:close/>
                </a:path>
              </a:pathLst>
            </a:custGeom>
            <a:solidFill>
              <a:srgbClr val="A5A5A5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234" name="Google Shape;234;p1"/>
            <p:cNvSpPr/>
            <p:nvPr/>
          </p:nvSpPr>
          <p:spPr>
            <a:xfrm>
              <a:off x="4077" y="3315"/>
              <a:ext cx="42" cy="106"/>
            </a:xfrm>
            <a:custGeom>
              <a:avLst/>
              <a:gdLst/>
              <a:ahLst/>
              <a:cxnLst/>
              <a:rect l="l" t="t" r="r" b="b"/>
              <a:pathLst>
                <a:path w="47" h="177" extrusionOk="0">
                  <a:moveTo>
                    <a:pt x="47" y="0"/>
                  </a:moveTo>
                  <a:lnTo>
                    <a:pt x="39" y="2"/>
                  </a:lnTo>
                  <a:lnTo>
                    <a:pt x="34" y="5"/>
                  </a:lnTo>
                  <a:lnTo>
                    <a:pt x="28" y="14"/>
                  </a:lnTo>
                  <a:lnTo>
                    <a:pt x="23" y="24"/>
                  </a:lnTo>
                  <a:lnTo>
                    <a:pt x="18" y="36"/>
                  </a:lnTo>
                  <a:lnTo>
                    <a:pt x="14" y="52"/>
                  </a:lnTo>
                  <a:lnTo>
                    <a:pt x="10" y="69"/>
                  </a:lnTo>
                  <a:lnTo>
                    <a:pt x="7" y="88"/>
                  </a:lnTo>
                  <a:lnTo>
                    <a:pt x="3" y="109"/>
                  </a:lnTo>
                  <a:lnTo>
                    <a:pt x="1" y="130"/>
                  </a:lnTo>
                  <a:lnTo>
                    <a:pt x="1" y="152"/>
                  </a:lnTo>
                  <a:lnTo>
                    <a:pt x="0" y="177"/>
                  </a:lnTo>
                  <a:lnTo>
                    <a:pt x="1" y="177"/>
                  </a:lnTo>
                  <a:lnTo>
                    <a:pt x="1" y="154"/>
                  </a:lnTo>
                  <a:lnTo>
                    <a:pt x="3" y="132"/>
                  </a:lnTo>
                  <a:lnTo>
                    <a:pt x="5" y="111"/>
                  </a:lnTo>
                  <a:lnTo>
                    <a:pt x="7" y="90"/>
                  </a:lnTo>
                  <a:lnTo>
                    <a:pt x="10" y="73"/>
                  </a:lnTo>
                  <a:lnTo>
                    <a:pt x="14" y="55"/>
                  </a:lnTo>
                  <a:lnTo>
                    <a:pt x="19" y="40"/>
                  </a:lnTo>
                  <a:lnTo>
                    <a:pt x="23" y="28"/>
                  </a:lnTo>
                  <a:lnTo>
                    <a:pt x="28" y="17"/>
                  </a:lnTo>
                  <a:lnTo>
                    <a:pt x="34" y="10"/>
                  </a:lnTo>
                  <a:lnTo>
                    <a:pt x="41" y="7"/>
                  </a:lnTo>
                  <a:lnTo>
                    <a:pt x="47" y="5"/>
                  </a:lnTo>
                  <a:lnTo>
                    <a:pt x="47" y="0"/>
                  </a:lnTo>
                  <a:close/>
                </a:path>
              </a:pathLst>
            </a:custGeom>
            <a:solidFill>
              <a:srgbClr val="A8A8A8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235" name="Google Shape;235;p1"/>
            <p:cNvSpPr/>
            <p:nvPr/>
          </p:nvSpPr>
          <p:spPr>
            <a:xfrm>
              <a:off x="4079" y="3319"/>
              <a:ext cx="40" cy="102"/>
            </a:xfrm>
            <a:custGeom>
              <a:avLst/>
              <a:gdLst/>
              <a:ahLst/>
              <a:cxnLst/>
              <a:rect l="l" t="t" r="r" b="b"/>
              <a:pathLst>
                <a:path w="46" h="172" extrusionOk="0">
                  <a:moveTo>
                    <a:pt x="46" y="0"/>
                  </a:moveTo>
                  <a:lnTo>
                    <a:pt x="40" y="2"/>
                  </a:lnTo>
                  <a:lnTo>
                    <a:pt x="33" y="5"/>
                  </a:lnTo>
                  <a:lnTo>
                    <a:pt x="27" y="12"/>
                  </a:lnTo>
                  <a:lnTo>
                    <a:pt x="22" y="23"/>
                  </a:lnTo>
                  <a:lnTo>
                    <a:pt x="18" y="35"/>
                  </a:lnTo>
                  <a:lnTo>
                    <a:pt x="13" y="50"/>
                  </a:lnTo>
                  <a:lnTo>
                    <a:pt x="9" y="68"/>
                  </a:lnTo>
                  <a:lnTo>
                    <a:pt x="6" y="85"/>
                  </a:lnTo>
                  <a:lnTo>
                    <a:pt x="4" y="106"/>
                  </a:lnTo>
                  <a:lnTo>
                    <a:pt x="2" y="127"/>
                  </a:lnTo>
                  <a:lnTo>
                    <a:pt x="0" y="149"/>
                  </a:lnTo>
                  <a:lnTo>
                    <a:pt x="0" y="172"/>
                  </a:lnTo>
                  <a:lnTo>
                    <a:pt x="2" y="172"/>
                  </a:lnTo>
                  <a:lnTo>
                    <a:pt x="2" y="147"/>
                  </a:lnTo>
                  <a:lnTo>
                    <a:pt x="4" y="125"/>
                  </a:lnTo>
                  <a:lnTo>
                    <a:pt x="6" y="102"/>
                  </a:lnTo>
                  <a:lnTo>
                    <a:pt x="9" y="82"/>
                  </a:lnTo>
                  <a:lnTo>
                    <a:pt x="13" y="62"/>
                  </a:lnTo>
                  <a:lnTo>
                    <a:pt x="17" y="45"/>
                  </a:lnTo>
                  <a:lnTo>
                    <a:pt x="22" y="31"/>
                  </a:lnTo>
                  <a:lnTo>
                    <a:pt x="27" y="21"/>
                  </a:lnTo>
                  <a:lnTo>
                    <a:pt x="33" y="12"/>
                  </a:lnTo>
                  <a:lnTo>
                    <a:pt x="38" y="7"/>
                  </a:lnTo>
                  <a:lnTo>
                    <a:pt x="46" y="5"/>
                  </a:lnTo>
                  <a:lnTo>
                    <a:pt x="46" y="0"/>
                  </a:lnTo>
                  <a:close/>
                </a:path>
              </a:pathLst>
            </a:custGeom>
            <a:solidFill>
              <a:srgbClr val="AAAAAA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236" name="Google Shape;236;p1"/>
            <p:cNvSpPr/>
            <p:nvPr/>
          </p:nvSpPr>
          <p:spPr>
            <a:xfrm>
              <a:off x="4081" y="3323"/>
              <a:ext cx="38" cy="98"/>
            </a:xfrm>
            <a:custGeom>
              <a:avLst/>
              <a:gdLst/>
              <a:ahLst/>
              <a:cxnLst/>
              <a:rect l="l" t="t" r="r" b="b"/>
              <a:pathLst>
                <a:path w="44" h="167" extrusionOk="0">
                  <a:moveTo>
                    <a:pt x="44" y="0"/>
                  </a:moveTo>
                  <a:lnTo>
                    <a:pt x="36" y="2"/>
                  </a:lnTo>
                  <a:lnTo>
                    <a:pt x="31" y="7"/>
                  </a:lnTo>
                  <a:lnTo>
                    <a:pt x="25" y="16"/>
                  </a:lnTo>
                  <a:lnTo>
                    <a:pt x="20" y="26"/>
                  </a:lnTo>
                  <a:lnTo>
                    <a:pt x="15" y="40"/>
                  </a:lnTo>
                  <a:lnTo>
                    <a:pt x="11" y="57"/>
                  </a:lnTo>
                  <a:lnTo>
                    <a:pt x="7" y="77"/>
                  </a:lnTo>
                  <a:lnTo>
                    <a:pt x="4" y="97"/>
                  </a:lnTo>
                  <a:lnTo>
                    <a:pt x="2" y="120"/>
                  </a:lnTo>
                  <a:lnTo>
                    <a:pt x="0" y="142"/>
                  </a:lnTo>
                  <a:lnTo>
                    <a:pt x="0" y="167"/>
                  </a:lnTo>
                  <a:lnTo>
                    <a:pt x="2" y="167"/>
                  </a:lnTo>
                  <a:lnTo>
                    <a:pt x="2" y="142"/>
                  </a:lnTo>
                  <a:lnTo>
                    <a:pt x="2" y="122"/>
                  </a:lnTo>
                  <a:lnTo>
                    <a:pt x="6" y="99"/>
                  </a:lnTo>
                  <a:lnTo>
                    <a:pt x="7" y="80"/>
                  </a:lnTo>
                  <a:lnTo>
                    <a:pt x="11" y="61"/>
                  </a:lnTo>
                  <a:lnTo>
                    <a:pt x="16" y="45"/>
                  </a:lnTo>
                  <a:lnTo>
                    <a:pt x="20" y="31"/>
                  </a:lnTo>
                  <a:lnTo>
                    <a:pt x="25" y="19"/>
                  </a:lnTo>
                  <a:lnTo>
                    <a:pt x="31" y="12"/>
                  </a:lnTo>
                  <a:lnTo>
                    <a:pt x="36" y="7"/>
                  </a:lnTo>
                  <a:lnTo>
                    <a:pt x="44" y="5"/>
                  </a:lnTo>
                  <a:lnTo>
                    <a:pt x="44" y="0"/>
                  </a:lnTo>
                  <a:close/>
                </a:path>
              </a:pathLst>
            </a:custGeom>
            <a:solidFill>
              <a:srgbClr val="ACACAC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237" name="Google Shape;237;p1"/>
            <p:cNvSpPr/>
            <p:nvPr/>
          </p:nvSpPr>
          <p:spPr>
            <a:xfrm>
              <a:off x="4082" y="3325"/>
              <a:ext cx="37" cy="96"/>
            </a:xfrm>
            <a:custGeom>
              <a:avLst/>
              <a:gdLst/>
              <a:ahLst/>
              <a:cxnLst/>
              <a:rect l="l" t="t" r="r" b="b"/>
              <a:pathLst>
                <a:path w="42" h="162" extrusionOk="0">
                  <a:moveTo>
                    <a:pt x="42" y="0"/>
                  </a:moveTo>
                  <a:lnTo>
                    <a:pt x="34" y="2"/>
                  </a:lnTo>
                  <a:lnTo>
                    <a:pt x="29" y="7"/>
                  </a:lnTo>
                  <a:lnTo>
                    <a:pt x="23" y="14"/>
                  </a:lnTo>
                  <a:lnTo>
                    <a:pt x="18" y="26"/>
                  </a:lnTo>
                  <a:lnTo>
                    <a:pt x="14" y="40"/>
                  </a:lnTo>
                  <a:lnTo>
                    <a:pt x="9" y="56"/>
                  </a:lnTo>
                  <a:lnTo>
                    <a:pt x="5" y="75"/>
                  </a:lnTo>
                  <a:lnTo>
                    <a:pt x="4" y="94"/>
                  </a:lnTo>
                  <a:lnTo>
                    <a:pt x="0" y="117"/>
                  </a:lnTo>
                  <a:lnTo>
                    <a:pt x="0" y="137"/>
                  </a:lnTo>
                  <a:lnTo>
                    <a:pt x="0" y="162"/>
                  </a:lnTo>
                  <a:lnTo>
                    <a:pt x="0" y="162"/>
                  </a:lnTo>
                  <a:lnTo>
                    <a:pt x="2" y="139"/>
                  </a:lnTo>
                  <a:lnTo>
                    <a:pt x="2" y="117"/>
                  </a:lnTo>
                  <a:lnTo>
                    <a:pt x="4" y="96"/>
                  </a:lnTo>
                  <a:lnTo>
                    <a:pt x="7" y="77"/>
                  </a:lnTo>
                  <a:lnTo>
                    <a:pt x="11" y="59"/>
                  </a:lnTo>
                  <a:lnTo>
                    <a:pt x="14" y="44"/>
                  </a:lnTo>
                  <a:lnTo>
                    <a:pt x="20" y="30"/>
                  </a:lnTo>
                  <a:lnTo>
                    <a:pt x="23" y="20"/>
                  </a:lnTo>
                  <a:lnTo>
                    <a:pt x="29" y="13"/>
                  </a:lnTo>
                  <a:lnTo>
                    <a:pt x="36" y="7"/>
                  </a:lnTo>
                  <a:lnTo>
                    <a:pt x="42" y="6"/>
                  </a:lnTo>
                  <a:lnTo>
                    <a:pt x="42" y="0"/>
                  </a:lnTo>
                  <a:close/>
                </a:path>
              </a:pathLst>
            </a:custGeom>
            <a:solidFill>
              <a:srgbClr val="AFAFAF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238" name="Google Shape;238;p1"/>
            <p:cNvSpPr/>
            <p:nvPr/>
          </p:nvSpPr>
          <p:spPr>
            <a:xfrm>
              <a:off x="4082" y="3329"/>
              <a:ext cx="37" cy="92"/>
            </a:xfrm>
            <a:custGeom>
              <a:avLst/>
              <a:gdLst/>
              <a:ahLst/>
              <a:cxnLst/>
              <a:rect l="l" t="t" r="r" b="b"/>
              <a:pathLst>
                <a:path w="42" h="156" extrusionOk="0">
                  <a:moveTo>
                    <a:pt x="42" y="0"/>
                  </a:moveTo>
                  <a:lnTo>
                    <a:pt x="36" y="1"/>
                  </a:lnTo>
                  <a:lnTo>
                    <a:pt x="29" y="7"/>
                  </a:lnTo>
                  <a:lnTo>
                    <a:pt x="23" y="14"/>
                  </a:lnTo>
                  <a:lnTo>
                    <a:pt x="20" y="24"/>
                  </a:lnTo>
                  <a:lnTo>
                    <a:pt x="14" y="38"/>
                  </a:lnTo>
                  <a:lnTo>
                    <a:pt x="11" y="53"/>
                  </a:lnTo>
                  <a:lnTo>
                    <a:pt x="7" y="71"/>
                  </a:lnTo>
                  <a:lnTo>
                    <a:pt x="4" y="90"/>
                  </a:lnTo>
                  <a:lnTo>
                    <a:pt x="2" y="111"/>
                  </a:lnTo>
                  <a:lnTo>
                    <a:pt x="2" y="133"/>
                  </a:lnTo>
                  <a:lnTo>
                    <a:pt x="0" y="156"/>
                  </a:lnTo>
                  <a:lnTo>
                    <a:pt x="2" y="156"/>
                  </a:lnTo>
                  <a:lnTo>
                    <a:pt x="2" y="133"/>
                  </a:lnTo>
                  <a:lnTo>
                    <a:pt x="4" y="112"/>
                  </a:lnTo>
                  <a:lnTo>
                    <a:pt x="5" y="93"/>
                  </a:lnTo>
                  <a:lnTo>
                    <a:pt x="7" y="74"/>
                  </a:lnTo>
                  <a:lnTo>
                    <a:pt x="11" y="57"/>
                  </a:lnTo>
                  <a:lnTo>
                    <a:pt x="16" y="41"/>
                  </a:lnTo>
                  <a:lnTo>
                    <a:pt x="20" y="29"/>
                  </a:lnTo>
                  <a:lnTo>
                    <a:pt x="25" y="19"/>
                  </a:lnTo>
                  <a:lnTo>
                    <a:pt x="31" y="10"/>
                  </a:lnTo>
                  <a:lnTo>
                    <a:pt x="36" y="7"/>
                  </a:lnTo>
                  <a:lnTo>
                    <a:pt x="42" y="5"/>
                  </a:lnTo>
                  <a:lnTo>
                    <a:pt x="42" y="0"/>
                  </a:lnTo>
                  <a:close/>
                </a:path>
              </a:pathLst>
            </a:custGeom>
            <a:solidFill>
              <a:srgbClr val="B1B1B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239" name="Google Shape;239;p1"/>
            <p:cNvSpPr/>
            <p:nvPr/>
          </p:nvSpPr>
          <p:spPr>
            <a:xfrm>
              <a:off x="4084" y="3331"/>
              <a:ext cx="35" cy="90"/>
            </a:xfrm>
            <a:custGeom>
              <a:avLst/>
              <a:gdLst/>
              <a:ahLst/>
              <a:cxnLst/>
              <a:rect l="l" t="t" r="r" b="b"/>
              <a:pathLst>
                <a:path w="40" h="151" extrusionOk="0">
                  <a:moveTo>
                    <a:pt x="40" y="0"/>
                  </a:moveTo>
                  <a:lnTo>
                    <a:pt x="34" y="2"/>
                  </a:lnTo>
                  <a:lnTo>
                    <a:pt x="29" y="5"/>
                  </a:lnTo>
                  <a:lnTo>
                    <a:pt x="23" y="14"/>
                  </a:lnTo>
                  <a:lnTo>
                    <a:pt x="18" y="24"/>
                  </a:lnTo>
                  <a:lnTo>
                    <a:pt x="14" y="36"/>
                  </a:lnTo>
                  <a:lnTo>
                    <a:pt x="9" y="52"/>
                  </a:lnTo>
                  <a:lnTo>
                    <a:pt x="5" y="69"/>
                  </a:lnTo>
                  <a:lnTo>
                    <a:pt x="3" y="88"/>
                  </a:lnTo>
                  <a:lnTo>
                    <a:pt x="2" y="107"/>
                  </a:lnTo>
                  <a:lnTo>
                    <a:pt x="0" y="128"/>
                  </a:lnTo>
                  <a:lnTo>
                    <a:pt x="0" y="151"/>
                  </a:lnTo>
                  <a:lnTo>
                    <a:pt x="2" y="151"/>
                  </a:lnTo>
                  <a:lnTo>
                    <a:pt x="2" y="130"/>
                  </a:lnTo>
                  <a:lnTo>
                    <a:pt x="3" y="109"/>
                  </a:lnTo>
                  <a:lnTo>
                    <a:pt x="5" y="90"/>
                  </a:lnTo>
                  <a:lnTo>
                    <a:pt x="7" y="71"/>
                  </a:lnTo>
                  <a:lnTo>
                    <a:pt x="11" y="55"/>
                  </a:lnTo>
                  <a:lnTo>
                    <a:pt x="14" y="40"/>
                  </a:lnTo>
                  <a:lnTo>
                    <a:pt x="18" y="28"/>
                  </a:lnTo>
                  <a:lnTo>
                    <a:pt x="23" y="17"/>
                  </a:lnTo>
                  <a:lnTo>
                    <a:pt x="29" y="10"/>
                  </a:lnTo>
                  <a:lnTo>
                    <a:pt x="34" y="7"/>
                  </a:lnTo>
                  <a:lnTo>
                    <a:pt x="40" y="5"/>
                  </a:lnTo>
                  <a:lnTo>
                    <a:pt x="40" y="0"/>
                  </a:lnTo>
                  <a:close/>
                </a:path>
              </a:pathLst>
            </a:custGeom>
            <a:solidFill>
              <a:srgbClr val="B4B4B4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240" name="Google Shape;240;p1"/>
            <p:cNvSpPr/>
            <p:nvPr/>
          </p:nvSpPr>
          <p:spPr>
            <a:xfrm>
              <a:off x="4086" y="3335"/>
              <a:ext cx="33" cy="86"/>
            </a:xfrm>
            <a:custGeom>
              <a:avLst/>
              <a:gdLst/>
              <a:ahLst/>
              <a:cxnLst/>
              <a:rect l="l" t="t" r="r" b="b"/>
              <a:pathLst>
                <a:path w="38" h="146" extrusionOk="0">
                  <a:moveTo>
                    <a:pt x="38" y="0"/>
                  </a:moveTo>
                  <a:lnTo>
                    <a:pt x="32" y="2"/>
                  </a:lnTo>
                  <a:lnTo>
                    <a:pt x="27" y="5"/>
                  </a:lnTo>
                  <a:lnTo>
                    <a:pt x="21" y="12"/>
                  </a:lnTo>
                  <a:lnTo>
                    <a:pt x="16" y="23"/>
                  </a:lnTo>
                  <a:lnTo>
                    <a:pt x="12" y="35"/>
                  </a:lnTo>
                  <a:lnTo>
                    <a:pt x="9" y="50"/>
                  </a:lnTo>
                  <a:lnTo>
                    <a:pt x="5" y="66"/>
                  </a:lnTo>
                  <a:lnTo>
                    <a:pt x="3" y="85"/>
                  </a:lnTo>
                  <a:lnTo>
                    <a:pt x="1" y="104"/>
                  </a:lnTo>
                  <a:lnTo>
                    <a:pt x="0" y="125"/>
                  </a:lnTo>
                  <a:lnTo>
                    <a:pt x="0" y="146"/>
                  </a:lnTo>
                  <a:lnTo>
                    <a:pt x="1" y="146"/>
                  </a:lnTo>
                  <a:lnTo>
                    <a:pt x="1" y="123"/>
                  </a:lnTo>
                  <a:lnTo>
                    <a:pt x="3" y="102"/>
                  </a:lnTo>
                  <a:lnTo>
                    <a:pt x="5" y="82"/>
                  </a:lnTo>
                  <a:lnTo>
                    <a:pt x="7" y="63"/>
                  </a:lnTo>
                  <a:lnTo>
                    <a:pt x="10" y="47"/>
                  </a:lnTo>
                  <a:lnTo>
                    <a:pt x="16" y="31"/>
                  </a:lnTo>
                  <a:lnTo>
                    <a:pt x="21" y="21"/>
                  </a:lnTo>
                  <a:lnTo>
                    <a:pt x="25" y="12"/>
                  </a:lnTo>
                  <a:lnTo>
                    <a:pt x="32" y="7"/>
                  </a:lnTo>
                  <a:lnTo>
                    <a:pt x="38" y="5"/>
                  </a:lnTo>
                  <a:lnTo>
                    <a:pt x="38" y="0"/>
                  </a:lnTo>
                  <a:close/>
                </a:path>
              </a:pathLst>
            </a:custGeom>
            <a:solidFill>
              <a:srgbClr val="B7B7B7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241" name="Google Shape;241;p1"/>
            <p:cNvSpPr/>
            <p:nvPr/>
          </p:nvSpPr>
          <p:spPr>
            <a:xfrm>
              <a:off x="4088" y="3338"/>
              <a:ext cx="31" cy="83"/>
            </a:xfrm>
            <a:custGeom>
              <a:avLst/>
              <a:gdLst/>
              <a:ahLst/>
              <a:cxnLst/>
              <a:rect l="l" t="t" r="r" b="b"/>
              <a:pathLst>
                <a:path w="37" h="141" extrusionOk="0">
                  <a:moveTo>
                    <a:pt x="37" y="0"/>
                  </a:moveTo>
                  <a:lnTo>
                    <a:pt x="31" y="2"/>
                  </a:lnTo>
                  <a:lnTo>
                    <a:pt x="24" y="7"/>
                  </a:lnTo>
                  <a:lnTo>
                    <a:pt x="20" y="16"/>
                  </a:lnTo>
                  <a:lnTo>
                    <a:pt x="15" y="26"/>
                  </a:lnTo>
                  <a:lnTo>
                    <a:pt x="9" y="42"/>
                  </a:lnTo>
                  <a:lnTo>
                    <a:pt x="6" y="58"/>
                  </a:lnTo>
                  <a:lnTo>
                    <a:pt x="4" y="77"/>
                  </a:lnTo>
                  <a:lnTo>
                    <a:pt x="2" y="97"/>
                  </a:lnTo>
                  <a:lnTo>
                    <a:pt x="0" y="118"/>
                  </a:lnTo>
                  <a:lnTo>
                    <a:pt x="0" y="141"/>
                  </a:lnTo>
                  <a:lnTo>
                    <a:pt x="0" y="141"/>
                  </a:lnTo>
                  <a:lnTo>
                    <a:pt x="2" y="118"/>
                  </a:lnTo>
                  <a:lnTo>
                    <a:pt x="2" y="99"/>
                  </a:lnTo>
                  <a:lnTo>
                    <a:pt x="4" y="78"/>
                  </a:lnTo>
                  <a:lnTo>
                    <a:pt x="8" y="61"/>
                  </a:lnTo>
                  <a:lnTo>
                    <a:pt x="11" y="45"/>
                  </a:lnTo>
                  <a:lnTo>
                    <a:pt x="15" y="31"/>
                  </a:lnTo>
                  <a:lnTo>
                    <a:pt x="20" y="19"/>
                  </a:lnTo>
                  <a:lnTo>
                    <a:pt x="26" y="12"/>
                  </a:lnTo>
                  <a:lnTo>
                    <a:pt x="31" y="7"/>
                  </a:lnTo>
                  <a:lnTo>
                    <a:pt x="37" y="5"/>
                  </a:lnTo>
                  <a:lnTo>
                    <a:pt x="37" y="0"/>
                  </a:lnTo>
                  <a:close/>
                </a:path>
              </a:pathLst>
            </a:custGeom>
            <a:solidFill>
              <a:srgbClr val="BABABA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242" name="Google Shape;242;p1"/>
            <p:cNvSpPr/>
            <p:nvPr/>
          </p:nvSpPr>
          <p:spPr>
            <a:xfrm>
              <a:off x="4088" y="3340"/>
              <a:ext cx="31" cy="81"/>
            </a:xfrm>
            <a:custGeom>
              <a:avLst/>
              <a:gdLst/>
              <a:ahLst/>
              <a:cxnLst/>
              <a:rect l="l" t="t" r="r" b="b"/>
              <a:pathLst>
                <a:path w="37" h="136" extrusionOk="0">
                  <a:moveTo>
                    <a:pt x="37" y="0"/>
                  </a:moveTo>
                  <a:lnTo>
                    <a:pt x="31" y="2"/>
                  </a:lnTo>
                  <a:lnTo>
                    <a:pt x="26" y="7"/>
                  </a:lnTo>
                  <a:lnTo>
                    <a:pt x="20" y="14"/>
                  </a:lnTo>
                  <a:lnTo>
                    <a:pt x="15" y="26"/>
                  </a:lnTo>
                  <a:lnTo>
                    <a:pt x="11" y="40"/>
                  </a:lnTo>
                  <a:lnTo>
                    <a:pt x="8" y="56"/>
                  </a:lnTo>
                  <a:lnTo>
                    <a:pt x="4" y="73"/>
                  </a:lnTo>
                  <a:lnTo>
                    <a:pt x="2" y="94"/>
                  </a:lnTo>
                  <a:lnTo>
                    <a:pt x="2" y="113"/>
                  </a:lnTo>
                  <a:lnTo>
                    <a:pt x="0" y="136"/>
                  </a:lnTo>
                  <a:lnTo>
                    <a:pt x="2" y="136"/>
                  </a:lnTo>
                  <a:lnTo>
                    <a:pt x="2" y="115"/>
                  </a:lnTo>
                  <a:lnTo>
                    <a:pt x="4" y="96"/>
                  </a:lnTo>
                  <a:lnTo>
                    <a:pt x="6" y="77"/>
                  </a:lnTo>
                  <a:lnTo>
                    <a:pt x="9" y="59"/>
                  </a:lnTo>
                  <a:lnTo>
                    <a:pt x="13" y="44"/>
                  </a:lnTo>
                  <a:lnTo>
                    <a:pt x="17" y="30"/>
                  </a:lnTo>
                  <a:lnTo>
                    <a:pt x="20" y="20"/>
                  </a:lnTo>
                  <a:lnTo>
                    <a:pt x="26" y="13"/>
                  </a:lnTo>
                  <a:lnTo>
                    <a:pt x="31" y="7"/>
                  </a:lnTo>
                  <a:lnTo>
                    <a:pt x="37" y="6"/>
                  </a:lnTo>
                  <a:lnTo>
                    <a:pt x="37" y="0"/>
                  </a:lnTo>
                  <a:close/>
                </a:path>
              </a:pathLst>
            </a:custGeom>
            <a:solidFill>
              <a:srgbClr val="BDBDBD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243" name="Google Shape;243;p1"/>
            <p:cNvSpPr/>
            <p:nvPr/>
          </p:nvSpPr>
          <p:spPr>
            <a:xfrm>
              <a:off x="4089" y="3344"/>
              <a:ext cx="30" cy="77"/>
            </a:xfrm>
            <a:custGeom>
              <a:avLst/>
              <a:gdLst/>
              <a:ahLst/>
              <a:cxnLst/>
              <a:rect l="l" t="t" r="r" b="b"/>
              <a:pathLst>
                <a:path w="35" h="130" extrusionOk="0">
                  <a:moveTo>
                    <a:pt x="35" y="0"/>
                  </a:moveTo>
                  <a:lnTo>
                    <a:pt x="29" y="1"/>
                  </a:lnTo>
                  <a:lnTo>
                    <a:pt x="24" y="7"/>
                  </a:lnTo>
                  <a:lnTo>
                    <a:pt x="18" y="14"/>
                  </a:lnTo>
                  <a:lnTo>
                    <a:pt x="15" y="24"/>
                  </a:lnTo>
                  <a:lnTo>
                    <a:pt x="11" y="38"/>
                  </a:lnTo>
                  <a:lnTo>
                    <a:pt x="7" y="53"/>
                  </a:lnTo>
                  <a:lnTo>
                    <a:pt x="4" y="71"/>
                  </a:lnTo>
                  <a:lnTo>
                    <a:pt x="2" y="90"/>
                  </a:lnTo>
                  <a:lnTo>
                    <a:pt x="0" y="109"/>
                  </a:lnTo>
                  <a:lnTo>
                    <a:pt x="0" y="130"/>
                  </a:lnTo>
                  <a:lnTo>
                    <a:pt x="2" y="130"/>
                  </a:lnTo>
                  <a:lnTo>
                    <a:pt x="2" y="109"/>
                  </a:lnTo>
                  <a:lnTo>
                    <a:pt x="4" y="90"/>
                  </a:lnTo>
                  <a:lnTo>
                    <a:pt x="6" y="73"/>
                  </a:lnTo>
                  <a:lnTo>
                    <a:pt x="7" y="55"/>
                  </a:lnTo>
                  <a:lnTo>
                    <a:pt x="11" y="41"/>
                  </a:lnTo>
                  <a:lnTo>
                    <a:pt x="15" y="29"/>
                  </a:lnTo>
                  <a:lnTo>
                    <a:pt x="20" y="19"/>
                  </a:lnTo>
                  <a:lnTo>
                    <a:pt x="24" y="10"/>
                  </a:lnTo>
                  <a:lnTo>
                    <a:pt x="29" y="7"/>
                  </a:lnTo>
                  <a:lnTo>
                    <a:pt x="35" y="5"/>
                  </a:lnTo>
                  <a:lnTo>
                    <a:pt x="35" y="0"/>
                  </a:lnTo>
                  <a:close/>
                </a:path>
              </a:pathLst>
            </a:custGeom>
            <a:solidFill>
              <a:srgbClr val="C0C0C0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244" name="Google Shape;244;p1"/>
            <p:cNvSpPr/>
            <p:nvPr/>
          </p:nvSpPr>
          <p:spPr>
            <a:xfrm>
              <a:off x="4091" y="3346"/>
              <a:ext cx="28" cy="75"/>
            </a:xfrm>
            <a:custGeom>
              <a:avLst/>
              <a:gdLst/>
              <a:ahLst/>
              <a:cxnLst/>
              <a:rect l="l" t="t" r="r" b="b"/>
              <a:pathLst>
                <a:path w="33" h="125" extrusionOk="0">
                  <a:moveTo>
                    <a:pt x="33" y="0"/>
                  </a:moveTo>
                  <a:lnTo>
                    <a:pt x="27" y="2"/>
                  </a:lnTo>
                  <a:lnTo>
                    <a:pt x="22" y="5"/>
                  </a:lnTo>
                  <a:lnTo>
                    <a:pt x="18" y="14"/>
                  </a:lnTo>
                  <a:lnTo>
                    <a:pt x="13" y="24"/>
                  </a:lnTo>
                  <a:lnTo>
                    <a:pt x="9" y="36"/>
                  </a:lnTo>
                  <a:lnTo>
                    <a:pt x="5" y="50"/>
                  </a:lnTo>
                  <a:lnTo>
                    <a:pt x="4" y="68"/>
                  </a:lnTo>
                  <a:lnTo>
                    <a:pt x="2" y="85"/>
                  </a:lnTo>
                  <a:lnTo>
                    <a:pt x="0" y="104"/>
                  </a:lnTo>
                  <a:lnTo>
                    <a:pt x="0" y="125"/>
                  </a:lnTo>
                  <a:lnTo>
                    <a:pt x="2" y="125"/>
                  </a:lnTo>
                  <a:lnTo>
                    <a:pt x="2" y="106"/>
                  </a:lnTo>
                  <a:lnTo>
                    <a:pt x="2" y="87"/>
                  </a:lnTo>
                  <a:lnTo>
                    <a:pt x="4" y="69"/>
                  </a:lnTo>
                  <a:lnTo>
                    <a:pt x="7" y="54"/>
                  </a:lnTo>
                  <a:lnTo>
                    <a:pt x="11" y="40"/>
                  </a:lnTo>
                  <a:lnTo>
                    <a:pt x="14" y="28"/>
                  </a:lnTo>
                  <a:lnTo>
                    <a:pt x="18" y="17"/>
                  </a:lnTo>
                  <a:lnTo>
                    <a:pt x="22" y="10"/>
                  </a:lnTo>
                  <a:lnTo>
                    <a:pt x="27" y="7"/>
                  </a:lnTo>
                  <a:lnTo>
                    <a:pt x="33" y="5"/>
                  </a:lnTo>
                  <a:lnTo>
                    <a:pt x="33" y="0"/>
                  </a:lnTo>
                  <a:close/>
                </a:path>
              </a:pathLst>
            </a:custGeom>
            <a:solidFill>
              <a:srgbClr val="C3C3C3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245" name="Google Shape;245;p1"/>
            <p:cNvSpPr/>
            <p:nvPr/>
          </p:nvSpPr>
          <p:spPr>
            <a:xfrm>
              <a:off x="4091" y="3350"/>
              <a:ext cx="28" cy="71"/>
            </a:xfrm>
            <a:custGeom>
              <a:avLst/>
              <a:gdLst/>
              <a:ahLst/>
              <a:cxnLst/>
              <a:rect l="l" t="t" r="r" b="b"/>
              <a:pathLst>
                <a:path w="31" h="120" extrusionOk="0">
                  <a:moveTo>
                    <a:pt x="31" y="0"/>
                  </a:moveTo>
                  <a:lnTo>
                    <a:pt x="25" y="2"/>
                  </a:lnTo>
                  <a:lnTo>
                    <a:pt x="20" y="5"/>
                  </a:lnTo>
                  <a:lnTo>
                    <a:pt x="16" y="12"/>
                  </a:lnTo>
                  <a:lnTo>
                    <a:pt x="12" y="23"/>
                  </a:lnTo>
                  <a:lnTo>
                    <a:pt x="9" y="35"/>
                  </a:lnTo>
                  <a:lnTo>
                    <a:pt x="5" y="49"/>
                  </a:lnTo>
                  <a:lnTo>
                    <a:pt x="2" y="64"/>
                  </a:lnTo>
                  <a:lnTo>
                    <a:pt x="0" y="82"/>
                  </a:lnTo>
                  <a:lnTo>
                    <a:pt x="0" y="101"/>
                  </a:lnTo>
                  <a:lnTo>
                    <a:pt x="0" y="120"/>
                  </a:lnTo>
                  <a:lnTo>
                    <a:pt x="0" y="120"/>
                  </a:lnTo>
                  <a:lnTo>
                    <a:pt x="0" y="101"/>
                  </a:lnTo>
                  <a:lnTo>
                    <a:pt x="2" y="83"/>
                  </a:lnTo>
                  <a:lnTo>
                    <a:pt x="3" y="68"/>
                  </a:lnTo>
                  <a:lnTo>
                    <a:pt x="5" y="52"/>
                  </a:lnTo>
                  <a:lnTo>
                    <a:pt x="9" y="38"/>
                  </a:lnTo>
                  <a:lnTo>
                    <a:pt x="12" y="26"/>
                  </a:lnTo>
                  <a:lnTo>
                    <a:pt x="16" y="17"/>
                  </a:lnTo>
                  <a:lnTo>
                    <a:pt x="22" y="10"/>
                  </a:lnTo>
                  <a:lnTo>
                    <a:pt x="25" y="7"/>
                  </a:lnTo>
                  <a:lnTo>
                    <a:pt x="31" y="5"/>
                  </a:lnTo>
                  <a:lnTo>
                    <a:pt x="31" y="0"/>
                  </a:lnTo>
                  <a:close/>
                </a:path>
              </a:pathLst>
            </a:custGeom>
            <a:solidFill>
              <a:srgbClr val="C7C7C7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246" name="Google Shape;246;p1"/>
            <p:cNvSpPr/>
            <p:nvPr/>
          </p:nvSpPr>
          <p:spPr>
            <a:xfrm>
              <a:off x="4091" y="3354"/>
              <a:ext cx="28" cy="67"/>
            </a:xfrm>
            <a:custGeom>
              <a:avLst/>
              <a:gdLst/>
              <a:ahLst/>
              <a:cxnLst/>
              <a:rect l="l" t="t" r="r" b="b"/>
              <a:pathLst>
                <a:path w="31" h="115" extrusionOk="0">
                  <a:moveTo>
                    <a:pt x="31" y="0"/>
                  </a:moveTo>
                  <a:lnTo>
                    <a:pt x="25" y="2"/>
                  </a:lnTo>
                  <a:lnTo>
                    <a:pt x="22" y="5"/>
                  </a:lnTo>
                  <a:lnTo>
                    <a:pt x="16" y="12"/>
                  </a:lnTo>
                  <a:lnTo>
                    <a:pt x="12" y="21"/>
                  </a:lnTo>
                  <a:lnTo>
                    <a:pt x="9" y="33"/>
                  </a:lnTo>
                  <a:lnTo>
                    <a:pt x="5" y="47"/>
                  </a:lnTo>
                  <a:lnTo>
                    <a:pt x="3" y="63"/>
                  </a:lnTo>
                  <a:lnTo>
                    <a:pt x="2" y="78"/>
                  </a:lnTo>
                  <a:lnTo>
                    <a:pt x="0" y="96"/>
                  </a:lnTo>
                  <a:lnTo>
                    <a:pt x="0" y="115"/>
                  </a:lnTo>
                  <a:lnTo>
                    <a:pt x="2" y="115"/>
                  </a:lnTo>
                  <a:lnTo>
                    <a:pt x="2" y="96"/>
                  </a:lnTo>
                  <a:lnTo>
                    <a:pt x="3" y="77"/>
                  </a:lnTo>
                  <a:lnTo>
                    <a:pt x="5" y="59"/>
                  </a:lnTo>
                  <a:lnTo>
                    <a:pt x="9" y="44"/>
                  </a:lnTo>
                  <a:lnTo>
                    <a:pt x="12" y="32"/>
                  </a:lnTo>
                  <a:lnTo>
                    <a:pt x="16" y="19"/>
                  </a:lnTo>
                  <a:lnTo>
                    <a:pt x="20" y="12"/>
                  </a:lnTo>
                  <a:lnTo>
                    <a:pt x="25" y="7"/>
                  </a:lnTo>
                  <a:lnTo>
                    <a:pt x="31" y="5"/>
                  </a:lnTo>
                  <a:lnTo>
                    <a:pt x="31" y="0"/>
                  </a:lnTo>
                  <a:close/>
                </a:path>
              </a:pathLst>
            </a:custGeom>
            <a:solidFill>
              <a:srgbClr val="CACACA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247" name="Google Shape;247;p1"/>
            <p:cNvSpPr/>
            <p:nvPr/>
          </p:nvSpPr>
          <p:spPr>
            <a:xfrm>
              <a:off x="4093" y="3356"/>
              <a:ext cx="26" cy="65"/>
            </a:xfrm>
            <a:custGeom>
              <a:avLst/>
              <a:gdLst/>
              <a:ahLst/>
              <a:cxnLst/>
              <a:rect l="l" t="t" r="r" b="b"/>
              <a:pathLst>
                <a:path w="29" h="110" extrusionOk="0">
                  <a:moveTo>
                    <a:pt x="29" y="0"/>
                  </a:moveTo>
                  <a:lnTo>
                    <a:pt x="23" y="2"/>
                  </a:lnTo>
                  <a:lnTo>
                    <a:pt x="18" y="7"/>
                  </a:lnTo>
                  <a:lnTo>
                    <a:pt x="14" y="14"/>
                  </a:lnTo>
                  <a:lnTo>
                    <a:pt x="10" y="27"/>
                  </a:lnTo>
                  <a:lnTo>
                    <a:pt x="7" y="39"/>
                  </a:lnTo>
                  <a:lnTo>
                    <a:pt x="3" y="54"/>
                  </a:lnTo>
                  <a:lnTo>
                    <a:pt x="1" y="72"/>
                  </a:lnTo>
                  <a:lnTo>
                    <a:pt x="0" y="91"/>
                  </a:lnTo>
                  <a:lnTo>
                    <a:pt x="0" y="110"/>
                  </a:lnTo>
                  <a:lnTo>
                    <a:pt x="1" y="110"/>
                  </a:lnTo>
                  <a:lnTo>
                    <a:pt x="1" y="91"/>
                  </a:lnTo>
                  <a:lnTo>
                    <a:pt x="3" y="73"/>
                  </a:lnTo>
                  <a:lnTo>
                    <a:pt x="5" y="58"/>
                  </a:lnTo>
                  <a:lnTo>
                    <a:pt x="7" y="42"/>
                  </a:lnTo>
                  <a:lnTo>
                    <a:pt x="10" y="30"/>
                  </a:lnTo>
                  <a:lnTo>
                    <a:pt x="14" y="20"/>
                  </a:lnTo>
                  <a:lnTo>
                    <a:pt x="20" y="11"/>
                  </a:lnTo>
                  <a:lnTo>
                    <a:pt x="23" y="7"/>
                  </a:lnTo>
                  <a:lnTo>
                    <a:pt x="29" y="6"/>
                  </a:lnTo>
                  <a:lnTo>
                    <a:pt x="29" y="0"/>
                  </a:lnTo>
                  <a:close/>
                </a:path>
              </a:pathLst>
            </a:custGeom>
            <a:solidFill>
              <a:srgbClr val="CDCDCD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248" name="Google Shape;248;p1"/>
            <p:cNvSpPr/>
            <p:nvPr/>
          </p:nvSpPr>
          <p:spPr>
            <a:xfrm>
              <a:off x="4095" y="3360"/>
              <a:ext cx="24" cy="61"/>
            </a:xfrm>
            <a:custGeom>
              <a:avLst/>
              <a:gdLst/>
              <a:ahLst/>
              <a:cxnLst/>
              <a:rect l="l" t="t" r="r" b="b"/>
              <a:pathLst>
                <a:path w="28" h="104" extrusionOk="0">
                  <a:moveTo>
                    <a:pt x="28" y="0"/>
                  </a:moveTo>
                  <a:lnTo>
                    <a:pt x="22" y="1"/>
                  </a:lnTo>
                  <a:lnTo>
                    <a:pt x="19" y="5"/>
                  </a:lnTo>
                  <a:lnTo>
                    <a:pt x="13" y="14"/>
                  </a:lnTo>
                  <a:lnTo>
                    <a:pt x="9" y="24"/>
                  </a:lnTo>
                  <a:lnTo>
                    <a:pt x="6" y="36"/>
                  </a:lnTo>
                  <a:lnTo>
                    <a:pt x="4" y="52"/>
                  </a:lnTo>
                  <a:lnTo>
                    <a:pt x="2" y="67"/>
                  </a:lnTo>
                  <a:lnTo>
                    <a:pt x="0" y="85"/>
                  </a:lnTo>
                  <a:lnTo>
                    <a:pt x="0" y="104"/>
                  </a:lnTo>
                  <a:lnTo>
                    <a:pt x="2" y="104"/>
                  </a:lnTo>
                  <a:lnTo>
                    <a:pt x="2" y="86"/>
                  </a:lnTo>
                  <a:lnTo>
                    <a:pt x="2" y="69"/>
                  </a:lnTo>
                  <a:lnTo>
                    <a:pt x="4" y="53"/>
                  </a:lnTo>
                  <a:lnTo>
                    <a:pt x="8" y="40"/>
                  </a:lnTo>
                  <a:lnTo>
                    <a:pt x="11" y="27"/>
                  </a:lnTo>
                  <a:lnTo>
                    <a:pt x="15" y="17"/>
                  </a:lnTo>
                  <a:lnTo>
                    <a:pt x="19" y="10"/>
                  </a:lnTo>
                  <a:lnTo>
                    <a:pt x="22" y="7"/>
                  </a:lnTo>
                  <a:lnTo>
                    <a:pt x="28" y="5"/>
                  </a:lnTo>
                  <a:lnTo>
                    <a:pt x="28" y="0"/>
                  </a:lnTo>
                  <a:close/>
                </a:path>
              </a:pathLst>
            </a:custGeom>
            <a:solidFill>
              <a:srgbClr val="CFCFCF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249" name="Google Shape;249;p1"/>
            <p:cNvSpPr/>
            <p:nvPr/>
          </p:nvSpPr>
          <p:spPr>
            <a:xfrm>
              <a:off x="4096" y="3362"/>
              <a:ext cx="23" cy="59"/>
            </a:xfrm>
            <a:custGeom>
              <a:avLst/>
              <a:gdLst/>
              <a:ahLst/>
              <a:cxnLst/>
              <a:rect l="l" t="t" r="r" b="b"/>
              <a:pathLst>
                <a:path w="26" h="99" extrusionOk="0">
                  <a:moveTo>
                    <a:pt x="26" y="0"/>
                  </a:moveTo>
                  <a:lnTo>
                    <a:pt x="20" y="2"/>
                  </a:lnTo>
                  <a:lnTo>
                    <a:pt x="17" y="5"/>
                  </a:lnTo>
                  <a:lnTo>
                    <a:pt x="13" y="12"/>
                  </a:lnTo>
                  <a:lnTo>
                    <a:pt x="9" y="22"/>
                  </a:lnTo>
                  <a:lnTo>
                    <a:pt x="6" y="35"/>
                  </a:lnTo>
                  <a:lnTo>
                    <a:pt x="2" y="48"/>
                  </a:lnTo>
                  <a:lnTo>
                    <a:pt x="0" y="64"/>
                  </a:lnTo>
                  <a:lnTo>
                    <a:pt x="0" y="81"/>
                  </a:lnTo>
                  <a:lnTo>
                    <a:pt x="0" y="99"/>
                  </a:lnTo>
                  <a:lnTo>
                    <a:pt x="0" y="99"/>
                  </a:lnTo>
                  <a:lnTo>
                    <a:pt x="0" y="81"/>
                  </a:lnTo>
                  <a:lnTo>
                    <a:pt x="2" y="66"/>
                  </a:lnTo>
                  <a:lnTo>
                    <a:pt x="4" y="52"/>
                  </a:lnTo>
                  <a:lnTo>
                    <a:pt x="6" y="38"/>
                  </a:lnTo>
                  <a:lnTo>
                    <a:pt x="9" y="26"/>
                  </a:lnTo>
                  <a:lnTo>
                    <a:pt x="13" y="17"/>
                  </a:lnTo>
                  <a:lnTo>
                    <a:pt x="17" y="10"/>
                  </a:lnTo>
                  <a:lnTo>
                    <a:pt x="20" y="7"/>
                  </a:lnTo>
                  <a:lnTo>
                    <a:pt x="26" y="5"/>
                  </a:lnTo>
                  <a:lnTo>
                    <a:pt x="26" y="0"/>
                  </a:lnTo>
                  <a:close/>
                </a:path>
              </a:pathLst>
            </a:custGeom>
            <a:solidFill>
              <a:srgbClr val="D2D2D2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250" name="Google Shape;250;p1"/>
            <p:cNvSpPr/>
            <p:nvPr/>
          </p:nvSpPr>
          <p:spPr>
            <a:xfrm>
              <a:off x="4096" y="3365"/>
              <a:ext cx="23" cy="56"/>
            </a:xfrm>
            <a:custGeom>
              <a:avLst/>
              <a:gdLst/>
              <a:ahLst/>
              <a:cxnLst/>
              <a:rect l="l" t="t" r="r" b="b"/>
              <a:pathLst>
                <a:path w="26" h="94" extrusionOk="0">
                  <a:moveTo>
                    <a:pt x="26" y="0"/>
                  </a:moveTo>
                  <a:lnTo>
                    <a:pt x="20" y="2"/>
                  </a:lnTo>
                  <a:lnTo>
                    <a:pt x="17" y="5"/>
                  </a:lnTo>
                  <a:lnTo>
                    <a:pt x="13" y="12"/>
                  </a:lnTo>
                  <a:lnTo>
                    <a:pt x="9" y="21"/>
                  </a:lnTo>
                  <a:lnTo>
                    <a:pt x="6" y="33"/>
                  </a:lnTo>
                  <a:lnTo>
                    <a:pt x="4" y="47"/>
                  </a:lnTo>
                  <a:lnTo>
                    <a:pt x="2" y="61"/>
                  </a:lnTo>
                  <a:lnTo>
                    <a:pt x="0" y="76"/>
                  </a:lnTo>
                  <a:lnTo>
                    <a:pt x="0" y="94"/>
                  </a:lnTo>
                  <a:lnTo>
                    <a:pt x="2" y="94"/>
                  </a:lnTo>
                  <a:lnTo>
                    <a:pt x="2" y="76"/>
                  </a:lnTo>
                  <a:lnTo>
                    <a:pt x="4" y="59"/>
                  </a:lnTo>
                  <a:lnTo>
                    <a:pt x="6" y="43"/>
                  </a:lnTo>
                  <a:lnTo>
                    <a:pt x="9" y="31"/>
                  </a:lnTo>
                  <a:lnTo>
                    <a:pt x="13" y="19"/>
                  </a:lnTo>
                  <a:lnTo>
                    <a:pt x="17" y="12"/>
                  </a:lnTo>
                  <a:lnTo>
                    <a:pt x="20" y="7"/>
                  </a:lnTo>
                  <a:lnTo>
                    <a:pt x="26" y="5"/>
                  </a:lnTo>
                  <a:lnTo>
                    <a:pt x="26" y="0"/>
                  </a:lnTo>
                  <a:close/>
                </a:path>
              </a:pathLst>
            </a:custGeom>
            <a:solidFill>
              <a:srgbClr val="D4D4D4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251" name="Google Shape;251;p1"/>
            <p:cNvSpPr/>
            <p:nvPr/>
          </p:nvSpPr>
          <p:spPr>
            <a:xfrm>
              <a:off x="4098" y="3369"/>
              <a:ext cx="21" cy="52"/>
            </a:xfrm>
            <a:custGeom>
              <a:avLst/>
              <a:gdLst/>
              <a:ahLst/>
              <a:cxnLst/>
              <a:rect l="l" t="t" r="r" b="b"/>
              <a:pathLst>
                <a:path w="24" h="89" extrusionOk="0">
                  <a:moveTo>
                    <a:pt x="24" y="0"/>
                  </a:moveTo>
                  <a:lnTo>
                    <a:pt x="18" y="2"/>
                  </a:lnTo>
                  <a:lnTo>
                    <a:pt x="15" y="7"/>
                  </a:lnTo>
                  <a:lnTo>
                    <a:pt x="11" y="14"/>
                  </a:lnTo>
                  <a:lnTo>
                    <a:pt x="7" y="26"/>
                  </a:lnTo>
                  <a:lnTo>
                    <a:pt x="4" y="38"/>
                  </a:lnTo>
                  <a:lnTo>
                    <a:pt x="2" y="54"/>
                  </a:lnTo>
                  <a:lnTo>
                    <a:pt x="0" y="71"/>
                  </a:lnTo>
                  <a:lnTo>
                    <a:pt x="0" y="89"/>
                  </a:lnTo>
                  <a:lnTo>
                    <a:pt x="2" y="89"/>
                  </a:lnTo>
                  <a:lnTo>
                    <a:pt x="2" y="71"/>
                  </a:lnTo>
                  <a:lnTo>
                    <a:pt x="4" y="56"/>
                  </a:lnTo>
                  <a:lnTo>
                    <a:pt x="5" y="42"/>
                  </a:lnTo>
                  <a:lnTo>
                    <a:pt x="7" y="30"/>
                  </a:lnTo>
                  <a:lnTo>
                    <a:pt x="11" y="19"/>
                  </a:lnTo>
                  <a:lnTo>
                    <a:pt x="15" y="11"/>
                  </a:lnTo>
                  <a:lnTo>
                    <a:pt x="18" y="7"/>
                  </a:lnTo>
                  <a:lnTo>
                    <a:pt x="24" y="6"/>
                  </a:lnTo>
                  <a:lnTo>
                    <a:pt x="24" y="0"/>
                  </a:lnTo>
                  <a:close/>
                </a:path>
              </a:pathLst>
            </a:custGeom>
            <a:solidFill>
              <a:srgbClr val="D6D6D6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252" name="Google Shape;252;p1"/>
            <p:cNvSpPr/>
            <p:nvPr/>
          </p:nvSpPr>
          <p:spPr>
            <a:xfrm>
              <a:off x="4100" y="3371"/>
              <a:ext cx="19" cy="50"/>
            </a:xfrm>
            <a:custGeom>
              <a:avLst/>
              <a:gdLst/>
              <a:ahLst/>
              <a:cxnLst/>
              <a:rect l="l" t="t" r="r" b="b"/>
              <a:pathLst>
                <a:path w="22" h="83" extrusionOk="0">
                  <a:moveTo>
                    <a:pt x="22" y="0"/>
                  </a:moveTo>
                  <a:lnTo>
                    <a:pt x="16" y="1"/>
                  </a:lnTo>
                  <a:lnTo>
                    <a:pt x="13" y="5"/>
                  </a:lnTo>
                  <a:lnTo>
                    <a:pt x="9" y="13"/>
                  </a:lnTo>
                  <a:lnTo>
                    <a:pt x="5" y="24"/>
                  </a:lnTo>
                  <a:lnTo>
                    <a:pt x="3" y="36"/>
                  </a:lnTo>
                  <a:lnTo>
                    <a:pt x="2" y="50"/>
                  </a:lnTo>
                  <a:lnTo>
                    <a:pt x="0" y="65"/>
                  </a:lnTo>
                  <a:lnTo>
                    <a:pt x="0" y="83"/>
                  </a:lnTo>
                  <a:lnTo>
                    <a:pt x="2" y="83"/>
                  </a:lnTo>
                  <a:lnTo>
                    <a:pt x="2" y="67"/>
                  </a:lnTo>
                  <a:lnTo>
                    <a:pt x="2" y="52"/>
                  </a:lnTo>
                  <a:lnTo>
                    <a:pt x="3" y="39"/>
                  </a:lnTo>
                  <a:lnTo>
                    <a:pt x="7" y="27"/>
                  </a:lnTo>
                  <a:lnTo>
                    <a:pt x="11" y="17"/>
                  </a:lnTo>
                  <a:lnTo>
                    <a:pt x="13" y="10"/>
                  </a:lnTo>
                  <a:lnTo>
                    <a:pt x="18" y="6"/>
                  </a:lnTo>
                  <a:lnTo>
                    <a:pt x="22" y="5"/>
                  </a:lnTo>
                  <a:lnTo>
                    <a:pt x="22" y="0"/>
                  </a:lnTo>
                  <a:close/>
                </a:path>
              </a:pathLst>
            </a:custGeom>
            <a:solidFill>
              <a:srgbClr val="D8D8D8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253" name="Google Shape;253;p1"/>
            <p:cNvSpPr/>
            <p:nvPr/>
          </p:nvSpPr>
          <p:spPr>
            <a:xfrm>
              <a:off x="4102" y="3375"/>
              <a:ext cx="17" cy="46"/>
            </a:xfrm>
            <a:custGeom>
              <a:avLst/>
              <a:gdLst/>
              <a:ahLst/>
              <a:cxnLst/>
              <a:rect l="l" t="t" r="r" b="b"/>
              <a:pathLst>
                <a:path w="20" h="78" extrusionOk="0">
                  <a:moveTo>
                    <a:pt x="20" y="0"/>
                  </a:moveTo>
                  <a:lnTo>
                    <a:pt x="16" y="1"/>
                  </a:lnTo>
                  <a:lnTo>
                    <a:pt x="11" y="5"/>
                  </a:lnTo>
                  <a:lnTo>
                    <a:pt x="9" y="12"/>
                  </a:lnTo>
                  <a:lnTo>
                    <a:pt x="5" y="22"/>
                  </a:lnTo>
                  <a:lnTo>
                    <a:pt x="1" y="34"/>
                  </a:lnTo>
                  <a:lnTo>
                    <a:pt x="0" y="47"/>
                  </a:lnTo>
                  <a:lnTo>
                    <a:pt x="0" y="62"/>
                  </a:lnTo>
                  <a:lnTo>
                    <a:pt x="0" y="78"/>
                  </a:lnTo>
                  <a:lnTo>
                    <a:pt x="0" y="78"/>
                  </a:lnTo>
                  <a:lnTo>
                    <a:pt x="0" y="62"/>
                  </a:lnTo>
                  <a:lnTo>
                    <a:pt x="1" y="50"/>
                  </a:lnTo>
                  <a:lnTo>
                    <a:pt x="3" y="36"/>
                  </a:lnTo>
                  <a:lnTo>
                    <a:pt x="5" y="26"/>
                  </a:lnTo>
                  <a:lnTo>
                    <a:pt x="9" y="17"/>
                  </a:lnTo>
                  <a:lnTo>
                    <a:pt x="12" y="10"/>
                  </a:lnTo>
                  <a:lnTo>
                    <a:pt x="16" y="7"/>
                  </a:lnTo>
                  <a:lnTo>
                    <a:pt x="20" y="5"/>
                  </a:lnTo>
                  <a:lnTo>
                    <a:pt x="20" y="0"/>
                  </a:lnTo>
                  <a:close/>
                </a:path>
              </a:pathLst>
            </a:custGeom>
            <a:solidFill>
              <a:srgbClr val="DADADA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254" name="Google Shape;254;p1"/>
            <p:cNvSpPr/>
            <p:nvPr/>
          </p:nvSpPr>
          <p:spPr>
            <a:xfrm>
              <a:off x="4102" y="3377"/>
              <a:ext cx="17" cy="44"/>
            </a:xfrm>
            <a:custGeom>
              <a:avLst/>
              <a:gdLst/>
              <a:ahLst/>
              <a:cxnLst/>
              <a:rect l="l" t="t" r="r" b="b"/>
              <a:pathLst>
                <a:path w="20" h="73" extrusionOk="0">
                  <a:moveTo>
                    <a:pt x="20" y="0"/>
                  </a:moveTo>
                  <a:lnTo>
                    <a:pt x="16" y="2"/>
                  </a:lnTo>
                  <a:lnTo>
                    <a:pt x="12" y="5"/>
                  </a:lnTo>
                  <a:lnTo>
                    <a:pt x="9" y="12"/>
                  </a:lnTo>
                  <a:lnTo>
                    <a:pt x="5" y="21"/>
                  </a:lnTo>
                  <a:lnTo>
                    <a:pt x="3" y="31"/>
                  </a:lnTo>
                  <a:lnTo>
                    <a:pt x="1" y="45"/>
                  </a:lnTo>
                  <a:lnTo>
                    <a:pt x="0" y="57"/>
                  </a:lnTo>
                  <a:lnTo>
                    <a:pt x="0" y="73"/>
                  </a:lnTo>
                  <a:lnTo>
                    <a:pt x="1" y="73"/>
                  </a:lnTo>
                  <a:lnTo>
                    <a:pt x="1" y="57"/>
                  </a:lnTo>
                  <a:lnTo>
                    <a:pt x="3" y="43"/>
                  </a:lnTo>
                  <a:lnTo>
                    <a:pt x="5" y="29"/>
                  </a:lnTo>
                  <a:lnTo>
                    <a:pt x="9" y="19"/>
                  </a:lnTo>
                  <a:lnTo>
                    <a:pt x="12" y="12"/>
                  </a:lnTo>
                  <a:lnTo>
                    <a:pt x="16" y="7"/>
                  </a:lnTo>
                  <a:lnTo>
                    <a:pt x="20" y="5"/>
                  </a:lnTo>
                  <a:lnTo>
                    <a:pt x="20" y="0"/>
                  </a:lnTo>
                  <a:close/>
                </a:path>
              </a:pathLst>
            </a:custGeom>
            <a:solidFill>
              <a:srgbClr val="DBDBDB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255" name="Google Shape;255;p1"/>
            <p:cNvSpPr/>
            <p:nvPr/>
          </p:nvSpPr>
          <p:spPr>
            <a:xfrm>
              <a:off x="4103" y="3381"/>
              <a:ext cx="16" cy="40"/>
            </a:xfrm>
            <a:custGeom>
              <a:avLst/>
              <a:gdLst/>
              <a:ahLst/>
              <a:cxnLst/>
              <a:rect l="l" t="t" r="r" b="b"/>
              <a:pathLst>
                <a:path w="19" h="68" extrusionOk="0">
                  <a:moveTo>
                    <a:pt x="19" y="0"/>
                  </a:moveTo>
                  <a:lnTo>
                    <a:pt x="15" y="2"/>
                  </a:lnTo>
                  <a:lnTo>
                    <a:pt x="11" y="7"/>
                  </a:lnTo>
                  <a:lnTo>
                    <a:pt x="8" y="14"/>
                  </a:lnTo>
                  <a:lnTo>
                    <a:pt x="4" y="24"/>
                  </a:lnTo>
                  <a:lnTo>
                    <a:pt x="2" y="38"/>
                  </a:lnTo>
                  <a:lnTo>
                    <a:pt x="0" y="52"/>
                  </a:lnTo>
                  <a:lnTo>
                    <a:pt x="0" y="68"/>
                  </a:lnTo>
                  <a:lnTo>
                    <a:pt x="2" y="68"/>
                  </a:lnTo>
                  <a:lnTo>
                    <a:pt x="2" y="54"/>
                  </a:lnTo>
                  <a:lnTo>
                    <a:pt x="4" y="40"/>
                  </a:lnTo>
                  <a:lnTo>
                    <a:pt x="6" y="28"/>
                  </a:lnTo>
                  <a:lnTo>
                    <a:pt x="8" y="19"/>
                  </a:lnTo>
                  <a:lnTo>
                    <a:pt x="11" y="11"/>
                  </a:lnTo>
                  <a:lnTo>
                    <a:pt x="15" y="7"/>
                  </a:lnTo>
                  <a:lnTo>
                    <a:pt x="19" y="5"/>
                  </a:lnTo>
                  <a:lnTo>
                    <a:pt x="19" y="0"/>
                  </a:lnTo>
                  <a:close/>
                </a:path>
              </a:pathLst>
            </a:custGeom>
            <a:solidFill>
              <a:srgbClr val="DDDDDD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256" name="Google Shape;256;p1"/>
            <p:cNvSpPr/>
            <p:nvPr/>
          </p:nvSpPr>
          <p:spPr>
            <a:xfrm>
              <a:off x="4105" y="3385"/>
              <a:ext cx="14" cy="36"/>
            </a:xfrm>
            <a:custGeom>
              <a:avLst/>
              <a:gdLst/>
              <a:ahLst/>
              <a:cxnLst/>
              <a:rect l="l" t="t" r="r" b="b"/>
              <a:pathLst>
                <a:path w="17" h="63" extrusionOk="0">
                  <a:moveTo>
                    <a:pt x="17" y="0"/>
                  </a:moveTo>
                  <a:lnTo>
                    <a:pt x="13" y="2"/>
                  </a:lnTo>
                  <a:lnTo>
                    <a:pt x="9" y="6"/>
                  </a:lnTo>
                  <a:lnTo>
                    <a:pt x="6" y="14"/>
                  </a:lnTo>
                  <a:lnTo>
                    <a:pt x="4" y="23"/>
                  </a:lnTo>
                  <a:lnTo>
                    <a:pt x="2" y="35"/>
                  </a:lnTo>
                  <a:lnTo>
                    <a:pt x="0" y="49"/>
                  </a:lnTo>
                  <a:lnTo>
                    <a:pt x="0" y="63"/>
                  </a:lnTo>
                  <a:lnTo>
                    <a:pt x="2" y="63"/>
                  </a:lnTo>
                  <a:lnTo>
                    <a:pt x="2" y="49"/>
                  </a:lnTo>
                  <a:lnTo>
                    <a:pt x="2" y="37"/>
                  </a:lnTo>
                  <a:lnTo>
                    <a:pt x="4" y="26"/>
                  </a:lnTo>
                  <a:lnTo>
                    <a:pt x="8" y="18"/>
                  </a:lnTo>
                  <a:lnTo>
                    <a:pt x="9" y="11"/>
                  </a:lnTo>
                  <a:lnTo>
                    <a:pt x="13" y="7"/>
                  </a:lnTo>
                  <a:lnTo>
                    <a:pt x="17" y="6"/>
                  </a:lnTo>
                  <a:lnTo>
                    <a:pt x="17" y="0"/>
                  </a:lnTo>
                  <a:close/>
                </a:path>
              </a:pathLst>
            </a:custGeom>
            <a:solidFill>
              <a:srgbClr val="DEDEDE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257" name="Google Shape;257;p1"/>
            <p:cNvSpPr/>
            <p:nvPr/>
          </p:nvSpPr>
          <p:spPr>
            <a:xfrm>
              <a:off x="4107" y="3387"/>
              <a:ext cx="12" cy="34"/>
            </a:xfrm>
            <a:custGeom>
              <a:avLst/>
              <a:gdLst/>
              <a:ahLst/>
              <a:cxnLst/>
              <a:rect l="l" t="t" r="r" b="b"/>
              <a:pathLst>
                <a:path w="15" h="57" extrusionOk="0">
                  <a:moveTo>
                    <a:pt x="15" y="0"/>
                  </a:moveTo>
                  <a:lnTo>
                    <a:pt x="11" y="1"/>
                  </a:lnTo>
                  <a:lnTo>
                    <a:pt x="7" y="5"/>
                  </a:lnTo>
                  <a:lnTo>
                    <a:pt x="6" y="12"/>
                  </a:lnTo>
                  <a:lnTo>
                    <a:pt x="2" y="20"/>
                  </a:lnTo>
                  <a:lnTo>
                    <a:pt x="0" y="31"/>
                  </a:lnTo>
                  <a:lnTo>
                    <a:pt x="0" y="43"/>
                  </a:lnTo>
                  <a:lnTo>
                    <a:pt x="0" y="57"/>
                  </a:lnTo>
                  <a:lnTo>
                    <a:pt x="0" y="57"/>
                  </a:lnTo>
                  <a:lnTo>
                    <a:pt x="0" y="45"/>
                  </a:lnTo>
                  <a:lnTo>
                    <a:pt x="2" y="34"/>
                  </a:lnTo>
                  <a:lnTo>
                    <a:pt x="4" y="24"/>
                  </a:lnTo>
                  <a:lnTo>
                    <a:pt x="6" y="15"/>
                  </a:lnTo>
                  <a:lnTo>
                    <a:pt x="7" y="10"/>
                  </a:lnTo>
                  <a:lnTo>
                    <a:pt x="11" y="5"/>
                  </a:lnTo>
                  <a:lnTo>
                    <a:pt x="15" y="5"/>
                  </a:lnTo>
                  <a:lnTo>
                    <a:pt x="15" y="0"/>
                  </a:lnTo>
                  <a:close/>
                </a:path>
              </a:pathLst>
            </a:custGeom>
            <a:solidFill>
              <a:srgbClr val="DFDFDF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258" name="Google Shape;258;p1"/>
            <p:cNvSpPr/>
            <p:nvPr/>
          </p:nvSpPr>
          <p:spPr>
            <a:xfrm>
              <a:off x="4107" y="3390"/>
              <a:ext cx="12" cy="31"/>
            </a:xfrm>
            <a:custGeom>
              <a:avLst/>
              <a:gdLst/>
              <a:ahLst/>
              <a:cxnLst/>
              <a:rect l="l" t="t" r="r" b="b"/>
              <a:pathLst>
                <a:path w="15" h="52" extrusionOk="0">
                  <a:moveTo>
                    <a:pt x="15" y="0"/>
                  </a:moveTo>
                  <a:lnTo>
                    <a:pt x="11" y="0"/>
                  </a:lnTo>
                  <a:lnTo>
                    <a:pt x="7" y="5"/>
                  </a:lnTo>
                  <a:lnTo>
                    <a:pt x="6" y="10"/>
                  </a:lnTo>
                  <a:lnTo>
                    <a:pt x="4" y="19"/>
                  </a:lnTo>
                  <a:lnTo>
                    <a:pt x="2" y="29"/>
                  </a:lnTo>
                  <a:lnTo>
                    <a:pt x="0" y="40"/>
                  </a:lnTo>
                  <a:lnTo>
                    <a:pt x="0" y="52"/>
                  </a:lnTo>
                  <a:lnTo>
                    <a:pt x="2" y="52"/>
                  </a:lnTo>
                  <a:lnTo>
                    <a:pt x="2" y="40"/>
                  </a:lnTo>
                  <a:lnTo>
                    <a:pt x="4" y="27"/>
                  </a:lnTo>
                  <a:lnTo>
                    <a:pt x="6" y="19"/>
                  </a:lnTo>
                  <a:lnTo>
                    <a:pt x="7" y="10"/>
                  </a:lnTo>
                  <a:lnTo>
                    <a:pt x="11" y="7"/>
                  </a:lnTo>
                  <a:lnTo>
                    <a:pt x="15" y="5"/>
                  </a:lnTo>
                  <a:lnTo>
                    <a:pt x="15" y="0"/>
                  </a:lnTo>
                  <a:close/>
                </a:path>
              </a:pathLst>
            </a:custGeom>
            <a:solidFill>
              <a:srgbClr val="E1E1E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259" name="Google Shape;259;p1"/>
            <p:cNvSpPr/>
            <p:nvPr/>
          </p:nvSpPr>
          <p:spPr>
            <a:xfrm>
              <a:off x="4107" y="3393"/>
              <a:ext cx="12" cy="28"/>
            </a:xfrm>
            <a:custGeom>
              <a:avLst/>
              <a:gdLst/>
              <a:ahLst/>
              <a:cxnLst/>
              <a:rect l="l" t="t" r="r" b="b"/>
              <a:pathLst>
                <a:path w="13" h="47" extrusionOk="0">
                  <a:moveTo>
                    <a:pt x="13" y="0"/>
                  </a:moveTo>
                  <a:lnTo>
                    <a:pt x="9" y="2"/>
                  </a:lnTo>
                  <a:lnTo>
                    <a:pt x="5" y="5"/>
                  </a:lnTo>
                  <a:lnTo>
                    <a:pt x="4" y="14"/>
                  </a:lnTo>
                  <a:lnTo>
                    <a:pt x="2" y="22"/>
                  </a:lnTo>
                  <a:lnTo>
                    <a:pt x="0" y="35"/>
                  </a:lnTo>
                  <a:lnTo>
                    <a:pt x="0" y="47"/>
                  </a:lnTo>
                  <a:lnTo>
                    <a:pt x="2" y="47"/>
                  </a:lnTo>
                  <a:lnTo>
                    <a:pt x="2" y="35"/>
                  </a:lnTo>
                  <a:lnTo>
                    <a:pt x="4" y="26"/>
                  </a:lnTo>
                  <a:lnTo>
                    <a:pt x="5" y="17"/>
                  </a:lnTo>
                  <a:lnTo>
                    <a:pt x="7" y="10"/>
                  </a:lnTo>
                  <a:lnTo>
                    <a:pt x="9" y="7"/>
                  </a:lnTo>
                  <a:lnTo>
                    <a:pt x="13" y="5"/>
                  </a:lnTo>
                  <a:lnTo>
                    <a:pt x="13" y="0"/>
                  </a:lnTo>
                  <a:close/>
                </a:path>
              </a:pathLst>
            </a:custGeom>
            <a:solidFill>
              <a:srgbClr val="E2E2E2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260" name="Google Shape;260;p1"/>
            <p:cNvSpPr/>
            <p:nvPr/>
          </p:nvSpPr>
          <p:spPr>
            <a:xfrm>
              <a:off x="4109" y="3396"/>
              <a:ext cx="10" cy="25"/>
            </a:xfrm>
            <a:custGeom>
              <a:avLst/>
              <a:gdLst/>
              <a:ahLst/>
              <a:cxnLst/>
              <a:rect l="l" t="t" r="r" b="b"/>
              <a:pathLst>
                <a:path w="11" h="42" extrusionOk="0">
                  <a:moveTo>
                    <a:pt x="11" y="0"/>
                  </a:moveTo>
                  <a:lnTo>
                    <a:pt x="7" y="2"/>
                  </a:lnTo>
                  <a:lnTo>
                    <a:pt x="5" y="5"/>
                  </a:lnTo>
                  <a:lnTo>
                    <a:pt x="3" y="12"/>
                  </a:lnTo>
                  <a:lnTo>
                    <a:pt x="2" y="21"/>
                  </a:lnTo>
                  <a:lnTo>
                    <a:pt x="0" y="30"/>
                  </a:lnTo>
                  <a:lnTo>
                    <a:pt x="0" y="42"/>
                  </a:lnTo>
                  <a:lnTo>
                    <a:pt x="0" y="42"/>
                  </a:lnTo>
                  <a:lnTo>
                    <a:pt x="2" y="31"/>
                  </a:lnTo>
                  <a:lnTo>
                    <a:pt x="2" y="23"/>
                  </a:lnTo>
                  <a:lnTo>
                    <a:pt x="3" y="16"/>
                  </a:lnTo>
                  <a:lnTo>
                    <a:pt x="5" y="11"/>
                  </a:lnTo>
                  <a:lnTo>
                    <a:pt x="7" y="5"/>
                  </a:lnTo>
                  <a:lnTo>
                    <a:pt x="11" y="5"/>
                  </a:lnTo>
                  <a:lnTo>
                    <a:pt x="11" y="0"/>
                  </a:lnTo>
                  <a:close/>
                </a:path>
              </a:pathLst>
            </a:custGeom>
            <a:solidFill>
              <a:srgbClr val="E3E3E3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261" name="Google Shape;261;p1"/>
            <p:cNvSpPr/>
            <p:nvPr/>
          </p:nvSpPr>
          <p:spPr>
            <a:xfrm>
              <a:off x="4109" y="3400"/>
              <a:ext cx="10" cy="21"/>
            </a:xfrm>
            <a:custGeom>
              <a:avLst/>
              <a:gdLst/>
              <a:ahLst/>
              <a:cxnLst/>
              <a:rect l="l" t="t" r="r" b="b"/>
              <a:pathLst>
                <a:path w="11" h="37" extrusionOk="0">
                  <a:moveTo>
                    <a:pt x="11" y="0"/>
                  </a:moveTo>
                  <a:lnTo>
                    <a:pt x="7" y="0"/>
                  </a:lnTo>
                  <a:lnTo>
                    <a:pt x="5" y="6"/>
                  </a:lnTo>
                  <a:lnTo>
                    <a:pt x="3" y="11"/>
                  </a:lnTo>
                  <a:lnTo>
                    <a:pt x="2" y="18"/>
                  </a:lnTo>
                  <a:lnTo>
                    <a:pt x="2" y="26"/>
                  </a:lnTo>
                  <a:lnTo>
                    <a:pt x="0" y="37"/>
                  </a:lnTo>
                  <a:lnTo>
                    <a:pt x="2" y="37"/>
                  </a:lnTo>
                  <a:lnTo>
                    <a:pt x="2" y="26"/>
                  </a:lnTo>
                  <a:lnTo>
                    <a:pt x="3" y="18"/>
                  </a:lnTo>
                  <a:lnTo>
                    <a:pt x="5" y="11"/>
                  </a:lnTo>
                  <a:lnTo>
                    <a:pt x="7" y="7"/>
                  </a:lnTo>
                  <a:lnTo>
                    <a:pt x="11" y="6"/>
                  </a:lnTo>
                  <a:lnTo>
                    <a:pt x="11" y="0"/>
                  </a:lnTo>
                  <a:close/>
                </a:path>
              </a:pathLst>
            </a:custGeom>
            <a:solidFill>
              <a:srgbClr val="E4E4E4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262" name="Google Shape;262;p1"/>
            <p:cNvSpPr/>
            <p:nvPr/>
          </p:nvSpPr>
          <p:spPr>
            <a:xfrm>
              <a:off x="4110" y="3402"/>
              <a:ext cx="9" cy="19"/>
            </a:xfrm>
            <a:custGeom>
              <a:avLst/>
              <a:gdLst/>
              <a:ahLst/>
              <a:cxnLst/>
              <a:rect l="l" t="t" r="r" b="b"/>
              <a:pathLst>
                <a:path w="9" h="31" extrusionOk="0">
                  <a:moveTo>
                    <a:pt x="9" y="0"/>
                  </a:moveTo>
                  <a:lnTo>
                    <a:pt x="5" y="1"/>
                  </a:lnTo>
                  <a:lnTo>
                    <a:pt x="3" y="5"/>
                  </a:lnTo>
                  <a:lnTo>
                    <a:pt x="1" y="12"/>
                  </a:lnTo>
                  <a:lnTo>
                    <a:pt x="0" y="20"/>
                  </a:lnTo>
                  <a:lnTo>
                    <a:pt x="0" y="31"/>
                  </a:lnTo>
                  <a:lnTo>
                    <a:pt x="1" y="31"/>
                  </a:lnTo>
                  <a:lnTo>
                    <a:pt x="1" y="22"/>
                  </a:lnTo>
                  <a:lnTo>
                    <a:pt x="3" y="15"/>
                  </a:lnTo>
                  <a:lnTo>
                    <a:pt x="5" y="10"/>
                  </a:lnTo>
                  <a:lnTo>
                    <a:pt x="7" y="5"/>
                  </a:lnTo>
                  <a:lnTo>
                    <a:pt x="9" y="5"/>
                  </a:lnTo>
                  <a:lnTo>
                    <a:pt x="9" y="0"/>
                  </a:lnTo>
                  <a:close/>
                </a:path>
              </a:pathLst>
            </a:custGeom>
            <a:solidFill>
              <a:srgbClr val="E5E5E5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263" name="Google Shape;263;p1"/>
            <p:cNvSpPr/>
            <p:nvPr/>
          </p:nvSpPr>
          <p:spPr>
            <a:xfrm>
              <a:off x="4112" y="3406"/>
              <a:ext cx="7" cy="15"/>
            </a:xfrm>
            <a:custGeom>
              <a:avLst/>
              <a:gdLst/>
              <a:ahLst/>
              <a:cxnLst/>
              <a:rect l="l" t="t" r="r" b="b"/>
              <a:pathLst>
                <a:path w="8" h="26" extrusionOk="0">
                  <a:moveTo>
                    <a:pt x="8" y="0"/>
                  </a:moveTo>
                  <a:lnTo>
                    <a:pt x="6" y="0"/>
                  </a:lnTo>
                  <a:lnTo>
                    <a:pt x="4" y="5"/>
                  </a:lnTo>
                  <a:lnTo>
                    <a:pt x="2" y="10"/>
                  </a:lnTo>
                  <a:lnTo>
                    <a:pt x="0" y="17"/>
                  </a:lnTo>
                  <a:lnTo>
                    <a:pt x="0" y="26"/>
                  </a:lnTo>
                  <a:lnTo>
                    <a:pt x="2" y="26"/>
                  </a:lnTo>
                  <a:lnTo>
                    <a:pt x="2" y="17"/>
                  </a:lnTo>
                  <a:lnTo>
                    <a:pt x="4" y="10"/>
                  </a:lnTo>
                  <a:lnTo>
                    <a:pt x="6" y="7"/>
                  </a:lnTo>
                  <a:lnTo>
                    <a:pt x="8" y="5"/>
                  </a:lnTo>
                  <a:lnTo>
                    <a:pt x="8" y="0"/>
                  </a:lnTo>
                  <a:close/>
                </a:path>
              </a:pathLst>
            </a:custGeom>
            <a:solidFill>
              <a:srgbClr val="E6E6E6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264" name="Google Shape;264;p1"/>
            <p:cNvSpPr/>
            <p:nvPr/>
          </p:nvSpPr>
          <p:spPr>
            <a:xfrm>
              <a:off x="4114" y="3408"/>
              <a:ext cx="5" cy="13"/>
            </a:xfrm>
            <a:custGeom>
              <a:avLst/>
              <a:gdLst/>
              <a:ahLst/>
              <a:cxnLst/>
              <a:rect l="l" t="t" r="r" b="b"/>
              <a:pathLst>
                <a:path w="6" h="21" extrusionOk="0">
                  <a:moveTo>
                    <a:pt x="6" y="0"/>
                  </a:moveTo>
                  <a:lnTo>
                    <a:pt x="4" y="2"/>
                  </a:lnTo>
                  <a:lnTo>
                    <a:pt x="2" y="5"/>
                  </a:lnTo>
                  <a:lnTo>
                    <a:pt x="0" y="12"/>
                  </a:lnTo>
                  <a:lnTo>
                    <a:pt x="0" y="21"/>
                  </a:lnTo>
                  <a:lnTo>
                    <a:pt x="0" y="21"/>
                  </a:lnTo>
                  <a:lnTo>
                    <a:pt x="2" y="14"/>
                  </a:lnTo>
                  <a:lnTo>
                    <a:pt x="2" y="9"/>
                  </a:lnTo>
                  <a:lnTo>
                    <a:pt x="4" y="5"/>
                  </a:lnTo>
                  <a:lnTo>
                    <a:pt x="6" y="5"/>
                  </a:lnTo>
                  <a:lnTo>
                    <a:pt x="6" y="0"/>
                  </a:lnTo>
                  <a:close/>
                </a:path>
              </a:pathLst>
            </a:custGeom>
            <a:solidFill>
              <a:srgbClr val="E6E6E6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265" name="Google Shape;265;p1"/>
            <p:cNvSpPr/>
            <p:nvPr/>
          </p:nvSpPr>
          <p:spPr>
            <a:xfrm>
              <a:off x="4114" y="3412"/>
              <a:ext cx="5" cy="9"/>
            </a:xfrm>
            <a:custGeom>
              <a:avLst/>
              <a:gdLst/>
              <a:ahLst/>
              <a:cxnLst/>
              <a:rect l="l" t="t" r="r" b="b"/>
              <a:pathLst>
                <a:path w="6" h="16" extrusionOk="0">
                  <a:moveTo>
                    <a:pt x="6" y="0"/>
                  </a:moveTo>
                  <a:lnTo>
                    <a:pt x="4" y="0"/>
                  </a:lnTo>
                  <a:lnTo>
                    <a:pt x="2" y="4"/>
                  </a:lnTo>
                  <a:lnTo>
                    <a:pt x="2" y="9"/>
                  </a:lnTo>
                  <a:lnTo>
                    <a:pt x="0" y="16"/>
                  </a:lnTo>
                  <a:lnTo>
                    <a:pt x="2" y="16"/>
                  </a:lnTo>
                  <a:lnTo>
                    <a:pt x="2" y="11"/>
                  </a:lnTo>
                  <a:lnTo>
                    <a:pt x="4" y="5"/>
                  </a:lnTo>
                  <a:lnTo>
                    <a:pt x="6" y="5"/>
                  </a:lnTo>
                  <a:lnTo>
                    <a:pt x="6" y="0"/>
                  </a:lnTo>
                  <a:close/>
                </a:path>
              </a:pathLst>
            </a:custGeom>
            <a:solidFill>
              <a:srgbClr val="E6E6E6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266" name="Google Shape;266;p1"/>
            <p:cNvSpPr/>
            <p:nvPr/>
          </p:nvSpPr>
          <p:spPr>
            <a:xfrm>
              <a:off x="4116" y="3416"/>
              <a:ext cx="3" cy="5"/>
            </a:xfrm>
            <a:custGeom>
              <a:avLst/>
              <a:gdLst/>
              <a:ahLst/>
              <a:cxnLst/>
              <a:rect l="l" t="t" r="r" b="b"/>
              <a:pathLst>
                <a:path w="4" h="11" extrusionOk="0">
                  <a:moveTo>
                    <a:pt x="4" y="0"/>
                  </a:moveTo>
                  <a:lnTo>
                    <a:pt x="2" y="0"/>
                  </a:lnTo>
                  <a:lnTo>
                    <a:pt x="0" y="6"/>
                  </a:lnTo>
                  <a:lnTo>
                    <a:pt x="0" y="11"/>
                  </a:lnTo>
                  <a:lnTo>
                    <a:pt x="2" y="11"/>
                  </a:lnTo>
                  <a:lnTo>
                    <a:pt x="2" y="7"/>
                  </a:lnTo>
                  <a:lnTo>
                    <a:pt x="4" y="6"/>
                  </a:lnTo>
                  <a:lnTo>
                    <a:pt x="4" y="0"/>
                  </a:lnTo>
                  <a:close/>
                </a:path>
              </a:pathLst>
            </a:custGeom>
            <a:solidFill>
              <a:srgbClr val="E6E6E6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267" name="Google Shape;267;p1"/>
            <p:cNvSpPr/>
            <p:nvPr/>
          </p:nvSpPr>
          <p:spPr>
            <a:xfrm>
              <a:off x="4117" y="3418"/>
              <a:ext cx="2" cy="3"/>
            </a:xfrm>
            <a:custGeom>
              <a:avLst/>
              <a:gdLst/>
              <a:ahLst/>
              <a:cxnLst/>
              <a:rect l="l" t="t" r="r" b="b"/>
              <a:pathLst>
                <a:path w="2" h="5" extrusionOk="0">
                  <a:moveTo>
                    <a:pt x="2" y="0"/>
                  </a:moveTo>
                  <a:lnTo>
                    <a:pt x="0" y="1"/>
                  </a:lnTo>
                  <a:lnTo>
                    <a:pt x="0" y="5"/>
                  </a:lnTo>
                  <a:lnTo>
                    <a:pt x="2" y="5"/>
                  </a:lnTo>
                  <a:lnTo>
                    <a:pt x="2" y="5"/>
                  </a:lnTo>
                  <a:lnTo>
                    <a:pt x="2" y="0"/>
                  </a:lnTo>
                  <a:close/>
                </a:path>
              </a:pathLst>
            </a:custGeom>
            <a:solidFill>
              <a:srgbClr val="E6E6E6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268" name="Google Shape;268;p1"/>
            <p:cNvSpPr/>
            <p:nvPr/>
          </p:nvSpPr>
          <p:spPr>
            <a:xfrm>
              <a:off x="4070" y="3294"/>
              <a:ext cx="49" cy="127"/>
            </a:xfrm>
            <a:custGeom>
              <a:avLst/>
              <a:gdLst/>
              <a:ahLst/>
              <a:cxnLst/>
              <a:rect l="l" t="t" r="r" b="b"/>
              <a:pathLst>
                <a:path w="56" h="214" extrusionOk="0">
                  <a:moveTo>
                    <a:pt x="27" y="214"/>
                  </a:moveTo>
                  <a:lnTo>
                    <a:pt x="34" y="210"/>
                  </a:lnTo>
                  <a:lnTo>
                    <a:pt x="41" y="202"/>
                  </a:lnTo>
                  <a:lnTo>
                    <a:pt x="47" y="186"/>
                  </a:lnTo>
                  <a:lnTo>
                    <a:pt x="50" y="167"/>
                  </a:lnTo>
                  <a:lnTo>
                    <a:pt x="54" y="144"/>
                  </a:lnTo>
                  <a:lnTo>
                    <a:pt x="56" y="120"/>
                  </a:lnTo>
                  <a:lnTo>
                    <a:pt x="56" y="94"/>
                  </a:lnTo>
                  <a:lnTo>
                    <a:pt x="54" y="70"/>
                  </a:lnTo>
                  <a:lnTo>
                    <a:pt x="50" y="45"/>
                  </a:lnTo>
                  <a:lnTo>
                    <a:pt x="47" y="26"/>
                  </a:lnTo>
                  <a:lnTo>
                    <a:pt x="41" y="13"/>
                  </a:lnTo>
                  <a:lnTo>
                    <a:pt x="34" y="4"/>
                  </a:lnTo>
                  <a:lnTo>
                    <a:pt x="27" y="0"/>
                  </a:lnTo>
                  <a:lnTo>
                    <a:pt x="21" y="4"/>
                  </a:lnTo>
                  <a:lnTo>
                    <a:pt x="14" y="13"/>
                  </a:lnTo>
                  <a:lnTo>
                    <a:pt x="9" y="26"/>
                  </a:lnTo>
                  <a:lnTo>
                    <a:pt x="5" y="45"/>
                  </a:lnTo>
                  <a:lnTo>
                    <a:pt x="1" y="70"/>
                  </a:lnTo>
                  <a:lnTo>
                    <a:pt x="0" y="94"/>
                  </a:lnTo>
                  <a:lnTo>
                    <a:pt x="0" y="120"/>
                  </a:lnTo>
                  <a:lnTo>
                    <a:pt x="1" y="144"/>
                  </a:lnTo>
                  <a:lnTo>
                    <a:pt x="5" y="167"/>
                  </a:lnTo>
                  <a:lnTo>
                    <a:pt x="9" y="186"/>
                  </a:lnTo>
                  <a:lnTo>
                    <a:pt x="14" y="202"/>
                  </a:lnTo>
                  <a:lnTo>
                    <a:pt x="21" y="210"/>
                  </a:lnTo>
                  <a:lnTo>
                    <a:pt x="27" y="214"/>
                  </a:lnTo>
                  <a:close/>
                </a:path>
              </a:pathLst>
            </a:custGeom>
            <a:solidFill>
              <a:srgbClr val="000000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269" name="Google Shape;269;p1"/>
            <p:cNvSpPr/>
            <p:nvPr/>
          </p:nvSpPr>
          <p:spPr>
            <a:xfrm>
              <a:off x="4070" y="3294"/>
              <a:ext cx="49" cy="127"/>
            </a:xfrm>
            <a:custGeom>
              <a:avLst/>
              <a:gdLst/>
              <a:ahLst/>
              <a:cxnLst/>
              <a:rect l="l" t="t" r="r" b="b"/>
              <a:pathLst>
                <a:path w="56" h="214" extrusionOk="0">
                  <a:moveTo>
                    <a:pt x="56" y="0"/>
                  </a:moveTo>
                  <a:lnTo>
                    <a:pt x="48" y="2"/>
                  </a:lnTo>
                  <a:lnTo>
                    <a:pt x="41" y="7"/>
                  </a:lnTo>
                  <a:lnTo>
                    <a:pt x="36" y="14"/>
                  </a:lnTo>
                  <a:lnTo>
                    <a:pt x="28" y="25"/>
                  </a:lnTo>
                  <a:lnTo>
                    <a:pt x="23" y="39"/>
                  </a:lnTo>
                  <a:lnTo>
                    <a:pt x="18" y="54"/>
                  </a:lnTo>
                  <a:lnTo>
                    <a:pt x="14" y="72"/>
                  </a:lnTo>
                  <a:lnTo>
                    <a:pt x="9" y="92"/>
                  </a:lnTo>
                  <a:lnTo>
                    <a:pt x="7" y="115"/>
                  </a:lnTo>
                  <a:lnTo>
                    <a:pt x="3" y="137"/>
                  </a:lnTo>
                  <a:lnTo>
                    <a:pt x="1" y="162"/>
                  </a:lnTo>
                  <a:lnTo>
                    <a:pt x="0" y="188"/>
                  </a:lnTo>
                  <a:lnTo>
                    <a:pt x="0" y="214"/>
                  </a:lnTo>
                  <a:lnTo>
                    <a:pt x="0" y="0"/>
                  </a:lnTo>
                  <a:lnTo>
                    <a:pt x="56" y="0"/>
                  </a:lnTo>
                  <a:close/>
                </a:path>
              </a:pathLst>
            </a:custGeom>
            <a:solidFill>
              <a:srgbClr val="9A9A9A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270" name="Google Shape;270;p1"/>
            <p:cNvSpPr/>
            <p:nvPr/>
          </p:nvSpPr>
          <p:spPr>
            <a:xfrm>
              <a:off x="4070" y="3294"/>
              <a:ext cx="49" cy="127"/>
            </a:xfrm>
            <a:custGeom>
              <a:avLst/>
              <a:gdLst/>
              <a:ahLst/>
              <a:cxnLst/>
              <a:rect l="l" t="t" r="r" b="b"/>
              <a:pathLst>
                <a:path w="56" h="214" extrusionOk="0">
                  <a:moveTo>
                    <a:pt x="56" y="0"/>
                  </a:moveTo>
                  <a:lnTo>
                    <a:pt x="48" y="2"/>
                  </a:lnTo>
                  <a:lnTo>
                    <a:pt x="41" y="7"/>
                  </a:lnTo>
                  <a:lnTo>
                    <a:pt x="36" y="14"/>
                  </a:lnTo>
                  <a:lnTo>
                    <a:pt x="28" y="25"/>
                  </a:lnTo>
                  <a:lnTo>
                    <a:pt x="23" y="39"/>
                  </a:lnTo>
                  <a:lnTo>
                    <a:pt x="18" y="54"/>
                  </a:lnTo>
                  <a:lnTo>
                    <a:pt x="14" y="72"/>
                  </a:lnTo>
                  <a:lnTo>
                    <a:pt x="9" y="92"/>
                  </a:lnTo>
                  <a:lnTo>
                    <a:pt x="7" y="115"/>
                  </a:lnTo>
                  <a:lnTo>
                    <a:pt x="3" y="137"/>
                  </a:lnTo>
                  <a:lnTo>
                    <a:pt x="1" y="162"/>
                  </a:lnTo>
                  <a:lnTo>
                    <a:pt x="0" y="188"/>
                  </a:lnTo>
                  <a:lnTo>
                    <a:pt x="0" y="214"/>
                  </a:lnTo>
                  <a:lnTo>
                    <a:pt x="1" y="214"/>
                  </a:lnTo>
                  <a:lnTo>
                    <a:pt x="1" y="188"/>
                  </a:lnTo>
                  <a:lnTo>
                    <a:pt x="3" y="163"/>
                  </a:lnTo>
                  <a:lnTo>
                    <a:pt x="5" y="139"/>
                  </a:lnTo>
                  <a:lnTo>
                    <a:pt x="7" y="117"/>
                  </a:lnTo>
                  <a:lnTo>
                    <a:pt x="10" y="96"/>
                  </a:lnTo>
                  <a:lnTo>
                    <a:pt x="14" y="75"/>
                  </a:lnTo>
                  <a:lnTo>
                    <a:pt x="19" y="58"/>
                  </a:lnTo>
                  <a:lnTo>
                    <a:pt x="25" y="42"/>
                  </a:lnTo>
                  <a:lnTo>
                    <a:pt x="30" y="30"/>
                  </a:lnTo>
                  <a:lnTo>
                    <a:pt x="36" y="19"/>
                  </a:lnTo>
                  <a:lnTo>
                    <a:pt x="43" y="11"/>
                  </a:lnTo>
                  <a:lnTo>
                    <a:pt x="48" y="7"/>
                  </a:lnTo>
                  <a:lnTo>
                    <a:pt x="56" y="6"/>
                  </a:lnTo>
                  <a:lnTo>
                    <a:pt x="56" y="0"/>
                  </a:lnTo>
                  <a:close/>
                </a:path>
              </a:pathLst>
            </a:custGeom>
            <a:solidFill>
              <a:srgbClr val="9A9A9A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271" name="Google Shape;271;p1"/>
            <p:cNvSpPr/>
            <p:nvPr/>
          </p:nvSpPr>
          <p:spPr>
            <a:xfrm>
              <a:off x="4072" y="3298"/>
              <a:ext cx="47" cy="123"/>
            </a:xfrm>
            <a:custGeom>
              <a:avLst/>
              <a:gdLst/>
              <a:ahLst/>
              <a:cxnLst/>
              <a:rect l="l" t="t" r="r" b="b"/>
              <a:pathLst>
                <a:path w="55" h="208" extrusionOk="0">
                  <a:moveTo>
                    <a:pt x="55" y="0"/>
                  </a:moveTo>
                  <a:lnTo>
                    <a:pt x="47" y="1"/>
                  </a:lnTo>
                  <a:lnTo>
                    <a:pt x="42" y="5"/>
                  </a:lnTo>
                  <a:lnTo>
                    <a:pt x="35" y="13"/>
                  </a:lnTo>
                  <a:lnTo>
                    <a:pt x="29" y="24"/>
                  </a:lnTo>
                  <a:lnTo>
                    <a:pt x="24" y="36"/>
                  </a:lnTo>
                  <a:lnTo>
                    <a:pt x="18" y="52"/>
                  </a:lnTo>
                  <a:lnTo>
                    <a:pt x="13" y="69"/>
                  </a:lnTo>
                  <a:lnTo>
                    <a:pt x="9" y="90"/>
                  </a:lnTo>
                  <a:lnTo>
                    <a:pt x="6" y="111"/>
                  </a:lnTo>
                  <a:lnTo>
                    <a:pt x="4" y="133"/>
                  </a:lnTo>
                  <a:lnTo>
                    <a:pt x="2" y="157"/>
                  </a:lnTo>
                  <a:lnTo>
                    <a:pt x="0" y="182"/>
                  </a:lnTo>
                  <a:lnTo>
                    <a:pt x="0" y="208"/>
                  </a:lnTo>
                  <a:lnTo>
                    <a:pt x="2" y="208"/>
                  </a:lnTo>
                  <a:lnTo>
                    <a:pt x="2" y="180"/>
                  </a:lnTo>
                  <a:lnTo>
                    <a:pt x="4" y="154"/>
                  </a:lnTo>
                  <a:lnTo>
                    <a:pt x="6" y="130"/>
                  </a:lnTo>
                  <a:lnTo>
                    <a:pt x="8" y="105"/>
                  </a:lnTo>
                  <a:lnTo>
                    <a:pt x="13" y="85"/>
                  </a:lnTo>
                  <a:lnTo>
                    <a:pt x="17" y="64"/>
                  </a:lnTo>
                  <a:lnTo>
                    <a:pt x="22" y="46"/>
                  </a:lnTo>
                  <a:lnTo>
                    <a:pt x="27" y="33"/>
                  </a:lnTo>
                  <a:lnTo>
                    <a:pt x="35" y="20"/>
                  </a:lnTo>
                  <a:lnTo>
                    <a:pt x="40" y="12"/>
                  </a:lnTo>
                  <a:lnTo>
                    <a:pt x="47" y="7"/>
                  </a:lnTo>
                  <a:lnTo>
                    <a:pt x="55" y="5"/>
                  </a:lnTo>
                  <a:lnTo>
                    <a:pt x="55" y="0"/>
                  </a:lnTo>
                  <a:close/>
                </a:path>
              </a:pathLst>
            </a:custGeom>
            <a:solidFill>
              <a:srgbClr val="9B9B9B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272" name="Google Shape;272;p1"/>
            <p:cNvSpPr/>
            <p:nvPr/>
          </p:nvSpPr>
          <p:spPr>
            <a:xfrm>
              <a:off x="4074" y="3300"/>
              <a:ext cx="45" cy="121"/>
            </a:xfrm>
            <a:custGeom>
              <a:avLst/>
              <a:gdLst/>
              <a:ahLst/>
              <a:cxnLst/>
              <a:rect l="l" t="t" r="r" b="b"/>
              <a:pathLst>
                <a:path w="53" h="203" extrusionOk="0">
                  <a:moveTo>
                    <a:pt x="53" y="0"/>
                  </a:moveTo>
                  <a:lnTo>
                    <a:pt x="45" y="2"/>
                  </a:lnTo>
                  <a:lnTo>
                    <a:pt x="38" y="7"/>
                  </a:lnTo>
                  <a:lnTo>
                    <a:pt x="33" y="15"/>
                  </a:lnTo>
                  <a:lnTo>
                    <a:pt x="25" y="28"/>
                  </a:lnTo>
                  <a:lnTo>
                    <a:pt x="20" y="41"/>
                  </a:lnTo>
                  <a:lnTo>
                    <a:pt x="15" y="59"/>
                  </a:lnTo>
                  <a:lnTo>
                    <a:pt x="11" y="80"/>
                  </a:lnTo>
                  <a:lnTo>
                    <a:pt x="6" y="100"/>
                  </a:lnTo>
                  <a:lnTo>
                    <a:pt x="4" y="125"/>
                  </a:lnTo>
                  <a:lnTo>
                    <a:pt x="2" y="149"/>
                  </a:lnTo>
                  <a:lnTo>
                    <a:pt x="0" y="175"/>
                  </a:lnTo>
                  <a:lnTo>
                    <a:pt x="0" y="203"/>
                  </a:lnTo>
                  <a:lnTo>
                    <a:pt x="0" y="203"/>
                  </a:lnTo>
                  <a:lnTo>
                    <a:pt x="2" y="177"/>
                  </a:lnTo>
                  <a:lnTo>
                    <a:pt x="2" y="151"/>
                  </a:lnTo>
                  <a:lnTo>
                    <a:pt x="4" y="126"/>
                  </a:lnTo>
                  <a:lnTo>
                    <a:pt x="7" y="104"/>
                  </a:lnTo>
                  <a:lnTo>
                    <a:pt x="11" y="81"/>
                  </a:lnTo>
                  <a:lnTo>
                    <a:pt x="16" y="62"/>
                  </a:lnTo>
                  <a:lnTo>
                    <a:pt x="20" y="45"/>
                  </a:lnTo>
                  <a:lnTo>
                    <a:pt x="27" y="31"/>
                  </a:lnTo>
                  <a:lnTo>
                    <a:pt x="33" y="21"/>
                  </a:lnTo>
                  <a:lnTo>
                    <a:pt x="38" y="12"/>
                  </a:lnTo>
                  <a:lnTo>
                    <a:pt x="45" y="7"/>
                  </a:lnTo>
                  <a:lnTo>
                    <a:pt x="53" y="5"/>
                  </a:lnTo>
                  <a:lnTo>
                    <a:pt x="53" y="0"/>
                  </a:lnTo>
                  <a:close/>
                </a:path>
              </a:pathLst>
            </a:custGeom>
            <a:solidFill>
              <a:srgbClr val="9D9D9D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273" name="Google Shape;273;p1"/>
            <p:cNvSpPr/>
            <p:nvPr/>
          </p:nvSpPr>
          <p:spPr>
            <a:xfrm>
              <a:off x="4074" y="3304"/>
              <a:ext cx="45" cy="117"/>
            </a:xfrm>
            <a:custGeom>
              <a:avLst/>
              <a:gdLst/>
              <a:ahLst/>
              <a:cxnLst/>
              <a:rect l="l" t="t" r="r" b="b"/>
              <a:pathLst>
                <a:path w="53" h="198" extrusionOk="0">
                  <a:moveTo>
                    <a:pt x="53" y="0"/>
                  </a:moveTo>
                  <a:lnTo>
                    <a:pt x="45" y="2"/>
                  </a:lnTo>
                  <a:lnTo>
                    <a:pt x="38" y="7"/>
                  </a:lnTo>
                  <a:lnTo>
                    <a:pt x="33" y="16"/>
                  </a:lnTo>
                  <a:lnTo>
                    <a:pt x="27" y="26"/>
                  </a:lnTo>
                  <a:lnTo>
                    <a:pt x="20" y="40"/>
                  </a:lnTo>
                  <a:lnTo>
                    <a:pt x="16" y="57"/>
                  </a:lnTo>
                  <a:lnTo>
                    <a:pt x="11" y="76"/>
                  </a:lnTo>
                  <a:lnTo>
                    <a:pt x="7" y="99"/>
                  </a:lnTo>
                  <a:lnTo>
                    <a:pt x="4" y="121"/>
                  </a:lnTo>
                  <a:lnTo>
                    <a:pt x="2" y="146"/>
                  </a:lnTo>
                  <a:lnTo>
                    <a:pt x="2" y="172"/>
                  </a:lnTo>
                  <a:lnTo>
                    <a:pt x="0" y="198"/>
                  </a:lnTo>
                  <a:lnTo>
                    <a:pt x="2" y="198"/>
                  </a:lnTo>
                  <a:lnTo>
                    <a:pt x="2" y="172"/>
                  </a:lnTo>
                  <a:lnTo>
                    <a:pt x="4" y="147"/>
                  </a:lnTo>
                  <a:lnTo>
                    <a:pt x="6" y="123"/>
                  </a:lnTo>
                  <a:lnTo>
                    <a:pt x="9" y="101"/>
                  </a:lnTo>
                  <a:lnTo>
                    <a:pt x="13" y="80"/>
                  </a:lnTo>
                  <a:lnTo>
                    <a:pt x="16" y="61"/>
                  </a:lnTo>
                  <a:lnTo>
                    <a:pt x="22" y="45"/>
                  </a:lnTo>
                  <a:lnTo>
                    <a:pt x="27" y="31"/>
                  </a:lnTo>
                  <a:lnTo>
                    <a:pt x="33" y="19"/>
                  </a:lnTo>
                  <a:lnTo>
                    <a:pt x="40" y="12"/>
                  </a:lnTo>
                  <a:lnTo>
                    <a:pt x="45" y="7"/>
                  </a:lnTo>
                  <a:lnTo>
                    <a:pt x="53" y="5"/>
                  </a:lnTo>
                  <a:lnTo>
                    <a:pt x="53" y="0"/>
                  </a:lnTo>
                  <a:close/>
                </a:path>
              </a:pathLst>
            </a:custGeom>
            <a:solidFill>
              <a:srgbClr val="9F9F9F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274" name="Google Shape;274;p1"/>
            <p:cNvSpPr/>
            <p:nvPr/>
          </p:nvSpPr>
          <p:spPr>
            <a:xfrm>
              <a:off x="4074" y="3307"/>
              <a:ext cx="45" cy="114"/>
            </a:xfrm>
            <a:custGeom>
              <a:avLst/>
              <a:gdLst/>
              <a:ahLst/>
              <a:cxnLst/>
              <a:rect l="l" t="t" r="r" b="b"/>
              <a:pathLst>
                <a:path w="51" h="193" extrusionOk="0">
                  <a:moveTo>
                    <a:pt x="51" y="0"/>
                  </a:moveTo>
                  <a:lnTo>
                    <a:pt x="43" y="2"/>
                  </a:lnTo>
                  <a:lnTo>
                    <a:pt x="38" y="7"/>
                  </a:lnTo>
                  <a:lnTo>
                    <a:pt x="31" y="14"/>
                  </a:lnTo>
                  <a:lnTo>
                    <a:pt x="25" y="26"/>
                  </a:lnTo>
                  <a:lnTo>
                    <a:pt x="20" y="40"/>
                  </a:lnTo>
                  <a:lnTo>
                    <a:pt x="14" y="56"/>
                  </a:lnTo>
                  <a:lnTo>
                    <a:pt x="11" y="75"/>
                  </a:lnTo>
                  <a:lnTo>
                    <a:pt x="7" y="96"/>
                  </a:lnTo>
                  <a:lnTo>
                    <a:pt x="4" y="118"/>
                  </a:lnTo>
                  <a:lnTo>
                    <a:pt x="2" y="142"/>
                  </a:lnTo>
                  <a:lnTo>
                    <a:pt x="0" y="167"/>
                  </a:lnTo>
                  <a:lnTo>
                    <a:pt x="0" y="193"/>
                  </a:lnTo>
                  <a:lnTo>
                    <a:pt x="2" y="193"/>
                  </a:lnTo>
                  <a:lnTo>
                    <a:pt x="2" y="168"/>
                  </a:lnTo>
                  <a:lnTo>
                    <a:pt x="4" y="144"/>
                  </a:lnTo>
                  <a:lnTo>
                    <a:pt x="5" y="120"/>
                  </a:lnTo>
                  <a:lnTo>
                    <a:pt x="7" y="99"/>
                  </a:lnTo>
                  <a:lnTo>
                    <a:pt x="11" y="78"/>
                  </a:lnTo>
                  <a:lnTo>
                    <a:pt x="16" y="59"/>
                  </a:lnTo>
                  <a:lnTo>
                    <a:pt x="20" y="44"/>
                  </a:lnTo>
                  <a:lnTo>
                    <a:pt x="25" y="30"/>
                  </a:lnTo>
                  <a:lnTo>
                    <a:pt x="31" y="19"/>
                  </a:lnTo>
                  <a:lnTo>
                    <a:pt x="38" y="12"/>
                  </a:lnTo>
                  <a:lnTo>
                    <a:pt x="43" y="7"/>
                  </a:lnTo>
                  <a:lnTo>
                    <a:pt x="51" y="5"/>
                  </a:lnTo>
                  <a:lnTo>
                    <a:pt x="51" y="0"/>
                  </a:lnTo>
                  <a:close/>
                </a:path>
              </a:pathLst>
            </a:custGeom>
            <a:solidFill>
              <a:srgbClr val="A1A1A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275" name="Google Shape;275;p1"/>
            <p:cNvSpPr/>
            <p:nvPr/>
          </p:nvSpPr>
          <p:spPr>
            <a:xfrm>
              <a:off x="4075" y="3309"/>
              <a:ext cx="44" cy="112"/>
            </a:xfrm>
            <a:custGeom>
              <a:avLst/>
              <a:gdLst/>
              <a:ahLst/>
              <a:cxnLst/>
              <a:rect l="l" t="t" r="r" b="b"/>
              <a:pathLst>
                <a:path w="49" h="188" extrusionOk="0">
                  <a:moveTo>
                    <a:pt x="49" y="0"/>
                  </a:moveTo>
                  <a:lnTo>
                    <a:pt x="41" y="2"/>
                  </a:lnTo>
                  <a:lnTo>
                    <a:pt x="36" y="7"/>
                  </a:lnTo>
                  <a:lnTo>
                    <a:pt x="29" y="14"/>
                  </a:lnTo>
                  <a:lnTo>
                    <a:pt x="23" y="25"/>
                  </a:lnTo>
                  <a:lnTo>
                    <a:pt x="18" y="39"/>
                  </a:lnTo>
                  <a:lnTo>
                    <a:pt x="14" y="54"/>
                  </a:lnTo>
                  <a:lnTo>
                    <a:pt x="9" y="73"/>
                  </a:lnTo>
                  <a:lnTo>
                    <a:pt x="5" y="94"/>
                  </a:lnTo>
                  <a:lnTo>
                    <a:pt x="3" y="115"/>
                  </a:lnTo>
                  <a:lnTo>
                    <a:pt x="2" y="139"/>
                  </a:lnTo>
                  <a:lnTo>
                    <a:pt x="0" y="163"/>
                  </a:lnTo>
                  <a:lnTo>
                    <a:pt x="0" y="188"/>
                  </a:lnTo>
                  <a:lnTo>
                    <a:pt x="2" y="188"/>
                  </a:lnTo>
                  <a:lnTo>
                    <a:pt x="2" y="163"/>
                  </a:lnTo>
                  <a:lnTo>
                    <a:pt x="2" y="141"/>
                  </a:lnTo>
                  <a:lnTo>
                    <a:pt x="5" y="118"/>
                  </a:lnTo>
                  <a:lnTo>
                    <a:pt x="7" y="96"/>
                  </a:lnTo>
                  <a:lnTo>
                    <a:pt x="11" y="77"/>
                  </a:lnTo>
                  <a:lnTo>
                    <a:pt x="14" y="59"/>
                  </a:lnTo>
                  <a:lnTo>
                    <a:pt x="20" y="44"/>
                  </a:lnTo>
                  <a:lnTo>
                    <a:pt x="25" y="30"/>
                  </a:lnTo>
                  <a:lnTo>
                    <a:pt x="30" y="19"/>
                  </a:lnTo>
                  <a:lnTo>
                    <a:pt x="36" y="11"/>
                  </a:lnTo>
                  <a:lnTo>
                    <a:pt x="41" y="7"/>
                  </a:lnTo>
                  <a:lnTo>
                    <a:pt x="49" y="6"/>
                  </a:lnTo>
                  <a:lnTo>
                    <a:pt x="49" y="0"/>
                  </a:lnTo>
                  <a:close/>
                </a:path>
              </a:pathLst>
            </a:custGeom>
            <a:solidFill>
              <a:srgbClr val="A3A3A3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276" name="Google Shape;276;p1"/>
            <p:cNvSpPr/>
            <p:nvPr/>
          </p:nvSpPr>
          <p:spPr>
            <a:xfrm>
              <a:off x="4077" y="3313"/>
              <a:ext cx="42" cy="108"/>
            </a:xfrm>
            <a:custGeom>
              <a:avLst/>
              <a:gdLst/>
              <a:ahLst/>
              <a:cxnLst/>
              <a:rect l="l" t="t" r="r" b="b"/>
              <a:pathLst>
                <a:path w="47" h="182" extrusionOk="0">
                  <a:moveTo>
                    <a:pt x="47" y="0"/>
                  </a:moveTo>
                  <a:lnTo>
                    <a:pt x="39" y="1"/>
                  </a:lnTo>
                  <a:lnTo>
                    <a:pt x="34" y="5"/>
                  </a:lnTo>
                  <a:lnTo>
                    <a:pt x="28" y="13"/>
                  </a:lnTo>
                  <a:lnTo>
                    <a:pt x="23" y="24"/>
                  </a:lnTo>
                  <a:lnTo>
                    <a:pt x="18" y="38"/>
                  </a:lnTo>
                  <a:lnTo>
                    <a:pt x="12" y="53"/>
                  </a:lnTo>
                  <a:lnTo>
                    <a:pt x="9" y="71"/>
                  </a:lnTo>
                  <a:lnTo>
                    <a:pt x="5" y="90"/>
                  </a:lnTo>
                  <a:lnTo>
                    <a:pt x="3" y="112"/>
                  </a:lnTo>
                  <a:lnTo>
                    <a:pt x="0" y="135"/>
                  </a:lnTo>
                  <a:lnTo>
                    <a:pt x="0" y="157"/>
                  </a:lnTo>
                  <a:lnTo>
                    <a:pt x="0" y="182"/>
                  </a:lnTo>
                  <a:lnTo>
                    <a:pt x="0" y="182"/>
                  </a:lnTo>
                  <a:lnTo>
                    <a:pt x="1" y="157"/>
                  </a:lnTo>
                  <a:lnTo>
                    <a:pt x="1" y="135"/>
                  </a:lnTo>
                  <a:lnTo>
                    <a:pt x="3" y="114"/>
                  </a:lnTo>
                  <a:lnTo>
                    <a:pt x="7" y="93"/>
                  </a:lnTo>
                  <a:lnTo>
                    <a:pt x="10" y="74"/>
                  </a:lnTo>
                  <a:lnTo>
                    <a:pt x="14" y="57"/>
                  </a:lnTo>
                  <a:lnTo>
                    <a:pt x="18" y="41"/>
                  </a:lnTo>
                  <a:lnTo>
                    <a:pt x="23" y="29"/>
                  </a:lnTo>
                  <a:lnTo>
                    <a:pt x="28" y="19"/>
                  </a:lnTo>
                  <a:lnTo>
                    <a:pt x="34" y="10"/>
                  </a:lnTo>
                  <a:lnTo>
                    <a:pt x="39" y="7"/>
                  </a:lnTo>
                  <a:lnTo>
                    <a:pt x="47" y="5"/>
                  </a:lnTo>
                  <a:lnTo>
                    <a:pt x="47" y="0"/>
                  </a:lnTo>
                  <a:close/>
                </a:path>
              </a:pathLst>
            </a:custGeom>
            <a:solidFill>
              <a:srgbClr val="A5A5A5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277" name="Google Shape;277;p1"/>
            <p:cNvSpPr/>
            <p:nvPr/>
          </p:nvSpPr>
          <p:spPr>
            <a:xfrm>
              <a:off x="4077" y="3315"/>
              <a:ext cx="42" cy="106"/>
            </a:xfrm>
            <a:custGeom>
              <a:avLst/>
              <a:gdLst/>
              <a:ahLst/>
              <a:cxnLst/>
              <a:rect l="l" t="t" r="r" b="b"/>
              <a:pathLst>
                <a:path w="47" h="177" extrusionOk="0">
                  <a:moveTo>
                    <a:pt x="47" y="0"/>
                  </a:moveTo>
                  <a:lnTo>
                    <a:pt x="39" y="2"/>
                  </a:lnTo>
                  <a:lnTo>
                    <a:pt x="34" y="5"/>
                  </a:lnTo>
                  <a:lnTo>
                    <a:pt x="28" y="14"/>
                  </a:lnTo>
                  <a:lnTo>
                    <a:pt x="23" y="24"/>
                  </a:lnTo>
                  <a:lnTo>
                    <a:pt x="18" y="36"/>
                  </a:lnTo>
                  <a:lnTo>
                    <a:pt x="14" y="52"/>
                  </a:lnTo>
                  <a:lnTo>
                    <a:pt x="10" y="69"/>
                  </a:lnTo>
                  <a:lnTo>
                    <a:pt x="7" y="88"/>
                  </a:lnTo>
                  <a:lnTo>
                    <a:pt x="3" y="109"/>
                  </a:lnTo>
                  <a:lnTo>
                    <a:pt x="1" y="130"/>
                  </a:lnTo>
                  <a:lnTo>
                    <a:pt x="1" y="152"/>
                  </a:lnTo>
                  <a:lnTo>
                    <a:pt x="0" y="177"/>
                  </a:lnTo>
                  <a:lnTo>
                    <a:pt x="1" y="177"/>
                  </a:lnTo>
                  <a:lnTo>
                    <a:pt x="1" y="154"/>
                  </a:lnTo>
                  <a:lnTo>
                    <a:pt x="3" y="132"/>
                  </a:lnTo>
                  <a:lnTo>
                    <a:pt x="5" y="111"/>
                  </a:lnTo>
                  <a:lnTo>
                    <a:pt x="7" y="90"/>
                  </a:lnTo>
                  <a:lnTo>
                    <a:pt x="10" y="73"/>
                  </a:lnTo>
                  <a:lnTo>
                    <a:pt x="14" y="55"/>
                  </a:lnTo>
                  <a:lnTo>
                    <a:pt x="19" y="40"/>
                  </a:lnTo>
                  <a:lnTo>
                    <a:pt x="23" y="28"/>
                  </a:lnTo>
                  <a:lnTo>
                    <a:pt x="28" y="17"/>
                  </a:lnTo>
                  <a:lnTo>
                    <a:pt x="34" y="10"/>
                  </a:lnTo>
                  <a:lnTo>
                    <a:pt x="41" y="7"/>
                  </a:lnTo>
                  <a:lnTo>
                    <a:pt x="47" y="5"/>
                  </a:lnTo>
                  <a:lnTo>
                    <a:pt x="47" y="0"/>
                  </a:lnTo>
                  <a:close/>
                </a:path>
              </a:pathLst>
            </a:custGeom>
            <a:solidFill>
              <a:srgbClr val="A8A8A8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278" name="Google Shape;278;p1"/>
            <p:cNvSpPr/>
            <p:nvPr/>
          </p:nvSpPr>
          <p:spPr>
            <a:xfrm>
              <a:off x="4079" y="3319"/>
              <a:ext cx="40" cy="102"/>
            </a:xfrm>
            <a:custGeom>
              <a:avLst/>
              <a:gdLst/>
              <a:ahLst/>
              <a:cxnLst/>
              <a:rect l="l" t="t" r="r" b="b"/>
              <a:pathLst>
                <a:path w="46" h="172" extrusionOk="0">
                  <a:moveTo>
                    <a:pt x="46" y="0"/>
                  </a:moveTo>
                  <a:lnTo>
                    <a:pt x="40" y="2"/>
                  </a:lnTo>
                  <a:lnTo>
                    <a:pt x="33" y="5"/>
                  </a:lnTo>
                  <a:lnTo>
                    <a:pt x="27" y="12"/>
                  </a:lnTo>
                  <a:lnTo>
                    <a:pt x="22" y="23"/>
                  </a:lnTo>
                  <a:lnTo>
                    <a:pt x="18" y="35"/>
                  </a:lnTo>
                  <a:lnTo>
                    <a:pt x="13" y="50"/>
                  </a:lnTo>
                  <a:lnTo>
                    <a:pt x="9" y="68"/>
                  </a:lnTo>
                  <a:lnTo>
                    <a:pt x="6" y="85"/>
                  </a:lnTo>
                  <a:lnTo>
                    <a:pt x="4" y="106"/>
                  </a:lnTo>
                  <a:lnTo>
                    <a:pt x="2" y="127"/>
                  </a:lnTo>
                  <a:lnTo>
                    <a:pt x="0" y="149"/>
                  </a:lnTo>
                  <a:lnTo>
                    <a:pt x="0" y="172"/>
                  </a:lnTo>
                  <a:lnTo>
                    <a:pt x="2" y="172"/>
                  </a:lnTo>
                  <a:lnTo>
                    <a:pt x="2" y="147"/>
                  </a:lnTo>
                  <a:lnTo>
                    <a:pt x="4" y="125"/>
                  </a:lnTo>
                  <a:lnTo>
                    <a:pt x="6" y="102"/>
                  </a:lnTo>
                  <a:lnTo>
                    <a:pt x="9" y="82"/>
                  </a:lnTo>
                  <a:lnTo>
                    <a:pt x="13" y="62"/>
                  </a:lnTo>
                  <a:lnTo>
                    <a:pt x="17" y="45"/>
                  </a:lnTo>
                  <a:lnTo>
                    <a:pt x="22" y="31"/>
                  </a:lnTo>
                  <a:lnTo>
                    <a:pt x="27" y="21"/>
                  </a:lnTo>
                  <a:lnTo>
                    <a:pt x="33" y="12"/>
                  </a:lnTo>
                  <a:lnTo>
                    <a:pt x="38" y="7"/>
                  </a:lnTo>
                  <a:lnTo>
                    <a:pt x="46" y="5"/>
                  </a:lnTo>
                  <a:lnTo>
                    <a:pt x="46" y="0"/>
                  </a:lnTo>
                  <a:close/>
                </a:path>
              </a:pathLst>
            </a:custGeom>
            <a:solidFill>
              <a:srgbClr val="AAAAAA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279" name="Google Shape;279;p1"/>
            <p:cNvSpPr/>
            <p:nvPr/>
          </p:nvSpPr>
          <p:spPr>
            <a:xfrm>
              <a:off x="4081" y="3323"/>
              <a:ext cx="38" cy="98"/>
            </a:xfrm>
            <a:custGeom>
              <a:avLst/>
              <a:gdLst/>
              <a:ahLst/>
              <a:cxnLst/>
              <a:rect l="l" t="t" r="r" b="b"/>
              <a:pathLst>
                <a:path w="44" h="167" extrusionOk="0">
                  <a:moveTo>
                    <a:pt x="44" y="0"/>
                  </a:moveTo>
                  <a:lnTo>
                    <a:pt x="36" y="2"/>
                  </a:lnTo>
                  <a:lnTo>
                    <a:pt x="31" y="7"/>
                  </a:lnTo>
                  <a:lnTo>
                    <a:pt x="25" y="16"/>
                  </a:lnTo>
                  <a:lnTo>
                    <a:pt x="20" y="26"/>
                  </a:lnTo>
                  <a:lnTo>
                    <a:pt x="15" y="40"/>
                  </a:lnTo>
                  <a:lnTo>
                    <a:pt x="11" y="57"/>
                  </a:lnTo>
                  <a:lnTo>
                    <a:pt x="7" y="77"/>
                  </a:lnTo>
                  <a:lnTo>
                    <a:pt x="4" y="97"/>
                  </a:lnTo>
                  <a:lnTo>
                    <a:pt x="2" y="120"/>
                  </a:lnTo>
                  <a:lnTo>
                    <a:pt x="0" y="142"/>
                  </a:lnTo>
                  <a:lnTo>
                    <a:pt x="0" y="167"/>
                  </a:lnTo>
                  <a:lnTo>
                    <a:pt x="2" y="167"/>
                  </a:lnTo>
                  <a:lnTo>
                    <a:pt x="2" y="142"/>
                  </a:lnTo>
                  <a:lnTo>
                    <a:pt x="2" y="122"/>
                  </a:lnTo>
                  <a:lnTo>
                    <a:pt x="6" y="99"/>
                  </a:lnTo>
                  <a:lnTo>
                    <a:pt x="7" y="80"/>
                  </a:lnTo>
                  <a:lnTo>
                    <a:pt x="11" y="61"/>
                  </a:lnTo>
                  <a:lnTo>
                    <a:pt x="16" y="45"/>
                  </a:lnTo>
                  <a:lnTo>
                    <a:pt x="20" y="31"/>
                  </a:lnTo>
                  <a:lnTo>
                    <a:pt x="25" y="19"/>
                  </a:lnTo>
                  <a:lnTo>
                    <a:pt x="31" y="12"/>
                  </a:lnTo>
                  <a:lnTo>
                    <a:pt x="36" y="7"/>
                  </a:lnTo>
                  <a:lnTo>
                    <a:pt x="44" y="5"/>
                  </a:lnTo>
                  <a:lnTo>
                    <a:pt x="44" y="0"/>
                  </a:lnTo>
                  <a:close/>
                </a:path>
              </a:pathLst>
            </a:custGeom>
            <a:solidFill>
              <a:srgbClr val="ACACAC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280" name="Google Shape;280;p1"/>
            <p:cNvSpPr/>
            <p:nvPr/>
          </p:nvSpPr>
          <p:spPr>
            <a:xfrm>
              <a:off x="4082" y="3325"/>
              <a:ext cx="37" cy="96"/>
            </a:xfrm>
            <a:custGeom>
              <a:avLst/>
              <a:gdLst/>
              <a:ahLst/>
              <a:cxnLst/>
              <a:rect l="l" t="t" r="r" b="b"/>
              <a:pathLst>
                <a:path w="42" h="162" extrusionOk="0">
                  <a:moveTo>
                    <a:pt x="42" y="0"/>
                  </a:moveTo>
                  <a:lnTo>
                    <a:pt x="34" y="2"/>
                  </a:lnTo>
                  <a:lnTo>
                    <a:pt x="29" y="7"/>
                  </a:lnTo>
                  <a:lnTo>
                    <a:pt x="23" y="14"/>
                  </a:lnTo>
                  <a:lnTo>
                    <a:pt x="18" y="26"/>
                  </a:lnTo>
                  <a:lnTo>
                    <a:pt x="14" y="40"/>
                  </a:lnTo>
                  <a:lnTo>
                    <a:pt x="9" y="56"/>
                  </a:lnTo>
                  <a:lnTo>
                    <a:pt x="5" y="75"/>
                  </a:lnTo>
                  <a:lnTo>
                    <a:pt x="4" y="94"/>
                  </a:lnTo>
                  <a:lnTo>
                    <a:pt x="0" y="117"/>
                  </a:lnTo>
                  <a:lnTo>
                    <a:pt x="0" y="137"/>
                  </a:lnTo>
                  <a:lnTo>
                    <a:pt x="0" y="162"/>
                  </a:lnTo>
                  <a:lnTo>
                    <a:pt x="0" y="162"/>
                  </a:lnTo>
                  <a:lnTo>
                    <a:pt x="2" y="139"/>
                  </a:lnTo>
                  <a:lnTo>
                    <a:pt x="2" y="117"/>
                  </a:lnTo>
                  <a:lnTo>
                    <a:pt x="4" y="96"/>
                  </a:lnTo>
                  <a:lnTo>
                    <a:pt x="7" y="77"/>
                  </a:lnTo>
                  <a:lnTo>
                    <a:pt x="11" y="59"/>
                  </a:lnTo>
                  <a:lnTo>
                    <a:pt x="14" y="44"/>
                  </a:lnTo>
                  <a:lnTo>
                    <a:pt x="20" y="30"/>
                  </a:lnTo>
                  <a:lnTo>
                    <a:pt x="23" y="20"/>
                  </a:lnTo>
                  <a:lnTo>
                    <a:pt x="29" y="13"/>
                  </a:lnTo>
                  <a:lnTo>
                    <a:pt x="36" y="7"/>
                  </a:lnTo>
                  <a:lnTo>
                    <a:pt x="42" y="6"/>
                  </a:lnTo>
                  <a:lnTo>
                    <a:pt x="42" y="0"/>
                  </a:lnTo>
                  <a:close/>
                </a:path>
              </a:pathLst>
            </a:custGeom>
            <a:solidFill>
              <a:srgbClr val="AFAFAF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</p:grpSp>
      <p:grpSp>
        <p:nvGrpSpPr>
          <p:cNvPr id="281" name="Google Shape;281;p1"/>
          <p:cNvGrpSpPr/>
          <p:nvPr/>
        </p:nvGrpSpPr>
        <p:grpSpPr>
          <a:xfrm>
            <a:off x="4419600" y="2590800"/>
            <a:ext cx="152400" cy="457200"/>
            <a:chOff x="3969" y="3294"/>
            <a:chExt cx="164" cy="567"/>
          </a:xfrm>
        </p:grpSpPr>
        <p:sp>
          <p:nvSpPr>
            <p:cNvPr id="282" name="Google Shape;282;p1"/>
            <p:cNvSpPr/>
            <p:nvPr/>
          </p:nvSpPr>
          <p:spPr>
            <a:xfrm>
              <a:off x="3969" y="3294"/>
              <a:ext cx="164" cy="567"/>
            </a:xfrm>
            <a:custGeom>
              <a:avLst/>
              <a:gdLst/>
              <a:ahLst/>
              <a:cxnLst/>
              <a:rect l="l" t="t" r="r" b="b"/>
              <a:pathLst>
                <a:path w="188" h="953" extrusionOk="0">
                  <a:moveTo>
                    <a:pt x="188" y="873"/>
                  </a:moveTo>
                  <a:lnTo>
                    <a:pt x="94" y="953"/>
                  </a:lnTo>
                  <a:lnTo>
                    <a:pt x="0" y="873"/>
                  </a:lnTo>
                  <a:lnTo>
                    <a:pt x="94" y="0"/>
                  </a:lnTo>
                  <a:lnTo>
                    <a:pt x="188" y="873"/>
                  </a:lnTo>
                </a:path>
              </a:pathLst>
            </a:cu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283" name="Google Shape;283;p1"/>
            <p:cNvSpPr/>
            <p:nvPr/>
          </p:nvSpPr>
          <p:spPr>
            <a:xfrm>
              <a:off x="4035" y="3318"/>
              <a:ext cx="32" cy="59"/>
            </a:xfrm>
            <a:custGeom>
              <a:avLst/>
              <a:gdLst/>
              <a:ahLst/>
              <a:cxnLst/>
              <a:rect l="l" t="t" r="r" b="b"/>
              <a:pathLst>
                <a:path w="36" h="99" extrusionOk="0">
                  <a:moveTo>
                    <a:pt x="29" y="19"/>
                  </a:moveTo>
                  <a:lnTo>
                    <a:pt x="18" y="0"/>
                  </a:lnTo>
                  <a:lnTo>
                    <a:pt x="5" y="19"/>
                  </a:lnTo>
                  <a:lnTo>
                    <a:pt x="0" y="80"/>
                  </a:lnTo>
                  <a:lnTo>
                    <a:pt x="18" y="99"/>
                  </a:lnTo>
                  <a:lnTo>
                    <a:pt x="36" y="80"/>
                  </a:lnTo>
                  <a:lnTo>
                    <a:pt x="29" y="19"/>
                  </a:lnTo>
                  <a:close/>
                </a:path>
              </a:pathLst>
            </a:custGeom>
            <a:solidFill>
              <a:srgbClr val="666666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284" name="Google Shape;284;p1"/>
            <p:cNvSpPr/>
            <p:nvPr/>
          </p:nvSpPr>
          <p:spPr>
            <a:xfrm>
              <a:off x="3969" y="3767"/>
              <a:ext cx="164" cy="48"/>
            </a:xfrm>
            <a:custGeom>
              <a:avLst/>
              <a:gdLst/>
              <a:ahLst/>
              <a:cxnLst/>
              <a:rect l="l" t="t" r="r" b="b"/>
              <a:pathLst>
                <a:path w="188" h="78" extrusionOk="0">
                  <a:moveTo>
                    <a:pt x="188" y="78"/>
                  </a:moveTo>
                  <a:lnTo>
                    <a:pt x="94" y="0"/>
                  </a:lnTo>
                  <a:lnTo>
                    <a:pt x="0" y="78"/>
                  </a:lnTo>
                </a:path>
              </a:pathLst>
            </a:cu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285" name="Google Shape;285;p1"/>
            <p:cNvSpPr/>
            <p:nvPr/>
          </p:nvSpPr>
          <p:spPr>
            <a:xfrm>
              <a:off x="3969" y="3294"/>
              <a:ext cx="164" cy="567"/>
            </a:xfrm>
            <a:custGeom>
              <a:avLst/>
              <a:gdLst/>
              <a:ahLst/>
              <a:cxnLst/>
              <a:rect l="l" t="t" r="r" b="b"/>
              <a:pathLst>
                <a:path w="188" h="953" extrusionOk="0">
                  <a:moveTo>
                    <a:pt x="94" y="0"/>
                  </a:moveTo>
                  <a:lnTo>
                    <a:pt x="94" y="953"/>
                  </a:lnTo>
                  <a:lnTo>
                    <a:pt x="188" y="873"/>
                  </a:lnTo>
                  <a:lnTo>
                    <a:pt x="94" y="0"/>
                  </a:lnTo>
                  <a:lnTo>
                    <a:pt x="0" y="873"/>
                  </a:lnTo>
                  <a:lnTo>
                    <a:pt x="94" y="953"/>
                  </a:lnTo>
                </a:path>
              </a:pathLst>
            </a:cu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286" name="Google Shape;286;p1"/>
            <p:cNvSpPr/>
            <p:nvPr/>
          </p:nvSpPr>
          <p:spPr>
            <a:xfrm>
              <a:off x="4030" y="3424"/>
              <a:ext cx="42" cy="12"/>
            </a:xfrm>
            <a:custGeom>
              <a:avLst/>
              <a:gdLst/>
              <a:ahLst/>
              <a:cxnLst/>
              <a:rect l="l" t="t" r="r" b="b"/>
              <a:pathLst>
                <a:path w="47" h="19" extrusionOk="0">
                  <a:moveTo>
                    <a:pt x="47" y="0"/>
                  </a:moveTo>
                  <a:lnTo>
                    <a:pt x="24" y="19"/>
                  </a:lnTo>
                  <a:lnTo>
                    <a:pt x="0" y="0"/>
                  </a:lnTo>
                </a:path>
              </a:pathLst>
            </a:cu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287" name="Google Shape;287;p1"/>
            <p:cNvSpPr/>
            <p:nvPr/>
          </p:nvSpPr>
          <p:spPr>
            <a:xfrm>
              <a:off x="4023" y="3468"/>
              <a:ext cx="54" cy="15"/>
            </a:xfrm>
            <a:custGeom>
              <a:avLst/>
              <a:gdLst/>
              <a:ahLst/>
              <a:cxnLst/>
              <a:rect l="l" t="t" r="r" b="b"/>
              <a:pathLst>
                <a:path w="64" h="26" extrusionOk="0">
                  <a:moveTo>
                    <a:pt x="64" y="0"/>
                  </a:moveTo>
                  <a:lnTo>
                    <a:pt x="33" y="26"/>
                  </a:lnTo>
                  <a:lnTo>
                    <a:pt x="0" y="0"/>
                  </a:lnTo>
                </a:path>
              </a:pathLst>
            </a:cu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288" name="Google Shape;288;p1"/>
            <p:cNvSpPr/>
            <p:nvPr/>
          </p:nvSpPr>
          <p:spPr>
            <a:xfrm>
              <a:off x="4018" y="3510"/>
              <a:ext cx="68" cy="21"/>
            </a:xfrm>
            <a:custGeom>
              <a:avLst/>
              <a:gdLst/>
              <a:ahLst/>
              <a:cxnLst/>
              <a:rect l="l" t="t" r="r" b="b"/>
              <a:pathLst>
                <a:path w="78" h="35" extrusionOk="0">
                  <a:moveTo>
                    <a:pt x="78" y="2"/>
                  </a:moveTo>
                  <a:lnTo>
                    <a:pt x="38" y="35"/>
                  </a:lnTo>
                  <a:lnTo>
                    <a:pt x="0" y="0"/>
                  </a:lnTo>
                </a:path>
              </a:pathLst>
            </a:cu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289" name="Google Shape;289;p1"/>
            <p:cNvSpPr/>
            <p:nvPr/>
          </p:nvSpPr>
          <p:spPr>
            <a:xfrm>
              <a:off x="4009" y="3555"/>
              <a:ext cx="82" cy="23"/>
            </a:xfrm>
            <a:custGeom>
              <a:avLst/>
              <a:gdLst/>
              <a:ahLst/>
              <a:cxnLst/>
              <a:rect l="l" t="t" r="r" b="b"/>
              <a:pathLst>
                <a:path w="94" h="38" extrusionOk="0">
                  <a:moveTo>
                    <a:pt x="94" y="0"/>
                  </a:moveTo>
                  <a:lnTo>
                    <a:pt x="47" y="38"/>
                  </a:lnTo>
                  <a:lnTo>
                    <a:pt x="0" y="0"/>
                  </a:lnTo>
                </a:path>
              </a:pathLst>
            </a:cu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290" name="Google Shape;290;p1"/>
            <p:cNvSpPr/>
            <p:nvPr/>
          </p:nvSpPr>
          <p:spPr>
            <a:xfrm>
              <a:off x="4002" y="3598"/>
              <a:ext cx="96" cy="27"/>
            </a:xfrm>
            <a:custGeom>
              <a:avLst/>
              <a:gdLst/>
              <a:ahLst/>
              <a:cxnLst/>
              <a:rect l="l" t="t" r="r" b="b"/>
              <a:pathLst>
                <a:path w="110" h="46" extrusionOk="0">
                  <a:moveTo>
                    <a:pt x="110" y="0"/>
                  </a:moveTo>
                  <a:lnTo>
                    <a:pt x="56" y="46"/>
                  </a:lnTo>
                  <a:lnTo>
                    <a:pt x="0" y="0"/>
                  </a:lnTo>
                </a:path>
              </a:pathLst>
            </a:cu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291" name="Google Shape;291;p1"/>
            <p:cNvSpPr/>
            <p:nvPr/>
          </p:nvSpPr>
          <p:spPr>
            <a:xfrm>
              <a:off x="3997" y="3641"/>
              <a:ext cx="110" cy="32"/>
            </a:xfrm>
            <a:custGeom>
              <a:avLst/>
              <a:gdLst/>
              <a:ahLst/>
              <a:cxnLst/>
              <a:rect l="l" t="t" r="r" b="b"/>
              <a:pathLst>
                <a:path w="125" h="53" extrusionOk="0">
                  <a:moveTo>
                    <a:pt x="125" y="0"/>
                  </a:moveTo>
                  <a:lnTo>
                    <a:pt x="62" y="53"/>
                  </a:lnTo>
                  <a:lnTo>
                    <a:pt x="0" y="0"/>
                  </a:lnTo>
                </a:path>
              </a:pathLst>
            </a:cu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292" name="Google Shape;292;p1"/>
            <p:cNvSpPr/>
            <p:nvPr/>
          </p:nvSpPr>
          <p:spPr>
            <a:xfrm>
              <a:off x="3990" y="3684"/>
              <a:ext cx="122" cy="36"/>
            </a:xfrm>
            <a:custGeom>
              <a:avLst/>
              <a:gdLst/>
              <a:ahLst/>
              <a:cxnLst/>
              <a:rect l="l" t="t" r="r" b="b"/>
              <a:pathLst>
                <a:path w="141" h="61" extrusionOk="0">
                  <a:moveTo>
                    <a:pt x="141" y="0"/>
                  </a:moveTo>
                  <a:lnTo>
                    <a:pt x="71" y="61"/>
                  </a:lnTo>
                  <a:lnTo>
                    <a:pt x="0" y="0"/>
                  </a:lnTo>
                </a:path>
              </a:pathLst>
            </a:cu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293" name="Google Shape;293;p1"/>
            <p:cNvSpPr/>
            <p:nvPr/>
          </p:nvSpPr>
          <p:spPr>
            <a:xfrm>
              <a:off x="3981" y="3728"/>
              <a:ext cx="138" cy="39"/>
            </a:xfrm>
            <a:custGeom>
              <a:avLst/>
              <a:gdLst/>
              <a:ahLst/>
              <a:cxnLst/>
              <a:rect l="l" t="t" r="r" b="b"/>
              <a:pathLst>
                <a:path w="158" h="68" extrusionOk="0">
                  <a:moveTo>
                    <a:pt x="158" y="0"/>
                  </a:moveTo>
                  <a:lnTo>
                    <a:pt x="80" y="68"/>
                  </a:lnTo>
                  <a:lnTo>
                    <a:pt x="0" y="2"/>
                  </a:lnTo>
                </a:path>
              </a:pathLst>
            </a:cu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294" name="Google Shape;294;p1"/>
            <p:cNvSpPr/>
            <p:nvPr/>
          </p:nvSpPr>
          <p:spPr>
            <a:xfrm>
              <a:off x="3978" y="3769"/>
              <a:ext cx="148" cy="46"/>
            </a:xfrm>
            <a:custGeom>
              <a:avLst/>
              <a:gdLst/>
              <a:ahLst/>
              <a:cxnLst/>
              <a:rect l="l" t="t" r="r" b="b"/>
              <a:pathLst>
                <a:path w="172" h="75" extrusionOk="0">
                  <a:moveTo>
                    <a:pt x="172" y="2"/>
                  </a:moveTo>
                  <a:lnTo>
                    <a:pt x="85" y="75"/>
                  </a:lnTo>
                  <a:lnTo>
                    <a:pt x="0" y="0"/>
                  </a:lnTo>
                </a:path>
              </a:pathLst>
            </a:cu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295" name="Google Shape;295;p1"/>
            <p:cNvSpPr/>
            <p:nvPr/>
          </p:nvSpPr>
          <p:spPr>
            <a:xfrm>
              <a:off x="4035" y="3318"/>
              <a:ext cx="32" cy="59"/>
            </a:xfrm>
            <a:custGeom>
              <a:avLst/>
              <a:gdLst/>
              <a:ahLst/>
              <a:cxnLst/>
              <a:rect l="l" t="t" r="r" b="b"/>
              <a:pathLst>
                <a:path w="36" h="99" extrusionOk="0">
                  <a:moveTo>
                    <a:pt x="29" y="19"/>
                  </a:moveTo>
                  <a:lnTo>
                    <a:pt x="18" y="0"/>
                  </a:lnTo>
                  <a:lnTo>
                    <a:pt x="5" y="19"/>
                  </a:lnTo>
                  <a:lnTo>
                    <a:pt x="0" y="80"/>
                  </a:lnTo>
                  <a:lnTo>
                    <a:pt x="18" y="99"/>
                  </a:lnTo>
                  <a:lnTo>
                    <a:pt x="36" y="80"/>
                  </a:lnTo>
                  <a:lnTo>
                    <a:pt x="29" y="19"/>
                  </a:lnTo>
                </a:path>
              </a:pathLst>
            </a:cu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296" name="Google Shape;296;p1"/>
            <p:cNvSpPr/>
            <p:nvPr/>
          </p:nvSpPr>
          <p:spPr>
            <a:xfrm>
              <a:off x="4070" y="3294"/>
              <a:ext cx="49" cy="127"/>
            </a:xfrm>
            <a:custGeom>
              <a:avLst/>
              <a:gdLst/>
              <a:ahLst/>
              <a:cxnLst/>
              <a:rect l="l" t="t" r="r" b="b"/>
              <a:pathLst>
                <a:path w="56" h="214" extrusionOk="0">
                  <a:moveTo>
                    <a:pt x="56" y="0"/>
                  </a:moveTo>
                  <a:lnTo>
                    <a:pt x="48" y="2"/>
                  </a:lnTo>
                  <a:lnTo>
                    <a:pt x="41" y="7"/>
                  </a:lnTo>
                  <a:lnTo>
                    <a:pt x="36" y="14"/>
                  </a:lnTo>
                  <a:lnTo>
                    <a:pt x="28" y="25"/>
                  </a:lnTo>
                  <a:lnTo>
                    <a:pt x="23" y="39"/>
                  </a:lnTo>
                  <a:lnTo>
                    <a:pt x="18" y="54"/>
                  </a:lnTo>
                  <a:lnTo>
                    <a:pt x="14" y="72"/>
                  </a:lnTo>
                  <a:lnTo>
                    <a:pt x="9" y="92"/>
                  </a:lnTo>
                  <a:lnTo>
                    <a:pt x="7" y="115"/>
                  </a:lnTo>
                  <a:lnTo>
                    <a:pt x="3" y="137"/>
                  </a:lnTo>
                  <a:lnTo>
                    <a:pt x="1" y="162"/>
                  </a:lnTo>
                  <a:lnTo>
                    <a:pt x="0" y="188"/>
                  </a:lnTo>
                  <a:lnTo>
                    <a:pt x="0" y="214"/>
                  </a:lnTo>
                  <a:lnTo>
                    <a:pt x="0" y="0"/>
                  </a:lnTo>
                  <a:lnTo>
                    <a:pt x="56" y="0"/>
                  </a:lnTo>
                  <a:close/>
                </a:path>
              </a:pathLst>
            </a:custGeom>
            <a:solidFill>
              <a:srgbClr val="9A9A9A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297" name="Google Shape;297;p1"/>
            <p:cNvSpPr/>
            <p:nvPr/>
          </p:nvSpPr>
          <p:spPr>
            <a:xfrm>
              <a:off x="4070" y="3294"/>
              <a:ext cx="49" cy="127"/>
            </a:xfrm>
            <a:custGeom>
              <a:avLst/>
              <a:gdLst/>
              <a:ahLst/>
              <a:cxnLst/>
              <a:rect l="l" t="t" r="r" b="b"/>
              <a:pathLst>
                <a:path w="56" h="214" extrusionOk="0">
                  <a:moveTo>
                    <a:pt x="56" y="0"/>
                  </a:moveTo>
                  <a:lnTo>
                    <a:pt x="48" y="2"/>
                  </a:lnTo>
                  <a:lnTo>
                    <a:pt x="41" y="7"/>
                  </a:lnTo>
                  <a:lnTo>
                    <a:pt x="36" y="14"/>
                  </a:lnTo>
                  <a:lnTo>
                    <a:pt x="28" y="25"/>
                  </a:lnTo>
                  <a:lnTo>
                    <a:pt x="23" y="39"/>
                  </a:lnTo>
                  <a:lnTo>
                    <a:pt x="18" y="54"/>
                  </a:lnTo>
                  <a:lnTo>
                    <a:pt x="14" y="72"/>
                  </a:lnTo>
                  <a:lnTo>
                    <a:pt x="9" y="92"/>
                  </a:lnTo>
                  <a:lnTo>
                    <a:pt x="7" y="115"/>
                  </a:lnTo>
                  <a:lnTo>
                    <a:pt x="3" y="137"/>
                  </a:lnTo>
                  <a:lnTo>
                    <a:pt x="1" y="162"/>
                  </a:lnTo>
                  <a:lnTo>
                    <a:pt x="0" y="188"/>
                  </a:lnTo>
                  <a:lnTo>
                    <a:pt x="0" y="214"/>
                  </a:lnTo>
                  <a:lnTo>
                    <a:pt x="1" y="214"/>
                  </a:lnTo>
                  <a:lnTo>
                    <a:pt x="1" y="188"/>
                  </a:lnTo>
                  <a:lnTo>
                    <a:pt x="3" y="163"/>
                  </a:lnTo>
                  <a:lnTo>
                    <a:pt x="5" y="139"/>
                  </a:lnTo>
                  <a:lnTo>
                    <a:pt x="7" y="117"/>
                  </a:lnTo>
                  <a:lnTo>
                    <a:pt x="10" y="96"/>
                  </a:lnTo>
                  <a:lnTo>
                    <a:pt x="14" y="75"/>
                  </a:lnTo>
                  <a:lnTo>
                    <a:pt x="19" y="58"/>
                  </a:lnTo>
                  <a:lnTo>
                    <a:pt x="25" y="42"/>
                  </a:lnTo>
                  <a:lnTo>
                    <a:pt x="30" y="30"/>
                  </a:lnTo>
                  <a:lnTo>
                    <a:pt x="36" y="19"/>
                  </a:lnTo>
                  <a:lnTo>
                    <a:pt x="43" y="11"/>
                  </a:lnTo>
                  <a:lnTo>
                    <a:pt x="48" y="7"/>
                  </a:lnTo>
                  <a:lnTo>
                    <a:pt x="56" y="6"/>
                  </a:lnTo>
                  <a:lnTo>
                    <a:pt x="56" y="0"/>
                  </a:lnTo>
                  <a:close/>
                </a:path>
              </a:pathLst>
            </a:custGeom>
            <a:solidFill>
              <a:srgbClr val="9A9A9A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298" name="Google Shape;298;p1"/>
            <p:cNvSpPr/>
            <p:nvPr/>
          </p:nvSpPr>
          <p:spPr>
            <a:xfrm>
              <a:off x="4072" y="3298"/>
              <a:ext cx="47" cy="123"/>
            </a:xfrm>
            <a:custGeom>
              <a:avLst/>
              <a:gdLst/>
              <a:ahLst/>
              <a:cxnLst/>
              <a:rect l="l" t="t" r="r" b="b"/>
              <a:pathLst>
                <a:path w="55" h="208" extrusionOk="0">
                  <a:moveTo>
                    <a:pt x="55" y="0"/>
                  </a:moveTo>
                  <a:lnTo>
                    <a:pt x="47" y="1"/>
                  </a:lnTo>
                  <a:lnTo>
                    <a:pt x="42" y="5"/>
                  </a:lnTo>
                  <a:lnTo>
                    <a:pt x="35" y="13"/>
                  </a:lnTo>
                  <a:lnTo>
                    <a:pt x="29" y="24"/>
                  </a:lnTo>
                  <a:lnTo>
                    <a:pt x="24" y="36"/>
                  </a:lnTo>
                  <a:lnTo>
                    <a:pt x="18" y="52"/>
                  </a:lnTo>
                  <a:lnTo>
                    <a:pt x="13" y="69"/>
                  </a:lnTo>
                  <a:lnTo>
                    <a:pt x="9" y="90"/>
                  </a:lnTo>
                  <a:lnTo>
                    <a:pt x="6" y="111"/>
                  </a:lnTo>
                  <a:lnTo>
                    <a:pt x="4" y="133"/>
                  </a:lnTo>
                  <a:lnTo>
                    <a:pt x="2" y="157"/>
                  </a:lnTo>
                  <a:lnTo>
                    <a:pt x="0" y="182"/>
                  </a:lnTo>
                  <a:lnTo>
                    <a:pt x="0" y="208"/>
                  </a:lnTo>
                  <a:lnTo>
                    <a:pt x="2" y="208"/>
                  </a:lnTo>
                  <a:lnTo>
                    <a:pt x="2" y="180"/>
                  </a:lnTo>
                  <a:lnTo>
                    <a:pt x="4" y="154"/>
                  </a:lnTo>
                  <a:lnTo>
                    <a:pt x="6" y="130"/>
                  </a:lnTo>
                  <a:lnTo>
                    <a:pt x="8" y="105"/>
                  </a:lnTo>
                  <a:lnTo>
                    <a:pt x="13" y="85"/>
                  </a:lnTo>
                  <a:lnTo>
                    <a:pt x="17" y="64"/>
                  </a:lnTo>
                  <a:lnTo>
                    <a:pt x="22" y="46"/>
                  </a:lnTo>
                  <a:lnTo>
                    <a:pt x="27" y="33"/>
                  </a:lnTo>
                  <a:lnTo>
                    <a:pt x="35" y="20"/>
                  </a:lnTo>
                  <a:lnTo>
                    <a:pt x="40" y="12"/>
                  </a:lnTo>
                  <a:lnTo>
                    <a:pt x="47" y="7"/>
                  </a:lnTo>
                  <a:lnTo>
                    <a:pt x="55" y="5"/>
                  </a:lnTo>
                  <a:lnTo>
                    <a:pt x="55" y="0"/>
                  </a:lnTo>
                  <a:close/>
                </a:path>
              </a:pathLst>
            </a:custGeom>
            <a:solidFill>
              <a:srgbClr val="9B9B9B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299" name="Google Shape;299;p1"/>
            <p:cNvSpPr/>
            <p:nvPr/>
          </p:nvSpPr>
          <p:spPr>
            <a:xfrm>
              <a:off x="4074" y="3300"/>
              <a:ext cx="45" cy="121"/>
            </a:xfrm>
            <a:custGeom>
              <a:avLst/>
              <a:gdLst/>
              <a:ahLst/>
              <a:cxnLst/>
              <a:rect l="l" t="t" r="r" b="b"/>
              <a:pathLst>
                <a:path w="53" h="203" extrusionOk="0">
                  <a:moveTo>
                    <a:pt x="53" y="0"/>
                  </a:moveTo>
                  <a:lnTo>
                    <a:pt x="45" y="2"/>
                  </a:lnTo>
                  <a:lnTo>
                    <a:pt x="38" y="7"/>
                  </a:lnTo>
                  <a:lnTo>
                    <a:pt x="33" y="15"/>
                  </a:lnTo>
                  <a:lnTo>
                    <a:pt x="25" y="28"/>
                  </a:lnTo>
                  <a:lnTo>
                    <a:pt x="20" y="41"/>
                  </a:lnTo>
                  <a:lnTo>
                    <a:pt x="15" y="59"/>
                  </a:lnTo>
                  <a:lnTo>
                    <a:pt x="11" y="80"/>
                  </a:lnTo>
                  <a:lnTo>
                    <a:pt x="6" y="100"/>
                  </a:lnTo>
                  <a:lnTo>
                    <a:pt x="4" y="125"/>
                  </a:lnTo>
                  <a:lnTo>
                    <a:pt x="2" y="149"/>
                  </a:lnTo>
                  <a:lnTo>
                    <a:pt x="0" y="175"/>
                  </a:lnTo>
                  <a:lnTo>
                    <a:pt x="0" y="203"/>
                  </a:lnTo>
                  <a:lnTo>
                    <a:pt x="0" y="203"/>
                  </a:lnTo>
                  <a:lnTo>
                    <a:pt x="2" y="177"/>
                  </a:lnTo>
                  <a:lnTo>
                    <a:pt x="2" y="151"/>
                  </a:lnTo>
                  <a:lnTo>
                    <a:pt x="4" y="126"/>
                  </a:lnTo>
                  <a:lnTo>
                    <a:pt x="7" y="104"/>
                  </a:lnTo>
                  <a:lnTo>
                    <a:pt x="11" y="81"/>
                  </a:lnTo>
                  <a:lnTo>
                    <a:pt x="16" y="62"/>
                  </a:lnTo>
                  <a:lnTo>
                    <a:pt x="20" y="45"/>
                  </a:lnTo>
                  <a:lnTo>
                    <a:pt x="27" y="31"/>
                  </a:lnTo>
                  <a:lnTo>
                    <a:pt x="33" y="21"/>
                  </a:lnTo>
                  <a:lnTo>
                    <a:pt x="38" y="12"/>
                  </a:lnTo>
                  <a:lnTo>
                    <a:pt x="45" y="7"/>
                  </a:lnTo>
                  <a:lnTo>
                    <a:pt x="53" y="5"/>
                  </a:lnTo>
                  <a:lnTo>
                    <a:pt x="53" y="0"/>
                  </a:lnTo>
                  <a:close/>
                </a:path>
              </a:pathLst>
            </a:custGeom>
            <a:solidFill>
              <a:srgbClr val="9D9D9D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300" name="Google Shape;300;p1"/>
            <p:cNvSpPr/>
            <p:nvPr/>
          </p:nvSpPr>
          <p:spPr>
            <a:xfrm>
              <a:off x="4074" y="3304"/>
              <a:ext cx="45" cy="117"/>
            </a:xfrm>
            <a:custGeom>
              <a:avLst/>
              <a:gdLst/>
              <a:ahLst/>
              <a:cxnLst/>
              <a:rect l="l" t="t" r="r" b="b"/>
              <a:pathLst>
                <a:path w="53" h="198" extrusionOk="0">
                  <a:moveTo>
                    <a:pt x="53" y="0"/>
                  </a:moveTo>
                  <a:lnTo>
                    <a:pt x="45" y="2"/>
                  </a:lnTo>
                  <a:lnTo>
                    <a:pt x="38" y="7"/>
                  </a:lnTo>
                  <a:lnTo>
                    <a:pt x="33" y="16"/>
                  </a:lnTo>
                  <a:lnTo>
                    <a:pt x="27" y="26"/>
                  </a:lnTo>
                  <a:lnTo>
                    <a:pt x="20" y="40"/>
                  </a:lnTo>
                  <a:lnTo>
                    <a:pt x="16" y="57"/>
                  </a:lnTo>
                  <a:lnTo>
                    <a:pt x="11" y="76"/>
                  </a:lnTo>
                  <a:lnTo>
                    <a:pt x="7" y="99"/>
                  </a:lnTo>
                  <a:lnTo>
                    <a:pt x="4" y="121"/>
                  </a:lnTo>
                  <a:lnTo>
                    <a:pt x="2" y="146"/>
                  </a:lnTo>
                  <a:lnTo>
                    <a:pt x="2" y="172"/>
                  </a:lnTo>
                  <a:lnTo>
                    <a:pt x="0" y="198"/>
                  </a:lnTo>
                  <a:lnTo>
                    <a:pt x="2" y="198"/>
                  </a:lnTo>
                  <a:lnTo>
                    <a:pt x="2" y="172"/>
                  </a:lnTo>
                  <a:lnTo>
                    <a:pt x="4" y="147"/>
                  </a:lnTo>
                  <a:lnTo>
                    <a:pt x="6" y="123"/>
                  </a:lnTo>
                  <a:lnTo>
                    <a:pt x="9" y="101"/>
                  </a:lnTo>
                  <a:lnTo>
                    <a:pt x="13" y="80"/>
                  </a:lnTo>
                  <a:lnTo>
                    <a:pt x="16" y="61"/>
                  </a:lnTo>
                  <a:lnTo>
                    <a:pt x="22" y="45"/>
                  </a:lnTo>
                  <a:lnTo>
                    <a:pt x="27" y="31"/>
                  </a:lnTo>
                  <a:lnTo>
                    <a:pt x="33" y="19"/>
                  </a:lnTo>
                  <a:lnTo>
                    <a:pt x="40" y="12"/>
                  </a:lnTo>
                  <a:lnTo>
                    <a:pt x="45" y="7"/>
                  </a:lnTo>
                  <a:lnTo>
                    <a:pt x="53" y="5"/>
                  </a:lnTo>
                  <a:lnTo>
                    <a:pt x="53" y="0"/>
                  </a:lnTo>
                  <a:close/>
                </a:path>
              </a:pathLst>
            </a:custGeom>
            <a:solidFill>
              <a:srgbClr val="9F9F9F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301" name="Google Shape;301;p1"/>
            <p:cNvSpPr/>
            <p:nvPr/>
          </p:nvSpPr>
          <p:spPr>
            <a:xfrm>
              <a:off x="4074" y="3307"/>
              <a:ext cx="45" cy="114"/>
            </a:xfrm>
            <a:custGeom>
              <a:avLst/>
              <a:gdLst/>
              <a:ahLst/>
              <a:cxnLst/>
              <a:rect l="l" t="t" r="r" b="b"/>
              <a:pathLst>
                <a:path w="51" h="193" extrusionOk="0">
                  <a:moveTo>
                    <a:pt x="51" y="0"/>
                  </a:moveTo>
                  <a:lnTo>
                    <a:pt x="43" y="2"/>
                  </a:lnTo>
                  <a:lnTo>
                    <a:pt x="38" y="7"/>
                  </a:lnTo>
                  <a:lnTo>
                    <a:pt x="31" y="14"/>
                  </a:lnTo>
                  <a:lnTo>
                    <a:pt x="25" y="26"/>
                  </a:lnTo>
                  <a:lnTo>
                    <a:pt x="20" y="40"/>
                  </a:lnTo>
                  <a:lnTo>
                    <a:pt x="14" y="56"/>
                  </a:lnTo>
                  <a:lnTo>
                    <a:pt x="11" y="75"/>
                  </a:lnTo>
                  <a:lnTo>
                    <a:pt x="7" y="96"/>
                  </a:lnTo>
                  <a:lnTo>
                    <a:pt x="4" y="118"/>
                  </a:lnTo>
                  <a:lnTo>
                    <a:pt x="2" y="142"/>
                  </a:lnTo>
                  <a:lnTo>
                    <a:pt x="0" y="167"/>
                  </a:lnTo>
                  <a:lnTo>
                    <a:pt x="0" y="193"/>
                  </a:lnTo>
                  <a:lnTo>
                    <a:pt x="2" y="193"/>
                  </a:lnTo>
                  <a:lnTo>
                    <a:pt x="2" y="168"/>
                  </a:lnTo>
                  <a:lnTo>
                    <a:pt x="4" y="144"/>
                  </a:lnTo>
                  <a:lnTo>
                    <a:pt x="5" y="120"/>
                  </a:lnTo>
                  <a:lnTo>
                    <a:pt x="7" y="99"/>
                  </a:lnTo>
                  <a:lnTo>
                    <a:pt x="11" y="78"/>
                  </a:lnTo>
                  <a:lnTo>
                    <a:pt x="16" y="59"/>
                  </a:lnTo>
                  <a:lnTo>
                    <a:pt x="20" y="44"/>
                  </a:lnTo>
                  <a:lnTo>
                    <a:pt x="25" y="30"/>
                  </a:lnTo>
                  <a:lnTo>
                    <a:pt x="31" y="19"/>
                  </a:lnTo>
                  <a:lnTo>
                    <a:pt x="38" y="12"/>
                  </a:lnTo>
                  <a:lnTo>
                    <a:pt x="43" y="7"/>
                  </a:lnTo>
                  <a:lnTo>
                    <a:pt x="51" y="5"/>
                  </a:lnTo>
                  <a:lnTo>
                    <a:pt x="51" y="0"/>
                  </a:lnTo>
                  <a:close/>
                </a:path>
              </a:pathLst>
            </a:custGeom>
            <a:solidFill>
              <a:srgbClr val="A1A1A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302" name="Google Shape;302;p1"/>
            <p:cNvSpPr/>
            <p:nvPr/>
          </p:nvSpPr>
          <p:spPr>
            <a:xfrm>
              <a:off x="4075" y="3309"/>
              <a:ext cx="44" cy="112"/>
            </a:xfrm>
            <a:custGeom>
              <a:avLst/>
              <a:gdLst/>
              <a:ahLst/>
              <a:cxnLst/>
              <a:rect l="l" t="t" r="r" b="b"/>
              <a:pathLst>
                <a:path w="49" h="188" extrusionOk="0">
                  <a:moveTo>
                    <a:pt x="49" y="0"/>
                  </a:moveTo>
                  <a:lnTo>
                    <a:pt x="41" y="2"/>
                  </a:lnTo>
                  <a:lnTo>
                    <a:pt x="36" y="7"/>
                  </a:lnTo>
                  <a:lnTo>
                    <a:pt x="29" y="14"/>
                  </a:lnTo>
                  <a:lnTo>
                    <a:pt x="23" y="25"/>
                  </a:lnTo>
                  <a:lnTo>
                    <a:pt x="18" y="39"/>
                  </a:lnTo>
                  <a:lnTo>
                    <a:pt x="14" y="54"/>
                  </a:lnTo>
                  <a:lnTo>
                    <a:pt x="9" y="73"/>
                  </a:lnTo>
                  <a:lnTo>
                    <a:pt x="5" y="94"/>
                  </a:lnTo>
                  <a:lnTo>
                    <a:pt x="3" y="115"/>
                  </a:lnTo>
                  <a:lnTo>
                    <a:pt x="2" y="139"/>
                  </a:lnTo>
                  <a:lnTo>
                    <a:pt x="0" y="163"/>
                  </a:lnTo>
                  <a:lnTo>
                    <a:pt x="0" y="188"/>
                  </a:lnTo>
                  <a:lnTo>
                    <a:pt x="2" y="188"/>
                  </a:lnTo>
                  <a:lnTo>
                    <a:pt x="2" y="163"/>
                  </a:lnTo>
                  <a:lnTo>
                    <a:pt x="2" y="141"/>
                  </a:lnTo>
                  <a:lnTo>
                    <a:pt x="5" y="118"/>
                  </a:lnTo>
                  <a:lnTo>
                    <a:pt x="7" y="96"/>
                  </a:lnTo>
                  <a:lnTo>
                    <a:pt x="11" y="77"/>
                  </a:lnTo>
                  <a:lnTo>
                    <a:pt x="14" y="59"/>
                  </a:lnTo>
                  <a:lnTo>
                    <a:pt x="20" y="44"/>
                  </a:lnTo>
                  <a:lnTo>
                    <a:pt x="25" y="30"/>
                  </a:lnTo>
                  <a:lnTo>
                    <a:pt x="30" y="19"/>
                  </a:lnTo>
                  <a:lnTo>
                    <a:pt x="36" y="11"/>
                  </a:lnTo>
                  <a:lnTo>
                    <a:pt x="41" y="7"/>
                  </a:lnTo>
                  <a:lnTo>
                    <a:pt x="49" y="6"/>
                  </a:lnTo>
                  <a:lnTo>
                    <a:pt x="49" y="0"/>
                  </a:lnTo>
                  <a:close/>
                </a:path>
              </a:pathLst>
            </a:custGeom>
            <a:solidFill>
              <a:srgbClr val="A3A3A3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303" name="Google Shape;303;p1"/>
            <p:cNvSpPr/>
            <p:nvPr/>
          </p:nvSpPr>
          <p:spPr>
            <a:xfrm>
              <a:off x="4077" y="3313"/>
              <a:ext cx="42" cy="108"/>
            </a:xfrm>
            <a:custGeom>
              <a:avLst/>
              <a:gdLst/>
              <a:ahLst/>
              <a:cxnLst/>
              <a:rect l="l" t="t" r="r" b="b"/>
              <a:pathLst>
                <a:path w="47" h="182" extrusionOk="0">
                  <a:moveTo>
                    <a:pt x="47" y="0"/>
                  </a:moveTo>
                  <a:lnTo>
                    <a:pt x="39" y="1"/>
                  </a:lnTo>
                  <a:lnTo>
                    <a:pt x="34" y="5"/>
                  </a:lnTo>
                  <a:lnTo>
                    <a:pt x="28" y="13"/>
                  </a:lnTo>
                  <a:lnTo>
                    <a:pt x="23" y="24"/>
                  </a:lnTo>
                  <a:lnTo>
                    <a:pt x="18" y="38"/>
                  </a:lnTo>
                  <a:lnTo>
                    <a:pt x="12" y="53"/>
                  </a:lnTo>
                  <a:lnTo>
                    <a:pt x="9" y="71"/>
                  </a:lnTo>
                  <a:lnTo>
                    <a:pt x="5" y="90"/>
                  </a:lnTo>
                  <a:lnTo>
                    <a:pt x="3" y="112"/>
                  </a:lnTo>
                  <a:lnTo>
                    <a:pt x="0" y="135"/>
                  </a:lnTo>
                  <a:lnTo>
                    <a:pt x="0" y="157"/>
                  </a:lnTo>
                  <a:lnTo>
                    <a:pt x="0" y="182"/>
                  </a:lnTo>
                  <a:lnTo>
                    <a:pt x="0" y="182"/>
                  </a:lnTo>
                  <a:lnTo>
                    <a:pt x="1" y="157"/>
                  </a:lnTo>
                  <a:lnTo>
                    <a:pt x="1" y="135"/>
                  </a:lnTo>
                  <a:lnTo>
                    <a:pt x="3" y="114"/>
                  </a:lnTo>
                  <a:lnTo>
                    <a:pt x="7" y="93"/>
                  </a:lnTo>
                  <a:lnTo>
                    <a:pt x="10" y="74"/>
                  </a:lnTo>
                  <a:lnTo>
                    <a:pt x="14" y="57"/>
                  </a:lnTo>
                  <a:lnTo>
                    <a:pt x="18" y="41"/>
                  </a:lnTo>
                  <a:lnTo>
                    <a:pt x="23" y="29"/>
                  </a:lnTo>
                  <a:lnTo>
                    <a:pt x="28" y="19"/>
                  </a:lnTo>
                  <a:lnTo>
                    <a:pt x="34" y="10"/>
                  </a:lnTo>
                  <a:lnTo>
                    <a:pt x="39" y="7"/>
                  </a:lnTo>
                  <a:lnTo>
                    <a:pt x="47" y="5"/>
                  </a:lnTo>
                  <a:lnTo>
                    <a:pt x="47" y="0"/>
                  </a:lnTo>
                  <a:close/>
                </a:path>
              </a:pathLst>
            </a:custGeom>
            <a:solidFill>
              <a:srgbClr val="A5A5A5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304" name="Google Shape;304;p1"/>
            <p:cNvSpPr/>
            <p:nvPr/>
          </p:nvSpPr>
          <p:spPr>
            <a:xfrm>
              <a:off x="4077" y="3315"/>
              <a:ext cx="42" cy="106"/>
            </a:xfrm>
            <a:custGeom>
              <a:avLst/>
              <a:gdLst/>
              <a:ahLst/>
              <a:cxnLst/>
              <a:rect l="l" t="t" r="r" b="b"/>
              <a:pathLst>
                <a:path w="47" h="177" extrusionOk="0">
                  <a:moveTo>
                    <a:pt x="47" y="0"/>
                  </a:moveTo>
                  <a:lnTo>
                    <a:pt x="39" y="2"/>
                  </a:lnTo>
                  <a:lnTo>
                    <a:pt x="34" y="5"/>
                  </a:lnTo>
                  <a:lnTo>
                    <a:pt x="28" y="14"/>
                  </a:lnTo>
                  <a:lnTo>
                    <a:pt x="23" y="24"/>
                  </a:lnTo>
                  <a:lnTo>
                    <a:pt x="18" y="36"/>
                  </a:lnTo>
                  <a:lnTo>
                    <a:pt x="14" y="52"/>
                  </a:lnTo>
                  <a:lnTo>
                    <a:pt x="10" y="69"/>
                  </a:lnTo>
                  <a:lnTo>
                    <a:pt x="7" y="88"/>
                  </a:lnTo>
                  <a:lnTo>
                    <a:pt x="3" y="109"/>
                  </a:lnTo>
                  <a:lnTo>
                    <a:pt x="1" y="130"/>
                  </a:lnTo>
                  <a:lnTo>
                    <a:pt x="1" y="152"/>
                  </a:lnTo>
                  <a:lnTo>
                    <a:pt x="0" y="177"/>
                  </a:lnTo>
                  <a:lnTo>
                    <a:pt x="1" y="177"/>
                  </a:lnTo>
                  <a:lnTo>
                    <a:pt x="1" y="154"/>
                  </a:lnTo>
                  <a:lnTo>
                    <a:pt x="3" y="132"/>
                  </a:lnTo>
                  <a:lnTo>
                    <a:pt x="5" y="111"/>
                  </a:lnTo>
                  <a:lnTo>
                    <a:pt x="7" y="90"/>
                  </a:lnTo>
                  <a:lnTo>
                    <a:pt x="10" y="73"/>
                  </a:lnTo>
                  <a:lnTo>
                    <a:pt x="14" y="55"/>
                  </a:lnTo>
                  <a:lnTo>
                    <a:pt x="19" y="40"/>
                  </a:lnTo>
                  <a:lnTo>
                    <a:pt x="23" y="28"/>
                  </a:lnTo>
                  <a:lnTo>
                    <a:pt x="28" y="17"/>
                  </a:lnTo>
                  <a:lnTo>
                    <a:pt x="34" y="10"/>
                  </a:lnTo>
                  <a:lnTo>
                    <a:pt x="41" y="7"/>
                  </a:lnTo>
                  <a:lnTo>
                    <a:pt x="47" y="5"/>
                  </a:lnTo>
                  <a:lnTo>
                    <a:pt x="47" y="0"/>
                  </a:lnTo>
                  <a:close/>
                </a:path>
              </a:pathLst>
            </a:custGeom>
            <a:solidFill>
              <a:srgbClr val="A8A8A8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305" name="Google Shape;305;p1"/>
            <p:cNvSpPr/>
            <p:nvPr/>
          </p:nvSpPr>
          <p:spPr>
            <a:xfrm>
              <a:off x="4079" y="3319"/>
              <a:ext cx="40" cy="102"/>
            </a:xfrm>
            <a:custGeom>
              <a:avLst/>
              <a:gdLst/>
              <a:ahLst/>
              <a:cxnLst/>
              <a:rect l="l" t="t" r="r" b="b"/>
              <a:pathLst>
                <a:path w="46" h="172" extrusionOk="0">
                  <a:moveTo>
                    <a:pt x="46" y="0"/>
                  </a:moveTo>
                  <a:lnTo>
                    <a:pt x="40" y="2"/>
                  </a:lnTo>
                  <a:lnTo>
                    <a:pt x="33" y="5"/>
                  </a:lnTo>
                  <a:lnTo>
                    <a:pt x="27" y="12"/>
                  </a:lnTo>
                  <a:lnTo>
                    <a:pt x="22" y="23"/>
                  </a:lnTo>
                  <a:lnTo>
                    <a:pt x="18" y="35"/>
                  </a:lnTo>
                  <a:lnTo>
                    <a:pt x="13" y="50"/>
                  </a:lnTo>
                  <a:lnTo>
                    <a:pt x="9" y="68"/>
                  </a:lnTo>
                  <a:lnTo>
                    <a:pt x="6" y="85"/>
                  </a:lnTo>
                  <a:lnTo>
                    <a:pt x="4" y="106"/>
                  </a:lnTo>
                  <a:lnTo>
                    <a:pt x="2" y="127"/>
                  </a:lnTo>
                  <a:lnTo>
                    <a:pt x="0" y="149"/>
                  </a:lnTo>
                  <a:lnTo>
                    <a:pt x="0" y="172"/>
                  </a:lnTo>
                  <a:lnTo>
                    <a:pt x="2" y="172"/>
                  </a:lnTo>
                  <a:lnTo>
                    <a:pt x="2" y="147"/>
                  </a:lnTo>
                  <a:lnTo>
                    <a:pt x="4" y="125"/>
                  </a:lnTo>
                  <a:lnTo>
                    <a:pt x="6" y="102"/>
                  </a:lnTo>
                  <a:lnTo>
                    <a:pt x="9" y="82"/>
                  </a:lnTo>
                  <a:lnTo>
                    <a:pt x="13" y="62"/>
                  </a:lnTo>
                  <a:lnTo>
                    <a:pt x="17" y="45"/>
                  </a:lnTo>
                  <a:lnTo>
                    <a:pt x="22" y="31"/>
                  </a:lnTo>
                  <a:lnTo>
                    <a:pt x="27" y="21"/>
                  </a:lnTo>
                  <a:lnTo>
                    <a:pt x="33" y="12"/>
                  </a:lnTo>
                  <a:lnTo>
                    <a:pt x="38" y="7"/>
                  </a:lnTo>
                  <a:lnTo>
                    <a:pt x="46" y="5"/>
                  </a:lnTo>
                  <a:lnTo>
                    <a:pt x="46" y="0"/>
                  </a:lnTo>
                  <a:close/>
                </a:path>
              </a:pathLst>
            </a:custGeom>
            <a:solidFill>
              <a:srgbClr val="AAAAAA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306" name="Google Shape;306;p1"/>
            <p:cNvSpPr/>
            <p:nvPr/>
          </p:nvSpPr>
          <p:spPr>
            <a:xfrm>
              <a:off x="4081" y="3323"/>
              <a:ext cx="38" cy="98"/>
            </a:xfrm>
            <a:custGeom>
              <a:avLst/>
              <a:gdLst/>
              <a:ahLst/>
              <a:cxnLst/>
              <a:rect l="l" t="t" r="r" b="b"/>
              <a:pathLst>
                <a:path w="44" h="167" extrusionOk="0">
                  <a:moveTo>
                    <a:pt x="44" y="0"/>
                  </a:moveTo>
                  <a:lnTo>
                    <a:pt x="36" y="2"/>
                  </a:lnTo>
                  <a:lnTo>
                    <a:pt x="31" y="7"/>
                  </a:lnTo>
                  <a:lnTo>
                    <a:pt x="25" y="16"/>
                  </a:lnTo>
                  <a:lnTo>
                    <a:pt x="20" y="26"/>
                  </a:lnTo>
                  <a:lnTo>
                    <a:pt x="15" y="40"/>
                  </a:lnTo>
                  <a:lnTo>
                    <a:pt x="11" y="57"/>
                  </a:lnTo>
                  <a:lnTo>
                    <a:pt x="7" y="77"/>
                  </a:lnTo>
                  <a:lnTo>
                    <a:pt x="4" y="97"/>
                  </a:lnTo>
                  <a:lnTo>
                    <a:pt x="2" y="120"/>
                  </a:lnTo>
                  <a:lnTo>
                    <a:pt x="0" y="142"/>
                  </a:lnTo>
                  <a:lnTo>
                    <a:pt x="0" y="167"/>
                  </a:lnTo>
                  <a:lnTo>
                    <a:pt x="2" y="167"/>
                  </a:lnTo>
                  <a:lnTo>
                    <a:pt x="2" y="142"/>
                  </a:lnTo>
                  <a:lnTo>
                    <a:pt x="2" y="122"/>
                  </a:lnTo>
                  <a:lnTo>
                    <a:pt x="6" y="99"/>
                  </a:lnTo>
                  <a:lnTo>
                    <a:pt x="7" y="80"/>
                  </a:lnTo>
                  <a:lnTo>
                    <a:pt x="11" y="61"/>
                  </a:lnTo>
                  <a:lnTo>
                    <a:pt x="16" y="45"/>
                  </a:lnTo>
                  <a:lnTo>
                    <a:pt x="20" y="31"/>
                  </a:lnTo>
                  <a:lnTo>
                    <a:pt x="25" y="19"/>
                  </a:lnTo>
                  <a:lnTo>
                    <a:pt x="31" y="12"/>
                  </a:lnTo>
                  <a:lnTo>
                    <a:pt x="36" y="7"/>
                  </a:lnTo>
                  <a:lnTo>
                    <a:pt x="44" y="5"/>
                  </a:lnTo>
                  <a:lnTo>
                    <a:pt x="44" y="0"/>
                  </a:lnTo>
                  <a:close/>
                </a:path>
              </a:pathLst>
            </a:custGeom>
            <a:solidFill>
              <a:srgbClr val="ACACAC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307" name="Google Shape;307;p1"/>
            <p:cNvSpPr/>
            <p:nvPr/>
          </p:nvSpPr>
          <p:spPr>
            <a:xfrm>
              <a:off x="4082" y="3325"/>
              <a:ext cx="37" cy="96"/>
            </a:xfrm>
            <a:custGeom>
              <a:avLst/>
              <a:gdLst/>
              <a:ahLst/>
              <a:cxnLst/>
              <a:rect l="l" t="t" r="r" b="b"/>
              <a:pathLst>
                <a:path w="42" h="162" extrusionOk="0">
                  <a:moveTo>
                    <a:pt x="42" y="0"/>
                  </a:moveTo>
                  <a:lnTo>
                    <a:pt x="34" y="2"/>
                  </a:lnTo>
                  <a:lnTo>
                    <a:pt x="29" y="7"/>
                  </a:lnTo>
                  <a:lnTo>
                    <a:pt x="23" y="14"/>
                  </a:lnTo>
                  <a:lnTo>
                    <a:pt x="18" y="26"/>
                  </a:lnTo>
                  <a:lnTo>
                    <a:pt x="14" y="40"/>
                  </a:lnTo>
                  <a:lnTo>
                    <a:pt x="9" y="56"/>
                  </a:lnTo>
                  <a:lnTo>
                    <a:pt x="5" y="75"/>
                  </a:lnTo>
                  <a:lnTo>
                    <a:pt x="4" y="94"/>
                  </a:lnTo>
                  <a:lnTo>
                    <a:pt x="0" y="117"/>
                  </a:lnTo>
                  <a:lnTo>
                    <a:pt x="0" y="137"/>
                  </a:lnTo>
                  <a:lnTo>
                    <a:pt x="0" y="162"/>
                  </a:lnTo>
                  <a:lnTo>
                    <a:pt x="0" y="162"/>
                  </a:lnTo>
                  <a:lnTo>
                    <a:pt x="2" y="139"/>
                  </a:lnTo>
                  <a:lnTo>
                    <a:pt x="2" y="117"/>
                  </a:lnTo>
                  <a:lnTo>
                    <a:pt x="4" y="96"/>
                  </a:lnTo>
                  <a:lnTo>
                    <a:pt x="7" y="77"/>
                  </a:lnTo>
                  <a:lnTo>
                    <a:pt x="11" y="59"/>
                  </a:lnTo>
                  <a:lnTo>
                    <a:pt x="14" y="44"/>
                  </a:lnTo>
                  <a:lnTo>
                    <a:pt x="20" y="30"/>
                  </a:lnTo>
                  <a:lnTo>
                    <a:pt x="23" y="20"/>
                  </a:lnTo>
                  <a:lnTo>
                    <a:pt x="29" y="13"/>
                  </a:lnTo>
                  <a:lnTo>
                    <a:pt x="36" y="7"/>
                  </a:lnTo>
                  <a:lnTo>
                    <a:pt x="42" y="6"/>
                  </a:lnTo>
                  <a:lnTo>
                    <a:pt x="42" y="0"/>
                  </a:lnTo>
                  <a:close/>
                </a:path>
              </a:pathLst>
            </a:custGeom>
            <a:solidFill>
              <a:srgbClr val="AFAFAF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308" name="Google Shape;308;p1"/>
            <p:cNvSpPr/>
            <p:nvPr/>
          </p:nvSpPr>
          <p:spPr>
            <a:xfrm>
              <a:off x="4082" y="3329"/>
              <a:ext cx="37" cy="92"/>
            </a:xfrm>
            <a:custGeom>
              <a:avLst/>
              <a:gdLst/>
              <a:ahLst/>
              <a:cxnLst/>
              <a:rect l="l" t="t" r="r" b="b"/>
              <a:pathLst>
                <a:path w="42" h="156" extrusionOk="0">
                  <a:moveTo>
                    <a:pt x="42" y="0"/>
                  </a:moveTo>
                  <a:lnTo>
                    <a:pt x="36" y="1"/>
                  </a:lnTo>
                  <a:lnTo>
                    <a:pt x="29" y="7"/>
                  </a:lnTo>
                  <a:lnTo>
                    <a:pt x="23" y="14"/>
                  </a:lnTo>
                  <a:lnTo>
                    <a:pt x="20" y="24"/>
                  </a:lnTo>
                  <a:lnTo>
                    <a:pt x="14" y="38"/>
                  </a:lnTo>
                  <a:lnTo>
                    <a:pt x="11" y="53"/>
                  </a:lnTo>
                  <a:lnTo>
                    <a:pt x="7" y="71"/>
                  </a:lnTo>
                  <a:lnTo>
                    <a:pt x="4" y="90"/>
                  </a:lnTo>
                  <a:lnTo>
                    <a:pt x="2" y="111"/>
                  </a:lnTo>
                  <a:lnTo>
                    <a:pt x="2" y="133"/>
                  </a:lnTo>
                  <a:lnTo>
                    <a:pt x="0" y="156"/>
                  </a:lnTo>
                  <a:lnTo>
                    <a:pt x="2" y="156"/>
                  </a:lnTo>
                  <a:lnTo>
                    <a:pt x="2" y="133"/>
                  </a:lnTo>
                  <a:lnTo>
                    <a:pt x="4" y="112"/>
                  </a:lnTo>
                  <a:lnTo>
                    <a:pt x="5" y="93"/>
                  </a:lnTo>
                  <a:lnTo>
                    <a:pt x="7" y="74"/>
                  </a:lnTo>
                  <a:lnTo>
                    <a:pt x="11" y="57"/>
                  </a:lnTo>
                  <a:lnTo>
                    <a:pt x="16" y="41"/>
                  </a:lnTo>
                  <a:lnTo>
                    <a:pt x="20" y="29"/>
                  </a:lnTo>
                  <a:lnTo>
                    <a:pt x="25" y="19"/>
                  </a:lnTo>
                  <a:lnTo>
                    <a:pt x="31" y="10"/>
                  </a:lnTo>
                  <a:lnTo>
                    <a:pt x="36" y="7"/>
                  </a:lnTo>
                  <a:lnTo>
                    <a:pt x="42" y="5"/>
                  </a:lnTo>
                  <a:lnTo>
                    <a:pt x="42" y="0"/>
                  </a:lnTo>
                  <a:close/>
                </a:path>
              </a:pathLst>
            </a:custGeom>
            <a:solidFill>
              <a:srgbClr val="B1B1B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309" name="Google Shape;309;p1"/>
            <p:cNvSpPr/>
            <p:nvPr/>
          </p:nvSpPr>
          <p:spPr>
            <a:xfrm>
              <a:off x="4084" y="3331"/>
              <a:ext cx="35" cy="90"/>
            </a:xfrm>
            <a:custGeom>
              <a:avLst/>
              <a:gdLst/>
              <a:ahLst/>
              <a:cxnLst/>
              <a:rect l="l" t="t" r="r" b="b"/>
              <a:pathLst>
                <a:path w="40" h="151" extrusionOk="0">
                  <a:moveTo>
                    <a:pt x="40" y="0"/>
                  </a:moveTo>
                  <a:lnTo>
                    <a:pt x="34" y="2"/>
                  </a:lnTo>
                  <a:lnTo>
                    <a:pt x="29" y="5"/>
                  </a:lnTo>
                  <a:lnTo>
                    <a:pt x="23" y="14"/>
                  </a:lnTo>
                  <a:lnTo>
                    <a:pt x="18" y="24"/>
                  </a:lnTo>
                  <a:lnTo>
                    <a:pt x="14" y="36"/>
                  </a:lnTo>
                  <a:lnTo>
                    <a:pt x="9" y="52"/>
                  </a:lnTo>
                  <a:lnTo>
                    <a:pt x="5" y="69"/>
                  </a:lnTo>
                  <a:lnTo>
                    <a:pt x="3" y="88"/>
                  </a:lnTo>
                  <a:lnTo>
                    <a:pt x="2" y="107"/>
                  </a:lnTo>
                  <a:lnTo>
                    <a:pt x="0" y="128"/>
                  </a:lnTo>
                  <a:lnTo>
                    <a:pt x="0" y="151"/>
                  </a:lnTo>
                  <a:lnTo>
                    <a:pt x="2" y="151"/>
                  </a:lnTo>
                  <a:lnTo>
                    <a:pt x="2" y="130"/>
                  </a:lnTo>
                  <a:lnTo>
                    <a:pt x="3" y="109"/>
                  </a:lnTo>
                  <a:lnTo>
                    <a:pt x="5" y="90"/>
                  </a:lnTo>
                  <a:lnTo>
                    <a:pt x="7" y="71"/>
                  </a:lnTo>
                  <a:lnTo>
                    <a:pt x="11" y="55"/>
                  </a:lnTo>
                  <a:lnTo>
                    <a:pt x="14" y="40"/>
                  </a:lnTo>
                  <a:lnTo>
                    <a:pt x="18" y="28"/>
                  </a:lnTo>
                  <a:lnTo>
                    <a:pt x="23" y="17"/>
                  </a:lnTo>
                  <a:lnTo>
                    <a:pt x="29" y="10"/>
                  </a:lnTo>
                  <a:lnTo>
                    <a:pt x="34" y="7"/>
                  </a:lnTo>
                  <a:lnTo>
                    <a:pt x="40" y="5"/>
                  </a:lnTo>
                  <a:lnTo>
                    <a:pt x="40" y="0"/>
                  </a:lnTo>
                  <a:close/>
                </a:path>
              </a:pathLst>
            </a:custGeom>
            <a:solidFill>
              <a:srgbClr val="B4B4B4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310" name="Google Shape;310;p1"/>
            <p:cNvSpPr/>
            <p:nvPr/>
          </p:nvSpPr>
          <p:spPr>
            <a:xfrm>
              <a:off x="4086" y="3335"/>
              <a:ext cx="33" cy="86"/>
            </a:xfrm>
            <a:custGeom>
              <a:avLst/>
              <a:gdLst/>
              <a:ahLst/>
              <a:cxnLst/>
              <a:rect l="l" t="t" r="r" b="b"/>
              <a:pathLst>
                <a:path w="38" h="146" extrusionOk="0">
                  <a:moveTo>
                    <a:pt x="38" y="0"/>
                  </a:moveTo>
                  <a:lnTo>
                    <a:pt x="32" y="2"/>
                  </a:lnTo>
                  <a:lnTo>
                    <a:pt x="27" y="5"/>
                  </a:lnTo>
                  <a:lnTo>
                    <a:pt x="21" y="12"/>
                  </a:lnTo>
                  <a:lnTo>
                    <a:pt x="16" y="23"/>
                  </a:lnTo>
                  <a:lnTo>
                    <a:pt x="12" y="35"/>
                  </a:lnTo>
                  <a:lnTo>
                    <a:pt x="9" y="50"/>
                  </a:lnTo>
                  <a:lnTo>
                    <a:pt x="5" y="66"/>
                  </a:lnTo>
                  <a:lnTo>
                    <a:pt x="3" y="85"/>
                  </a:lnTo>
                  <a:lnTo>
                    <a:pt x="1" y="104"/>
                  </a:lnTo>
                  <a:lnTo>
                    <a:pt x="0" y="125"/>
                  </a:lnTo>
                  <a:lnTo>
                    <a:pt x="0" y="146"/>
                  </a:lnTo>
                  <a:lnTo>
                    <a:pt x="1" y="146"/>
                  </a:lnTo>
                  <a:lnTo>
                    <a:pt x="1" y="123"/>
                  </a:lnTo>
                  <a:lnTo>
                    <a:pt x="3" y="102"/>
                  </a:lnTo>
                  <a:lnTo>
                    <a:pt x="5" y="82"/>
                  </a:lnTo>
                  <a:lnTo>
                    <a:pt x="7" y="63"/>
                  </a:lnTo>
                  <a:lnTo>
                    <a:pt x="10" y="47"/>
                  </a:lnTo>
                  <a:lnTo>
                    <a:pt x="16" y="31"/>
                  </a:lnTo>
                  <a:lnTo>
                    <a:pt x="21" y="21"/>
                  </a:lnTo>
                  <a:lnTo>
                    <a:pt x="25" y="12"/>
                  </a:lnTo>
                  <a:lnTo>
                    <a:pt x="32" y="7"/>
                  </a:lnTo>
                  <a:lnTo>
                    <a:pt x="38" y="5"/>
                  </a:lnTo>
                  <a:lnTo>
                    <a:pt x="38" y="0"/>
                  </a:lnTo>
                  <a:close/>
                </a:path>
              </a:pathLst>
            </a:custGeom>
            <a:solidFill>
              <a:srgbClr val="B7B7B7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311" name="Google Shape;311;p1"/>
            <p:cNvSpPr/>
            <p:nvPr/>
          </p:nvSpPr>
          <p:spPr>
            <a:xfrm>
              <a:off x="4088" y="3338"/>
              <a:ext cx="31" cy="83"/>
            </a:xfrm>
            <a:custGeom>
              <a:avLst/>
              <a:gdLst/>
              <a:ahLst/>
              <a:cxnLst/>
              <a:rect l="l" t="t" r="r" b="b"/>
              <a:pathLst>
                <a:path w="37" h="141" extrusionOk="0">
                  <a:moveTo>
                    <a:pt x="37" y="0"/>
                  </a:moveTo>
                  <a:lnTo>
                    <a:pt x="31" y="2"/>
                  </a:lnTo>
                  <a:lnTo>
                    <a:pt x="24" y="7"/>
                  </a:lnTo>
                  <a:lnTo>
                    <a:pt x="20" y="16"/>
                  </a:lnTo>
                  <a:lnTo>
                    <a:pt x="15" y="26"/>
                  </a:lnTo>
                  <a:lnTo>
                    <a:pt x="9" y="42"/>
                  </a:lnTo>
                  <a:lnTo>
                    <a:pt x="6" y="58"/>
                  </a:lnTo>
                  <a:lnTo>
                    <a:pt x="4" y="77"/>
                  </a:lnTo>
                  <a:lnTo>
                    <a:pt x="2" y="97"/>
                  </a:lnTo>
                  <a:lnTo>
                    <a:pt x="0" y="118"/>
                  </a:lnTo>
                  <a:lnTo>
                    <a:pt x="0" y="141"/>
                  </a:lnTo>
                  <a:lnTo>
                    <a:pt x="0" y="141"/>
                  </a:lnTo>
                  <a:lnTo>
                    <a:pt x="2" y="118"/>
                  </a:lnTo>
                  <a:lnTo>
                    <a:pt x="2" y="99"/>
                  </a:lnTo>
                  <a:lnTo>
                    <a:pt x="4" y="78"/>
                  </a:lnTo>
                  <a:lnTo>
                    <a:pt x="8" y="61"/>
                  </a:lnTo>
                  <a:lnTo>
                    <a:pt x="11" y="45"/>
                  </a:lnTo>
                  <a:lnTo>
                    <a:pt x="15" y="31"/>
                  </a:lnTo>
                  <a:lnTo>
                    <a:pt x="20" y="19"/>
                  </a:lnTo>
                  <a:lnTo>
                    <a:pt x="26" y="12"/>
                  </a:lnTo>
                  <a:lnTo>
                    <a:pt x="31" y="7"/>
                  </a:lnTo>
                  <a:lnTo>
                    <a:pt x="37" y="5"/>
                  </a:lnTo>
                  <a:lnTo>
                    <a:pt x="37" y="0"/>
                  </a:lnTo>
                  <a:close/>
                </a:path>
              </a:pathLst>
            </a:custGeom>
            <a:solidFill>
              <a:srgbClr val="BABABA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312" name="Google Shape;312;p1"/>
            <p:cNvSpPr/>
            <p:nvPr/>
          </p:nvSpPr>
          <p:spPr>
            <a:xfrm>
              <a:off x="4088" y="3340"/>
              <a:ext cx="31" cy="81"/>
            </a:xfrm>
            <a:custGeom>
              <a:avLst/>
              <a:gdLst/>
              <a:ahLst/>
              <a:cxnLst/>
              <a:rect l="l" t="t" r="r" b="b"/>
              <a:pathLst>
                <a:path w="37" h="136" extrusionOk="0">
                  <a:moveTo>
                    <a:pt x="37" y="0"/>
                  </a:moveTo>
                  <a:lnTo>
                    <a:pt x="31" y="2"/>
                  </a:lnTo>
                  <a:lnTo>
                    <a:pt x="26" y="7"/>
                  </a:lnTo>
                  <a:lnTo>
                    <a:pt x="20" y="14"/>
                  </a:lnTo>
                  <a:lnTo>
                    <a:pt x="15" y="26"/>
                  </a:lnTo>
                  <a:lnTo>
                    <a:pt x="11" y="40"/>
                  </a:lnTo>
                  <a:lnTo>
                    <a:pt x="8" y="56"/>
                  </a:lnTo>
                  <a:lnTo>
                    <a:pt x="4" y="73"/>
                  </a:lnTo>
                  <a:lnTo>
                    <a:pt x="2" y="94"/>
                  </a:lnTo>
                  <a:lnTo>
                    <a:pt x="2" y="113"/>
                  </a:lnTo>
                  <a:lnTo>
                    <a:pt x="0" y="136"/>
                  </a:lnTo>
                  <a:lnTo>
                    <a:pt x="2" y="136"/>
                  </a:lnTo>
                  <a:lnTo>
                    <a:pt x="2" y="115"/>
                  </a:lnTo>
                  <a:lnTo>
                    <a:pt x="4" y="96"/>
                  </a:lnTo>
                  <a:lnTo>
                    <a:pt x="6" y="77"/>
                  </a:lnTo>
                  <a:lnTo>
                    <a:pt x="9" y="59"/>
                  </a:lnTo>
                  <a:lnTo>
                    <a:pt x="13" y="44"/>
                  </a:lnTo>
                  <a:lnTo>
                    <a:pt x="17" y="30"/>
                  </a:lnTo>
                  <a:lnTo>
                    <a:pt x="20" y="20"/>
                  </a:lnTo>
                  <a:lnTo>
                    <a:pt x="26" y="13"/>
                  </a:lnTo>
                  <a:lnTo>
                    <a:pt x="31" y="7"/>
                  </a:lnTo>
                  <a:lnTo>
                    <a:pt x="37" y="6"/>
                  </a:lnTo>
                  <a:lnTo>
                    <a:pt x="37" y="0"/>
                  </a:lnTo>
                  <a:close/>
                </a:path>
              </a:pathLst>
            </a:custGeom>
            <a:solidFill>
              <a:srgbClr val="BDBDBD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313" name="Google Shape;313;p1"/>
            <p:cNvSpPr/>
            <p:nvPr/>
          </p:nvSpPr>
          <p:spPr>
            <a:xfrm>
              <a:off x="4089" y="3344"/>
              <a:ext cx="30" cy="77"/>
            </a:xfrm>
            <a:custGeom>
              <a:avLst/>
              <a:gdLst/>
              <a:ahLst/>
              <a:cxnLst/>
              <a:rect l="l" t="t" r="r" b="b"/>
              <a:pathLst>
                <a:path w="35" h="130" extrusionOk="0">
                  <a:moveTo>
                    <a:pt x="35" y="0"/>
                  </a:moveTo>
                  <a:lnTo>
                    <a:pt x="29" y="1"/>
                  </a:lnTo>
                  <a:lnTo>
                    <a:pt x="24" y="7"/>
                  </a:lnTo>
                  <a:lnTo>
                    <a:pt x="18" y="14"/>
                  </a:lnTo>
                  <a:lnTo>
                    <a:pt x="15" y="24"/>
                  </a:lnTo>
                  <a:lnTo>
                    <a:pt x="11" y="38"/>
                  </a:lnTo>
                  <a:lnTo>
                    <a:pt x="7" y="53"/>
                  </a:lnTo>
                  <a:lnTo>
                    <a:pt x="4" y="71"/>
                  </a:lnTo>
                  <a:lnTo>
                    <a:pt x="2" y="90"/>
                  </a:lnTo>
                  <a:lnTo>
                    <a:pt x="0" y="109"/>
                  </a:lnTo>
                  <a:lnTo>
                    <a:pt x="0" y="130"/>
                  </a:lnTo>
                  <a:lnTo>
                    <a:pt x="2" y="130"/>
                  </a:lnTo>
                  <a:lnTo>
                    <a:pt x="2" y="109"/>
                  </a:lnTo>
                  <a:lnTo>
                    <a:pt x="4" y="90"/>
                  </a:lnTo>
                  <a:lnTo>
                    <a:pt x="6" y="73"/>
                  </a:lnTo>
                  <a:lnTo>
                    <a:pt x="7" y="55"/>
                  </a:lnTo>
                  <a:lnTo>
                    <a:pt x="11" y="41"/>
                  </a:lnTo>
                  <a:lnTo>
                    <a:pt x="15" y="29"/>
                  </a:lnTo>
                  <a:lnTo>
                    <a:pt x="20" y="19"/>
                  </a:lnTo>
                  <a:lnTo>
                    <a:pt x="24" y="10"/>
                  </a:lnTo>
                  <a:lnTo>
                    <a:pt x="29" y="7"/>
                  </a:lnTo>
                  <a:lnTo>
                    <a:pt x="35" y="5"/>
                  </a:lnTo>
                  <a:lnTo>
                    <a:pt x="35" y="0"/>
                  </a:lnTo>
                  <a:close/>
                </a:path>
              </a:pathLst>
            </a:custGeom>
            <a:solidFill>
              <a:srgbClr val="C0C0C0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314" name="Google Shape;314;p1"/>
            <p:cNvSpPr/>
            <p:nvPr/>
          </p:nvSpPr>
          <p:spPr>
            <a:xfrm>
              <a:off x="4091" y="3346"/>
              <a:ext cx="28" cy="75"/>
            </a:xfrm>
            <a:custGeom>
              <a:avLst/>
              <a:gdLst/>
              <a:ahLst/>
              <a:cxnLst/>
              <a:rect l="l" t="t" r="r" b="b"/>
              <a:pathLst>
                <a:path w="33" h="125" extrusionOk="0">
                  <a:moveTo>
                    <a:pt x="33" y="0"/>
                  </a:moveTo>
                  <a:lnTo>
                    <a:pt x="27" y="2"/>
                  </a:lnTo>
                  <a:lnTo>
                    <a:pt x="22" y="5"/>
                  </a:lnTo>
                  <a:lnTo>
                    <a:pt x="18" y="14"/>
                  </a:lnTo>
                  <a:lnTo>
                    <a:pt x="13" y="24"/>
                  </a:lnTo>
                  <a:lnTo>
                    <a:pt x="9" y="36"/>
                  </a:lnTo>
                  <a:lnTo>
                    <a:pt x="5" y="50"/>
                  </a:lnTo>
                  <a:lnTo>
                    <a:pt x="4" y="68"/>
                  </a:lnTo>
                  <a:lnTo>
                    <a:pt x="2" y="85"/>
                  </a:lnTo>
                  <a:lnTo>
                    <a:pt x="0" y="104"/>
                  </a:lnTo>
                  <a:lnTo>
                    <a:pt x="0" y="125"/>
                  </a:lnTo>
                  <a:lnTo>
                    <a:pt x="2" y="125"/>
                  </a:lnTo>
                  <a:lnTo>
                    <a:pt x="2" y="106"/>
                  </a:lnTo>
                  <a:lnTo>
                    <a:pt x="2" y="87"/>
                  </a:lnTo>
                  <a:lnTo>
                    <a:pt x="4" y="69"/>
                  </a:lnTo>
                  <a:lnTo>
                    <a:pt x="7" y="54"/>
                  </a:lnTo>
                  <a:lnTo>
                    <a:pt x="11" y="40"/>
                  </a:lnTo>
                  <a:lnTo>
                    <a:pt x="14" y="28"/>
                  </a:lnTo>
                  <a:lnTo>
                    <a:pt x="18" y="17"/>
                  </a:lnTo>
                  <a:lnTo>
                    <a:pt x="22" y="10"/>
                  </a:lnTo>
                  <a:lnTo>
                    <a:pt x="27" y="7"/>
                  </a:lnTo>
                  <a:lnTo>
                    <a:pt x="33" y="5"/>
                  </a:lnTo>
                  <a:lnTo>
                    <a:pt x="33" y="0"/>
                  </a:lnTo>
                  <a:close/>
                </a:path>
              </a:pathLst>
            </a:custGeom>
            <a:solidFill>
              <a:srgbClr val="C3C3C3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315" name="Google Shape;315;p1"/>
            <p:cNvSpPr/>
            <p:nvPr/>
          </p:nvSpPr>
          <p:spPr>
            <a:xfrm>
              <a:off x="4091" y="3350"/>
              <a:ext cx="28" cy="71"/>
            </a:xfrm>
            <a:custGeom>
              <a:avLst/>
              <a:gdLst/>
              <a:ahLst/>
              <a:cxnLst/>
              <a:rect l="l" t="t" r="r" b="b"/>
              <a:pathLst>
                <a:path w="31" h="120" extrusionOk="0">
                  <a:moveTo>
                    <a:pt x="31" y="0"/>
                  </a:moveTo>
                  <a:lnTo>
                    <a:pt x="25" y="2"/>
                  </a:lnTo>
                  <a:lnTo>
                    <a:pt x="20" y="5"/>
                  </a:lnTo>
                  <a:lnTo>
                    <a:pt x="16" y="12"/>
                  </a:lnTo>
                  <a:lnTo>
                    <a:pt x="12" y="23"/>
                  </a:lnTo>
                  <a:lnTo>
                    <a:pt x="9" y="35"/>
                  </a:lnTo>
                  <a:lnTo>
                    <a:pt x="5" y="49"/>
                  </a:lnTo>
                  <a:lnTo>
                    <a:pt x="2" y="64"/>
                  </a:lnTo>
                  <a:lnTo>
                    <a:pt x="0" y="82"/>
                  </a:lnTo>
                  <a:lnTo>
                    <a:pt x="0" y="101"/>
                  </a:lnTo>
                  <a:lnTo>
                    <a:pt x="0" y="120"/>
                  </a:lnTo>
                  <a:lnTo>
                    <a:pt x="0" y="120"/>
                  </a:lnTo>
                  <a:lnTo>
                    <a:pt x="0" y="101"/>
                  </a:lnTo>
                  <a:lnTo>
                    <a:pt x="2" y="83"/>
                  </a:lnTo>
                  <a:lnTo>
                    <a:pt x="3" y="68"/>
                  </a:lnTo>
                  <a:lnTo>
                    <a:pt x="5" y="52"/>
                  </a:lnTo>
                  <a:lnTo>
                    <a:pt x="9" y="38"/>
                  </a:lnTo>
                  <a:lnTo>
                    <a:pt x="12" y="26"/>
                  </a:lnTo>
                  <a:lnTo>
                    <a:pt x="16" y="17"/>
                  </a:lnTo>
                  <a:lnTo>
                    <a:pt x="22" y="10"/>
                  </a:lnTo>
                  <a:lnTo>
                    <a:pt x="25" y="7"/>
                  </a:lnTo>
                  <a:lnTo>
                    <a:pt x="31" y="5"/>
                  </a:lnTo>
                  <a:lnTo>
                    <a:pt x="31" y="0"/>
                  </a:lnTo>
                  <a:close/>
                </a:path>
              </a:pathLst>
            </a:custGeom>
            <a:solidFill>
              <a:srgbClr val="C7C7C7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316" name="Google Shape;316;p1"/>
            <p:cNvSpPr/>
            <p:nvPr/>
          </p:nvSpPr>
          <p:spPr>
            <a:xfrm>
              <a:off x="4091" y="3354"/>
              <a:ext cx="28" cy="67"/>
            </a:xfrm>
            <a:custGeom>
              <a:avLst/>
              <a:gdLst/>
              <a:ahLst/>
              <a:cxnLst/>
              <a:rect l="l" t="t" r="r" b="b"/>
              <a:pathLst>
                <a:path w="31" h="115" extrusionOk="0">
                  <a:moveTo>
                    <a:pt x="31" y="0"/>
                  </a:moveTo>
                  <a:lnTo>
                    <a:pt x="25" y="2"/>
                  </a:lnTo>
                  <a:lnTo>
                    <a:pt x="22" y="5"/>
                  </a:lnTo>
                  <a:lnTo>
                    <a:pt x="16" y="12"/>
                  </a:lnTo>
                  <a:lnTo>
                    <a:pt x="12" y="21"/>
                  </a:lnTo>
                  <a:lnTo>
                    <a:pt x="9" y="33"/>
                  </a:lnTo>
                  <a:lnTo>
                    <a:pt x="5" y="47"/>
                  </a:lnTo>
                  <a:lnTo>
                    <a:pt x="3" y="63"/>
                  </a:lnTo>
                  <a:lnTo>
                    <a:pt x="2" y="78"/>
                  </a:lnTo>
                  <a:lnTo>
                    <a:pt x="0" y="96"/>
                  </a:lnTo>
                  <a:lnTo>
                    <a:pt x="0" y="115"/>
                  </a:lnTo>
                  <a:lnTo>
                    <a:pt x="2" y="115"/>
                  </a:lnTo>
                  <a:lnTo>
                    <a:pt x="2" y="96"/>
                  </a:lnTo>
                  <a:lnTo>
                    <a:pt x="3" y="77"/>
                  </a:lnTo>
                  <a:lnTo>
                    <a:pt x="5" y="59"/>
                  </a:lnTo>
                  <a:lnTo>
                    <a:pt x="9" y="44"/>
                  </a:lnTo>
                  <a:lnTo>
                    <a:pt x="12" y="32"/>
                  </a:lnTo>
                  <a:lnTo>
                    <a:pt x="16" y="19"/>
                  </a:lnTo>
                  <a:lnTo>
                    <a:pt x="20" y="12"/>
                  </a:lnTo>
                  <a:lnTo>
                    <a:pt x="25" y="7"/>
                  </a:lnTo>
                  <a:lnTo>
                    <a:pt x="31" y="5"/>
                  </a:lnTo>
                  <a:lnTo>
                    <a:pt x="31" y="0"/>
                  </a:lnTo>
                  <a:close/>
                </a:path>
              </a:pathLst>
            </a:custGeom>
            <a:solidFill>
              <a:srgbClr val="CACACA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317" name="Google Shape;317;p1"/>
            <p:cNvSpPr/>
            <p:nvPr/>
          </p:nvSpPr>
          <p:spPr>
            <a:xfrm>
              <a:off x="4093" y="3356"/>
              <a:ext cx="26" cy="65"/>
            </a:xfrm>
            <a:custGeom>
              <a:avLst/>
              <a:gdLst/>
              <a:ahLst/>
              <a:cxnLst/>
              <a:rect l="l" t="t" r="r" b="b"/>
              <a:pathLst>
                <a:path w="29" h="110" extrusionOk="0">
                  <a:moveTo>
                    <a:pt x="29" y="0"/>
                  </a:moveTo>
                  <a:lnTo>
                    <a:pt x="23" y="2"/>
                  </a:lnTo>
                  <a:lnTo>
                    <a:pt x="18" y="7"/>
                  </a:lnTo>
                  <a:lnTo>
                    <a:pt x="14" y="14"/>
                  </a:lnTo>
                  <a:lnTo>
                    <a:pt x="10" y="27"/>
                  </a:lnTo>
                  <a:lnTo>
                    <a:pt x="7" y="39"/>
                  </a:lnTo>
                  <a:lnTo>
                    <a:pt x="3" y="54"/>
                  </a:lnTo>
                  <a:lnTo>
                    <a:pt x="1" y="72"/>
                  </a:lnTo>
                  <a:lnTo>
                    <a:pt x="0" y="91"/>
                  </a:lnTo>
                  <a:lnTo>
                    <a:pt x="0" y="110"/>
                  </a:lnTo>
                  <a:lnTo>
                    <a:pt x="1" y="110"/>
                  </a:lnTo>
                  <a:lnTo>
                    <a:pt x="1" y="91"/>
                  </a:lnTo>
                  <a:lnTo>
                    <a:pt x="3" y="73"/>
                  </a:lnTo>
                  <a:lnTo>
                    <a:pt x="5" y="58"/>
                  </a:lnTo>
                  <a:lnTo>
                    <a:pt x="7" y="42"/>
                  </a:lnTo>
                  <a:lnTo>
                    <a:pt x="10" y="30"/>
                  </a:lnTo>
                  <a:lnTo>
                    <a:pt x="14" y="20"/>
                  </a:lnTo>
                  <a:lnTo>
                    <a:pt x="20" y="11"/>
                  </a:lnTo>
                  <a:lnTo>
                    <a:pt x="23" y="7"/>
                  </a:lnTo>
                  <a:lnTo>
                    <a:pt x="29" y="6"/>
                  </a:lnTo>
                  <a:lnTo>
                    <a:pt x="29" y="0"/>
                  </a:lnTo>
                  <a:close/>
                </a:path>
              </a:pathLst>
            </a:custGeom>
            <a:solidFill>
              <a:srgbClr val="CDCDCD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318" name="Google Shape;318;p1"/>
            <p:cNvSpPr/>
            <p:nvPr/>
          </p:nvSpPr>
          <p:spPr>
            <a:xfrm>
              <a:off x="4095" y="3360"/>
              <a:ext cx="24" cy="61"/>
            </a:xfrm>
            <a:custGeom>
              <a:avLst/>
              <a:gdLst/>
              <a:ahLst/>
              <a:cxnLst/>
              <a:rect l="l" t="t" r="r" b="b"/>
              <a:pathLst>
                <a:path w="28" h="104" extrusionOk="0">
                  <a:moveTo>
                    <a:pt x="28" y="0"/>
                  </a:moveTo>
                  <a:lnTo>
                    <a:pt x="22" y="1"/>
                  </a:lnTo>
                  <a:lnTo>
                    <a:pt x="19" y="5"/>
                  </a:lnTo>
                  <a:lnTo>
                    <a:pt x="13" y="14"/>
                  </a:lnTo>
                  <a:lnTo>
                    <a:pt x="9" y="24"/>
                  </a:lnTo>
                  <a:lnTo>
                    <a:pt x="6" y="36"/>
                  </a:lnTo>
                  <a:lnTo>
                    <a:pt x="4" y="52"/>
                  </a:lnTo>
                  <a:lnTo>
                    <a:pt x="2" y="67"/>
                  </a:lnTo>
                  <a:lnTo>
                    <a:pt x="0" y="85"/>
                  </a:lnTo>
                  <a:lnTo>
                    <a:pt x="0" y="104"/>
                  </a:lnTo>
                  <a:lnTo>
                    <a:pt x="2" y="104"/>
                  </a:lnTo>
                  <a:lnTo>
                    <a:pt x="2" y="86"/>
                  </a:lnTo>
                  <a:lnTo>
                    <a:pt x="2" y="69"/>
                  </a:lnTo>
                  <a:lnTo>
                    <a:pt x="4" y="53"/>
                  </a:lnTo>
                  <a:lnTo>
                    <a:pt x="8" y="40"/>
                  </a:lnTo>
                  <a:lnTo>
                    <a:pt x="11" y="27"/>
                  </a:lnTo>
                  <a:lnTo>
                    <a:pt x="15" y="17"/>
                  </a:lnTo>
                  <a:lnTo>
                    <a:pt x="19" y="10"/>
                  </a:lnTo>
                  <a:lnTo>
                    <a:pt x="22" y="7"/>
                  </a:lnTo>
                  <a:lnTo>
                    <a:pt x="28" y="5"/>
                  </a:lnTo>
                  <a:lnTo>
                    <a:pt x="28" y="0"/>
                  </a:lnTo>
                  <a:close/>
                </a:path>
              </a:pathLst>
            </a:custGeom>
            <a:solidFill>
              <a:srgbClr val="CFCFCF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319" name="Google Shape;319;p1"/>
            <p:cNvSpPr/>
            <p:nvPr/>
          </p:nvSpPr>
          <p:spPr>
            <a:xfrm>
              <a:off x="4096" y="3362"/>
              <a:ext cx="23" cy="59"/>
            </a:xfrm>
            <a:custGeom>
              <a:avLst/>
              <a:gdLst/>
              <a:ahLst/>
              <a:cxnLst/>
              <a:rect l="l" t="t" r="r" b="b"/>
              <a:pathLst>
                <a:path w="26" h="99" extrusionOk="0">
                  <a:moveTo>
                    <a:pt x="26" y="0"/>
                  </a:moveTo>
                  <a:lnTo>
                    <a:pt x="20" y="2"/>
                  </a:lnTo>
                  <a:lnTo>
                    <a:pt x="17" y="5"/>
                  </a:lnTo>
                  <a:lnTo>
                    <a:pt x="13" y="12"/>
                  </a:lnTo>
                  <a:lnTo>
                    <a:pt x="9" y="22"/>
                  </a:lnTo>
                  <a:lnTo>
                    <a:pt x="6" y="35"/>
                  </a:lnTo>
                  <a:lnTo>
                    <a:pt x="2" y="48"/>
                  </a:lnTo>
                  <a:lnTo>
                    <a:pt x="0" y="64"/>
                  </a:lnTo>
                  <a:lnTo>
                    <a:pt x="0" y="81"/>
                  </a:lnTo>
                  <a:lnTo>
                    <a:pt x="0" y="99"/>
                  </a:lnTo>
                  <a:lnTo>
                    <a:pt x="0" y="99"/>
                  </a:lnTo>
                  <a:lnTo>
                    <a:pt x="0" y="81"/>
                  </a:lnTo>
                  <a:lnTo>
                    <a:pt x="2" y="66"/>
                  </a:lnTo>
                  <a:lnTo>
                    <a:pt x="4" y="52"/>
                  </a:lnTo>
                  <a:lnTo>
                    <a:pt x="6" y="38"/>
                  </a:lnTo>
                  <a:lnTo>
                    <a:pt x="9" y="26"/>
                  </a:lnTo>
                  <a:lnTo>
                    <a:pt x="13" y="17"/>
                  </a:lnTo>
                  <a:lnTo>
                    <a:pt x="17" y="10"/>
                  </a:lnTo>
                  <a:lnTo>
                    <a:pt x="20" y="7"/>
                  </a:lnTo>
                  <a:lnTo>
                    <a:pt x="26" y="5"/>
                  </a:lnTo>
                  <a:lnTo>
                    <a:pt x="26" y="0"/>
                  </a:lnTo>
                  <a:close/>
                </a:path>
              </a:pathLst>
            </a:custGeom>
            <a:solidFill>
              <a:srgbClr val="D2D2D2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320" name="Google Shape;320;p1"/>
            <p:cNvSpPr/>
            <p:nvPr/>
          </p:nvSpPr>
          <p:spPr>
            <a:xfrm>
              <a:off x="4096" y="3365"/>
              <a:ext cx="23" cy="56"/>
            </a:xfrm>
            <a:custGeom>
              <a:avLst/>
              <a:gdLst/>
              <a:ahLst/>
              <a:cxnLst/>
              <a:rect l="l" t="t" r="r" b="b"/>
              <a:pathLst>
                <a:path w="26" h="94" extrusionOk="0">
                  <a:moveTo>
                    <a:pt x="26" y="0"/>
                  </a:moveTo>
                  <a:lnTo>
                    <a:pt x="20" y="2"/>
                  </a:lnTo>
                  <a:lnTo>
                    <a:pt x="17" y="5"/>
                  </a:lnTo>
                  <a:lnTo>
                    <a:pt x="13" y="12"/>
                  </a:lnTo>
                  <a:lnTo>
                    <a:pt x="9" y="21"/>
                  </a:lnTo>
                  <a:lnTo>
                    <a:pt x="6" y="33"/>
                  </a:lnTo>
                  <a:lnTo>
                    <a:pt x="4" y="47"/>
                  </a:lnTo>
                  <a:lnTo>
                    <a:pt x="2" y="61"/>
                  </a:lnTo>
                  <a:lnTo>
                    <a:pt x="0" y="76"/>
                  </a:lnTo>
                  <a:lnTo>
                    <a:pt x="0" y="94"/>
                  </a:lnTo>
                  <a:lnTo>
                    <a:pt x="2" y="94"/>
                  </a:lnTo>
                  <a:lnTo>
                    <a:pt x="2" y="76"/>
                  </a:lnTo>
                  <a:lnTo>
                    <a:pt x="4" y="59"/>
                  </a:lnTo>
                  <a:lnTo>
                    <a:pt x="6" y="43"/>
                  </a:lnTo>
                  <a:lnTo>
                    <a:pt x="9" y="31"/>
                  </a:lnTo>
                  <a:lnTo>
                    <a:pt x="13" y="19"/>
                  </a:lnTo>
                  <a:lnTo>
                    <a:pt x="17" y="12"/>
                  </a:lnTo>
                  <a:lnTo>
                    <a:pt x="20" y="7"/>
                  </a:lnTo>
                  <a:lnTo>
                    <a:pt x="26" y="5"/>
                  </a:lnTo>
                  <a:lnTo>
                    <a:pt x="26" y="0"/>
                  </a:lnTo>
                  <a:close/>
                </a:path>
              </a:pathLst>
            </a:custGeom>
            <a:solidFill>
              <a:srgbClr val="D4D4D4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321" name="Google Shape;321;p1"/>
            <p:cNvSpPr/>
            <p:nvPr/>
          </p:nvSpPr>
          <p:spPr>
            <a:xfrm>
              <a:off x="4098" y="3369"/>
              <a:ext cx="21" cy="52"/>
            </a:xfrm>
            <a:custGeom>
              <a:avLst/>
              <a:gdLst/>
              <a:ahLst/>
              <a:cxnLst/>
              <a:rect l="l" t="t" r="r" b="b"/>
              <a:pathLst>
                <a:path w="24" h="89" extrusionOk="0">
                  <a:moveTo>
                    <a:pt x="24" y="0"/>
                  </a:moveTo>
                  <a:lnTo>
                    <a:pt x="18" y="2"/>
                  </a:lnTo>
                  <a:lnTo>
                    <a:pt x="15" y="7"/>
                  </a:lnTo>
                  <a:lnTo>
                    <a:pt x="11" y="14"/>
                  </a:lnTo>
                  <a:lnTo>
                    <a:pt x="7" y="26"/>
                  </a:lnTo>
                  <a:lnTo>
                    <a:pt x="4" y="38"/>
                  </a:lnTo>
                  <a:lnTo>
                    <a:pt x="2" y="54"/>
                  </a:lnTo>
                  <a:lnTo>
                    <a:pt x="0" y="71"/>
                  </a:lnTo>
                  <a:lnTo>
                    <a:pt x="0" y="89"/>
                  </a:lnTo>
                  <a:lnTo>
                    <a:pt x="2" y="89"/>
                  </a:lnTo>
                  <a:lnTo>
                    <a:pt x="2" y="71"/>
                  </a:lnTo>
                  <a:lnTo>
                    <a:pt x="4" y="56"/>
                  </a:lnTo>
                  <a:lnTo>
                    <a:pt x="5" y="42"/>
                  </a:lnTo>
                  <a:lnTo>
                    <a:pt x="7" y="30"/>
                  </a:lnTo>
                  <a:lnTo>
                    <a:pt x="11" y="19"/>
                  </a:lnTo>
                  <a:lnTo>
                    <a:pt x="15" y="11"/>
                  </a:lnTo>
                  <a:lnTo>
                    <a:pt x="18" y="7"/>
                  </a:lnTo>
                  <a:lnTo>
                    <a:pt x="24" y="6"/>
                  </a:lnTo>
                  <a:lnTo>
                    <a:pt x="24" y="0"/>
                  </a:lnTo>
                  <a:close/>
                </a:path>
              </a:pathLst>
            </a:custGeom>
            <a:solidFill>
              <a:srgbClr val="D6D6D6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322" name="Google Shape;322;p1"/>
            <p:cNvSpPr/>
            <p:nvPr/>
          </p:nvSpPr>
          <p:spPr>
            <a:xfrm>
              <a:off x="4100" y="3371"/>
              <a:ext cx="19" cy="50"/>
            </a:xfrm>
            <a:custGeom>
              <a:avLst/>
              <a:gdLst/>
              <a:ahLst/>
              <a:cxnLst/>
              <a:rect l="l" t="t" r="r" b="b"/>
              <a:pathLst>
                <a:path w="22" h="83" extrusionOk="0">
                  <a:moveTo>
                    <a:pt x="22" y="0"/>
                  </a:moveTo>
                  <a:lnTo>
                    <a:pt x="16" y="1"/>
                  </a:lnTo>
                  <a:lnTo>
                    <a:pt x="13" y="5"/>
                  </a:lnTo>
                  <a:lnTo>
                    <a:pt x="9" y="13"/>
                  </a:lnTo>
                  <a:lnTo>
                    <a:pt x="5" y="24"/>
                  </a:lnTo>
                  <a:lnTo>
                    <a:pt x="3" y="36"/>
                  </a:lnTo>
                  <a:lnTo>
                    <a:pt x="2" y="50"/>
                  </a:lnTo>
                  <a:lnTo>
                    <a:pt x="0" y="65"/>
                  </a:lnTo>
                  <a:lnTo>
                    <a:pt x="0" y="83"/>
                  </a:lnTo>
                  <a:lnTo>
                    <a:pt x="2" y="83"/>
                  </a:lnTo>
                  <a:lnTo>
                    <a:pt x="2" y="67"/>
                  </a:lnTo>
                  <a:lnTo>
                    <a:pt x="2" y="52"/>
                  </a:lnTo>
                  <a:lnTo>
                    <a:pt x="3" y="39"/>
                  </a:lnTo>
                  <a:lnTo>
                    <a:pt x="7" y="27"/>
                  </a:lnTo>
                  <a:lnTo>
                    <a:pt x="11" y="17"/>
                  </a:lnTo>
                  <a:lnTo>
                    <a:pt x="13" y="10"/>
                  </a:lnTo>
                  <a:lnTo>
                    <a:pt x="18" y="6"/>
                  </a:lnTo>
                  <a:lnTo>
                    <a:pt x="22" y="5"/>
                  </a:lnTo>
                  <a:lnTo>
                    <a:pt x="22" y="0"/>
                  </a:lnTo>
                  <a:close/>
                </a:path>
              </a:pathLst>
            </a:custGeom>
            <a:solidFill>
              <a:srgbClr val="D8D8D8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323" name="Google Shape;323;p1"/>
            <p:cNvSpPr/>
            <p:nvPr/>
          </p:nvSpPr>
          <p:spPr>
            <a:xfrm>
              <a:off x="4102" y="3375"/>
              <a:ext cx="17" cy="46"/>
            </a:xfrm>
            <a:custGeom>
              <a:avLst/>
              <a:gdLst/>
              <a:ahLst/>
              <a:cxnLst/>
              <a:rect l="l" t="t" r="r" b="b"/>
              <a:pathLst>
                <a:path w="20" h="78" extrusionOk="0">
                  <a:moveTo>
                    <a:pt x="20" y="0"/>
                  </a:moveTo>
                  <a:lnTo>
                    <a:pt x="16" y="1"/>
                  </a:lnTo>
                  <a:lnTo>
                    <a:pt x="11" y="5"/>
                  </a:lnTo>
                  <a:lnTo>
                    <a:pt x="9" y="12"/>
                  </a:lnTo>
                  <a:lnTo>
                    <a:pt x="5" y="22"/>
                  </a:lnTo>
                  <a:lnTo>
                    <a:pt x="1" y="34"/>
                  </a:lnTo>
                  <a:lnTo>
                    <a:pt x="0" y="47"/>
                  </a:lnTo>
                  <a:lnTo>
                    <a:pt x="0" y="62"/>
                  </a:lnTo>
                  <a:lnTo>
                    <a:pt x="0" y="78"/>
                  </a:lnTo>
                  <a:lnTo>
                    <a:pt x="0" y="78"/>
                  </a:lnTo>
                  <a:lnTo>
                    <a:pt x="0" y="62"/>
                  </a:lnTo>
                  <a:lnTo>
                    <a:pt x="1" y="50"/>
                  </a:lnTo>
                  <a:lnTo>
                    <a:pt x="3" y="36"/>
                  </a:lnTo>
                  <a:lnTo>
                    <a:pt x="5" y="26"/>
                  </a:lnTo>
                  <a:lnTo>
                    <a:pt x="9" y="17"/>
                  </a:lnTo>
                  <a:lnTo>
                    <a:pt x="12" y="10"/>
                  </a:lnTo>
                  <a:lnTo>
                    <a:pt x="16" y="7"/>
                  </a:lnTo>
                  <a:lnTo>
                    <a:pt x="20" y="5"/>
                  </a:lnTo>
                  <a:lnTo>
                    <a:pt x="20" y="0"/>
                  </a:lnTo>
                  <a:close/>
                </a:path>
              </a:pathLst>
            </a:custGeom>
            <a:solidFill>
              <a:srgbClr val="DADADA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324" name="Google Shape;324;p1"/>
            <p:cNvSpPr/>
            <p:nvPr/>
          </p:nvSpPr>
          <p:spPr>
            <a:xfrm>
              <a:off x="4102" y="3377"/>
              <a:ext cx="17" cy="44"/>
            </a:xfrm>
            <a:custGeom>
              <a:avLst/>
              <a:gdLst/>
              <a:ahLst/>
              <a:cxnLst/>
              <a:rect l="l" t="t" r="r" b="b"/>
              <a:pathLst>
                <a:path w="20" h="73" extrusionOk="0">
                  <a:moveTo>
                    <a:pt x="20" y="0"/>
                  </a:moveTo>
                  <a:lnTo>
                    <a:pt x="16" y="2"/>
                  </a:lnTo>
                  <a:lnTo>
                    <a:pt x="12" y="5"/>
                  </a:lnTo>
                  <a:lnTo>
                    <a:pt x="9" y="12"/>
                  </a:lnTo>
                  <a:lnTo>
                    <a:pt x="5" y="21"/>
                  </a:lnTo>
                  <a:lnTo>
                    <a:pt x="3" y="31"/>
                  </a:lnTo>
                  <a:lnTo>
                    <a:pt x="1" y="45"/>
                  </a:lnTo>
                  <a:lnTo>
                    <a:pt x="0" y="57"/>
                  </a:lnTo>
                  <a:lnTo>
                    <a:pt x="0" y="73"/>
                  </a:lnTo>
                  <a:lnTo>
                    <a:pt x="1" y="73"/>
                  </a:lnTo>
                  <a:lnTo>
                    <a:pt x="1" y="57"/>
                  </a:lnTo>
                  <a:lnTo>
                    <a:pt x="3" y="43"/>
                  </a:lnTo>
                  <a:lnTo>
                    <a:pt x="5" y="29"/>
                  </a:lnTo>
                  <a:lnTo>
                    <a:pt x="9" y="19"/>
                  </a:lnTo>
                  <a:lnTo>
                    <a:pt x="12" y="12"/>
                  </a:lnTo>
                  <a:lnTo>
                    <a:pt x="16" y="7"/>
                  </a:lnTo>
                  <a:lnTo>
                    <a:pt x="20" y="5"/>
                  </a:lnTo>
                  <a:lnTo>
                    <a:pt x="20" y="0"/>
                  </a:lnTo>
                  <a:close/>
                </a:path>
              </a:pathLst>
            </a:custGeom>
            <a:solidFill>
              <a:srgbClr val="DBDBDB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325" name="Google Shape;325;p1"/>
            <p:cNvSpPr/>
            <p:nvPr/>
          </p:nvSpPr>
          <p:spPr>
            <a:xfrm>
              <a:off x="4103" y="3381"/>
              <a:ext cx="16" cy="40"/>
            </a:xfrm>
            <a:custGeom>
              <a:avLst/>
              <a:gdLst/>
              <a:ahLst/>
              <a:cxnLst/>
              <a:rect l="l" t="t" r="r" b="b"/>
              <a:pathLst>
                <a:path w="19" h="68" extrusionOk="0">
                  <a:moveTo>
                    <a:pt x="19" y="0"/>
                  </a:moveTo>
                  <a:lnTo>
                    <a:pt x="15" y="2"/>
                  </a:lnTo>
                  <a:lnTo>
                    <a:pt x="11" y="7"/>
                  </a:lnTo>
                  <a:lnTo>
                    <a:pt x="8" y="14"/>
                  </a:lnTo>
                  <a:lnTo>
                    <a:pt x="4" y="24"/>
                  </a:lnTo>
                  <a:lnTo>
                    <a:pt x="2" y="38"/>
                  </a:lnTo>
                  <a:lnTo>
                    <a:pt x="0" y="52"/>
                  </a:lnTo>
                  <a:lnTo>
                    <a:pt x="0" y="68"/>
                  </a:lnTo>
                  <a:lnTo>
                    <a:pt x="2" y="68"/>
                  </a:lnTo>
                  <a:lnTo>
                    <a:pt x="2" y="54"/>
                  </a:lnTo>
                  <a:lnTo>
                    <a:pt x="4" y="40"/>
                  </a:lnTo>
                  <a:lnTo>
                    <a:pt x="6" y="28"/>
                  </a:lnTo>
                  <a:lnTo>
                    <a:pt x="8" y="19"/>
                  </a:lnTo>
                  <a:lnTo>
                    <a:pt x="11" y="11"/>
                  </a:lnTo>
                  <a:lnTo>
                    <a:pt x="15" y="7"/>
                  </a:lnTo>
                  <a:lnTo>
                    <a:pt x="19" y="5"/>
                  </a:lnTo>
                  <a:lnTo>
                    <a:pt x="19" y="0"/>
                  </a:lnTo>
                  <a:close/>
                </a:path>
              </a:pathLst>
            </a:custGeom>
            <a:solidFill>
              <a:srgbClr val="DDDDDD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326" name="Google Shape;326;p1"/>
            <p:cNvSpPr/>
            <p:nvPr/>
          </p:nvSpPr>
          <p:spPr>
            <a:xfrm>
              <a:off x="4105" y="3385"/>
              <a:ext cx="14" cy="36"/>
            </a:xfrm>
            <a:custGeom>
              <a:avLst/>
              <a:gdLst/>
              <a:ahLst/>
              <a:cxnLst/>
              <a:rect l="l" t="t" r="r" b="b"/>
              <a:pathLst>
                <a:path w="17" h="63" extrusionOk="0">
                  <a:moveTo>
                    <a:pt x="17" y="0"/>
                  </a:moveTo>
                  <a:lnTo>
                    <a:pt x="13" y="2"/>
                  </a:lnTo>
                  <a:lnTo>
                    <a:pt x="9" y="6"/>
                  </a:lnTo>
                  <a:lnTo>
                    <a:pt x="6" y="14"/>
                  </a:lnTo>
                  <a:lnTo>
                    <a:pt x="4" y="23"/>
                  </a:lnTo>
                  <a:lnTo>
                    <a:pt x="2" y="35"/>
                  </a:lnTo>
                  <a:lnTo>
                    <a:pt x="0" y="49"/>
                  </a:lnTo>
                  <a:lnTo>
                    <a:pt x="0" y="63"/>
                  </a:lnTo>
                  <a:lnTo>
                    <a:pt x="2" y="63"/>
                  </a:lnTo>
                  <a:lnTo>
                    <a:pt x="2" y="49"/>
                  </a:lnTo>
                  <a:lnTo>
                    <a:pt x="2" y="37"/>
                  </a:lnTo>
                  <a:lnTo>
                    <a:pt x="4" y="26"/>
                  </a:lnTo>
                  <a:lnTo>
                    <a:pt x="8" y="18"/>
                  </a:lnTo>
                  <a:lnTo>
                    <a:pt x="9" y="11"/>
                  </a:lnTo>
                  <a:lnTo>
                    <a:pt x="13" y="7"/>
                  </a:lnTo>
                  <a:lnTo>
                    <a:pt x="17" y="6"/>
                  </a:lnTo>
                  <a:lnTo>
                    <a:pt x="17" y="0"/>
                  </a:lnTo>
                  <a:close/>
                </a:path>
              </a:pathLst>
            </a:custGeom>
            <a:solidFill>
              <a:srgbClr val="DEDEDE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327" name="Google Shape;327;p1"/>
            <p:cNvSpPr/>
            <p:nvPr/>
          </p:nvSpPr>
          <p:spPr>
            <a:xfrm>
              <a:off x="4107" y="3387"/>
              <a:ext cx="12" cy="34"/>
            </a:xfrm>
            <a:custGeom>
              <a:avLst/>
              <a:gdLst/>
              <a:ahLst/>
              <a:cxnLst/>
              <a:rect l="l" t="t" r="r" b="b"/>
              <a:pathLst>
                <a:path w="15" h="57" extrusionOk="0">
                  <a:moveTo>
                    <a:pt x="15" y="0"/>
                  </a:moveTo>
                  <a:lnTo>
                    <a:pt x="11" y="1"/>
                  </a:lnTo>
                  <a:lnTo>
                    <a:pt x="7" y="5"/>
                  </a:lnTo>
                  <a:lnTo>
                    <a:pt x="6" y="12"/>
                  </a:lnTo>
                  <a:lnTo>
                    <a:pt x="2" y="20"/>
                  </a:lnTo>
                  <a:lnTo>
                    <a:pt x="0" y="31"/>
                  </a:lnTo>
                  <a:lnTo>
                    <a:pt x="0" y="43"/>
                  </a:lnTo>
                  <a:lnTo>
                    <a:pt x="0" y="57"/>
                  </a:lnTo>
                  <a:lnTo>
                    <a:pt x="0" y="57"/>
                  </a:lnTo>
                  <a:lnTo>
                    <a:pt x="0" y="45"/>
                  </a:lnTo>
                  <a:lnTo>
                    <a:pt x="2" y="34"/>
                  </a:lnTo>
                  <a:lnTo>
                    <a:pt x="4" y="24"/>
                  </a:lnTo>
                  <a:lnTo>
                    <a:pt x="6" y="15"/>
                  </a:lnTo>
                  <a:lnTo>
                    <a:pt x="7" y="10"/>
                  </a:lnTo>
                  <a:lnTo>
                    <a:pt x="11" y="5"/>
                  </a:lnTo>
                  <a:lnTo>
                    <a:pt x="15" y="5"/>
                  </a:lnTo>
                  <a:lnTo>
                    <a:pt x="15" y="0"/>
                  </a:lnTo>
                  <a:close/>
                </a:path>
              </a:pathLst>
            </a:custGeom>
            <a:solidFill>
              <a:srgbClr val="DFDFDF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328" name="Google Shape;328;p1"/>
            <p:cNvSpPr/>
            <p:nvPr/>
          </p:nvSpPr>
          <p:spPr>
            <a:xfrm>
              <a:off x="4107" y="3390"/>
              <a:ext cx="12" cy="31"/>
            </a:xfrm>
            <a:custGeom>
              <a:avLst/>
              <a:gdLst/>
              <a:ahLst/>
              <a:cxnLst/>
              <a:rect l="l" t="t" r="r" b="b"/>
              <a:pathLst>
                <a:path w="15" h="52" extrusionOk="0">
                  <a:moveTo>
                    <a:pt x="15" y="0"/>
                  </a:moveTo>
                  <a:lnTo>
                    <a:pt x="11" y="0"/>
                  </a:lnTo>
                  <a:lnTo>
                    <a:pt x="7" y="5"/>
                  </a:lnTo>
                  <a:lnTo>
                    <a:pt x="6" y="10"/>
                  </a:lnTo>
                  <a:lnTo>
                    <a:pt x="4" y="19"/>
                  </a:lnTo>
                  <a:lnTo>
                    <a:pt x="2" y="29"/>
                  </a:lnTo>
                  <a:lnTo>
                    <a:pt x="0" y="40"/>
                  </a:lnTo>
                  <a:lnTo>
                    <a:pt x="0" y="52"/>
                  </a:lnTo>
                  <a:lnTo>
                    <a:pt x="2" y="52"/>
                  </a:lnTo>
                  <a:lnTo>
                    <a:pt x="2" y="40"/>
                  </a:lnTo>
                  <a:lnTo>
                    <a:pt x="4" y="27"/>
                  </a:lnTo>
                  <a:lnTo>
                    <a:pt x="6" y="19"/>
                  </a:lnTo>
                  <a:lnTo>
                    <a:pt x="7" y="10"/>
                  </a:lnTo>
                  <a:lnTo>
                    <a:pt x="11" y="7"/>
                  </a:lnTo>
                  <a:lnTo>
                    <a:pt x="15" y="5"/>
                  </a:lnTo>
                  <a:lnTo>
                    <a:pt x="15" y="0"/>
                  </a:lnTo>
                  <a:close/>
                </a:path>
              </a:pathLst>
            </a:custGeom>
            <a:solidFill>
              <a:srgbClr val="E1E1E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329" name="Google Shape;329;p1"/>
            <p:cNvSpPr/>
            <p:nvPr/>
          </p:nvSpPr>
          <p:spPr>
            <a:xfrm>
              <a:off x="4107" y="3393"/>
              <a:ext cx="12" cy="28"/>
            </a:xfrm>
            <a:custGeom>
              <a:avLst/>
              <a:gdLst/>
              <a:ahLst/>
              <a:cxnLst/>
              <a:rect l="l" t="t" r="r" b="b"/>
              <a:pathLst>
                <a:path w="13" h="47" extrusionOk="0">
                  <a:moveTo>
                    <a:pt x="13" y="0"/>
                  </a:moveTo>
                  <a:lnTo>
                    <a:pt x="9" y="2"/>
                  </a:lnTo>
                  <a:lnTo>
                    <a:pt x="5" y="5"/>
                  </a:lnTo>
                  <a:lnTo>
                    <a:pt x="4" y="14"/>
                  </a:lnTo>
                  <a:lnTo>
                    <a:pt x="2" y="22"/>
                  </a:lnTo>
                  <a:lnTo>
                    <a:pt x="0" y="35"/>
                  </a:lnTo>
                  <a:lnTo>
                    <a:pt x="0" y="47"/>
                  </a:lnTo>
                  <a:lnTo>
                    <a:pt x="2" y="47"/>
                  </a:lnTo>
                  <a:lnTo>
                    <a:pt x="2" y="35"/>
                  </a:lnTo>
                  <a:lnTo>
                    <a:pt x="4" y="26"/>
                  </a:lnTo>
                  <a:lnTo>
                    <a:pt x="5" y="17"/>
                  </a:lnTo>
                  <a:lnTo>
                    <a:pt x="7" y="10"/>
                  </a:lnTo>
                  <a:lnTo>
                    <a:pt x="9" y="7"/>
                  </a:lnTo>
                  <a:lnTo>
                    <a:pt x="13" y="5"/>
                  </a:lnTo>
                  <a:lnTo>
                    <a:pt x="13" y="0"/>
                  </a:lnTo>
                  <a:close/>
                </a:path>
              </a:pathLst>
            </a:custGeom>
            <a:solidFill>
              <a:srgbClr val="E2E2E2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330" name="Google Shape;330;p1"/>
            <p:cNvSpPr/>
            <p:nvPr/>
          </p:nvSpPr>
          <p:spPr>
            <a:xfrm>
              <a:off x="4109" y="3396"/>
              <a:ext cx="10" cy="25"/>
            </a:xfrm>
            <a:custGeom>
              <a:avLst/>
              <a:gdLst/>
              <a:ahLst/>
              <a:cxnLst/>
              <a:rect l="l" t="t" r="r" b="b"/>
              <a:pathLst>
                <a:path w="11" h="42" extrusionOk="0">
                  <a:moveTo>
                    <a:pt x="11" y="0"/>
                  </a:moveTo>
                  <a:lnTo>
                    <a:pt x="7" y="2"/>
                  </a:lnTo>
                  <a:lnTo>
                    <a:pt x="5" y="5"/>
                  </a:lnTo>
                  <a:lnTo>
                    <a:pt x="3" y="12"/>
                  </a:lnTo>
                  <a:lnTo>
                    <a:pt x="2" y="21"/>
                  </a:lnTo>
                  <a:lnTo>
                    <a:pt x="0" y="30"/>
                  </a:lnTo>
                  <a:lnTo>
                    <a:pt x="0" y="42"/>
                  </a:lnTo>
                  <a:lnTo>
                    <a:pt x="0" y="42"/>
                  </a:lnTo>
                  <a:lnTo>
                    <a:pt x="2" y="31"/>
                  </a:lnTo>
                  <a:lnTo>
                    <a:pt x="2" y="23"/>
                  </a:lnTo>
                  <a:lnTo>
                    <a:pt x="3" y="16"/>
                  </a:lnTo>
                  <a:lnTo>
                    <a:pt x="5" y="11"/>
                  </a:lnTo>
                  <a:lnTo>
                    <a:pt x="7" y="5"/>
                  </a:lnTo>
                  <a:lnTo>
                    <a:pt x="11" y="5"/>
                  </a:lnTo>
                  <a:lnTo>
                    <a:pt x="11" y="0"/>
                  </a:lnTo>
                  <a:close/>
                </a:path>
              </a:pathLst>
            </a:custGeom>
            <a:solidFill>
              <a:srgbClr val="E3E3E3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331" name="Google Shape;331;p1"/>
            <p:cNvSpPr/>
            <p:nvPr/>
          </p:nvSpPr>
          <p:spPr>
            <a:xfrm>
              <a:off x="4109" y="3400"/>
              <a:ext cx="10" cy="21"/>
            </a:xfrm>
            <a:custGeom>
              <a:avLst/>
              <a:gdLst/>
              <a:ahLst/>
              <a:cxnLst/>
              <a:rect l="l" t="t" r="r" b="b"/>
              <a:pathLst>
                <a:path w="11" h="37" extrusionOk="0">
                  <a:moveTo>
                    <a:pt x="11" y="0"/>
                  </a:moveTo>
                  <a:lnTo>
                    <a:pt x="7" y="0"/>
                  </a:lnTo>
                  <a:lnTo>
                    <a:pt x="5" y="6"/>
                  </a:lnTo>
                  <a:lnTo>
                    <a:pt x="3" y="11"/>
                  </a:lnTo>
                  <a:lnTo>
                    <a:pt x="2" y="18"/>
                  </a:lnTo>
                  <a:lnTo>
                    <a:pt x="2" y="26"/>
                  </a:lnTo>
                  <a:lnTo>
                    <a:pt x="0" y="37"/>
                  </a:lnTo>
                  <a:lnTo>
                    <a:pt x="2" y="37"/>
                  </a:lnTo>
                  <a:lnTo>
                    <a:pt x="2" y="26"/>
                  </a:lnTo>
                  <a:lnTo>
                    <a:pt x="3" y="18"/>
                  </a:lnTo>
                  <a:lnTo>
                    <a:pt x="5" y="11"/>
                  </a:lnTo>
                  <a:lnTo>
                    <a:pt x="7" y="7"/>
                  </a:lnTo>
                  <a:lnTo>
                    <a:pt x="11" y="6"/>
                  </a:lnTo>
                  <a:lnTo>
                    <a:pt x="11" y="0"/>
                  </a:lnTo>
                  <a:close/>
                </a:path>
              </a:pathLst>
            </a:custGeom>
            <a:solidFill>
              <a:srgbClr val="E4E4E4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332" name="Google Shape;332;p1"/>
            <p:cNvSpPr/>
            <p:nvPr/>
          </p:nvSpPr>
          <p:spPr>
            <a:xfrm>
              <a:off x="4110" y="3402"/>
              <a:ext cx="9" cy="19"/>
            </a:xfrm>
            <a:custGeom>
              <a:avLst/>
              <a:gdLst/>
              <a:ahLst/>
              <a:cxnLst/>
              <a:rect l="l" t="t" r="r" b="b"/>
              <a:pathLst>
                <a:path w="9" h="31" extrusionOk="0">
                  <a:moveTo>
                    <a:pt x="9" y="0"/>
                  </a:moveTo>
                  <a:lnTo>
                    <a:pt x="5" y="1"/>
                  </a:lnTo>
                  <a:lnTo>
                    <a:pt x="3" y="5"/>
                  </a:lnTo>
                  <a:lnTo>
                    <a:pt x="1" y="12"/>
                  </a:lnTo>
                  <a:lnTo>
                    <a:pt x="0" y="20"/>
                  </a:lnTo>
                  <a:lnTo>
                    <a:pt x="0" y="31"/>
                  </a:lnTo>
                  <a:lnTo>
                    <a:pt x="1" y="31"/>
                  </a:lnTo>
                  <a:lnTo>
                    <a:pt x="1" y="22"/>
                  </a:lnTo>
                  <a:lnTo>
                    <a:pt x="3" y="15"/>
                  </a:lnTo>
                  <a:lnTo>
                    <a:pt x="5" y="10"/>
                  </a:lnTo>
                  <a:lnTo>
                    <a:pt x="7" y="5"/>
                  </a:lnTo>
                  <a:lnTo>
                    <a:pt x="9" y="5"/>
                  </a:lnTo>
                  <a:lnTo>
                    <a:pt x="9" y="0"/>
                  </a:lnTo>
                  <a:close/>
                </a:path>
              </a:pathLst>
            </a:custGeom>
            <a:solidFill>
              <a:srgbClr val="E5E5E5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333" name="Google Shape;333;p1"/>
            <p:cNvSpPr/>
            <p:nvPr/>
          </p:nvSpPr>
          <p:spPr>
            <a:xfrm>
              <a:off x="4112" y="3406"/>
              <a:ext cx="7" cy="15"/>
            </a:xfrm>
            <a:custGeom>
              <a:avLst/>
              <a:gdLst/>
              <a:ahLst/>
              <a:cxnLst/>
              <a:rect l="l" t="t" r="r" b="b"/>
              <a:pathLst>
                <a:path w="8" h="26" extrusionOk="0">
                  <a:moveTo>
                    <a:pt x="8" y="0"/>
                  </a:moveTo>
                  <a:lnTo>
                    <a:pt x="6" y="0"/>
                  </a:lnTo>
                  <a:lnTo>
                    <a:pt x="4" y="5"/>
                  </a:lnTo>
                  <a:lnTo>
                    <a:pt x="2" y="10"/>
                  </a:lnTo>
                  <a:lnTo>
                    <a:pt x="0" y="17"/>
                  </a:lnTo>
                  <a:lnTo>
                    <a:pt x="0" y="26"/>
                  </a:lnTo>
                  <a:lnTo>
                    <a:pt x="2" y="26"/>
                  </a:lnTo>
                  <a:lnTo>
                    <a:pt x="2" y="17"/>
                  </a:lnTo>
                  <a:lnTo>
                    <a:pt x="4" y="10"/>
                  </a:lnTo>
                  <a:lnTo>
                    <a:pt x="6" y="7"/>
                  </a:lnTo>
                  <a:lnTo>
                    <a:pt x="8" y="5"/>
                  </a:lnTo>
                  <a:lnTo>
                    <a:pt x="8" y="0"/>
                  </a:lnTo>
                  <a:close/>
                </a:path>
              </a:pathLst>
            </a:custGeom>
            <a:solidFill>
              <a:srgbClr val="E6E6E6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334" name="Google Shape;334;p1"/>
            <p:cNvSpPr/>
            <p:nvPr/>
          </p:nvSpPr>
          <p:spPr>
            <a:xfrm>
              <a:off x="4114" y="3408"/>
              <a:ext cx="5" cy="13"/>
            </a:xfrm>
            <a:custGeom>
              <a:avLst/>
              <a:gdLst/>
              <a:ahLst/>
              <a:cxnLst/>
              <a:rect l="l" t="t" r="r" b="b"/>
              <a:pathLst>
                <a:path w="6" h="21" extrusionOk="0">
                  <a:moveTo>
                    <a:pt x="6" y="0"/>
                  </a:moveTo>
                  <a:lnTo>
                    <a:pt x="4" y="2"/>
                  </a:lnTo>
                  <a:lnTo>
                    <a:pt x="2" y="5"/>
                  </a:lnTo>
                  <a:lnTo>
                    <a:pt x="0" y="12"/>
                  </a:lnTo>
                  <a:lnTo>
                    <a:pt x="0" y="21"/>
                  </a:lnTo>
                  <a:lnTo>
                    <a:pt x="0" y="21"/>
                  </a:lnTo>
                  <a:lnTo>
                    <a:pt x="2" y="14"/>
                  </a:lnTo>
                  <a:lnTo>
                    <a:pt x="2" y="9"/>
                  </a:lnTo>
                  <a:lnTo>
                    <a:pt x="4" y="5"/>
                  </a:lnTo>
                  <a:lnTo>
                    <a:pt x="6" y="5"/>
                  </a:lnTo>
                  <a:lnTo>
                    <a:pt x="6" y="0"/>
                  </a:lnTo>
                  <a:close/>
                </a:path>
              </a:pathLst>
            </a:custGeom>
            <a:solidFill>
              <a:srgbClr val="E6E6E6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335" name="Google Shape;335;p1"/>
            <p:cNvSpPr/>
            <p:nvPr/>
          </p:nvSpPr>
          <p:spPr>
            <a:xfrm>
              <a:off x="4114" y="3412"/>
              <a:ext cx="5" cy="9"/>
            </a:xfrm>
            <a:custGeom>
              <a:avLst/>
              <a:gdLst/>
              <a:ahLst/>
              <a:cxnLst/>
              <a:rect l="l" t="t" r="r" b="b"/>
              <a:pathLst>
                <a:path w="6" h="16" extrusionOk="0">
                  <a:moveTo>
                    <a:pt x="6" y="0"/>
                  </a:moveTo>
                  <a:lnTo>
                    <a:pt x="4" y="0"/>
                  </a:lnTo>
                  <a:lnTo>
                    <a:pt x="2" y="4"/>
                  </a:lnTo>
                  <a:lnTo>
                    <a:pt x="2" y="9"/>
                  </a:lnTo>
                  <a:lnTo>
                    <a:pt x="0" y="16"/>
                  </a:lnTo>
                  <a:lnTo>
                    <a:pt x="2" y="16"/>
                  </a:lnTo>
                  <a:lnTo>
                    <a:pt x="2" y="11"/>
                  </a:lnTo>
                  <a:lnTo>
                    <a:pt x="4" y="5"/>
                  </a:lnTo>
                  <a:lnTo>
                    <a:pt x="6" y="5"/>
                  </a:lnTo>
                  <a:lnTo>
                    <a:pt x="6" y="0"/>
                  </a:lnTo>
                  <a:close/>
                </a:path>
              </a:pathLst>
            </a:custGeom>
            <a:solidFill>
              <a:srgbClr val="E6E6E6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336" name="Google Shape;336;p1"/>
            <p:cNvSpPr/>
            <p:nvPr/>
          </p:nvSpPr>
          <p:spPr>
            <a:xfrm>
              <a:off x="4116" y="3416"/>
              <a:ext cx="3" cy="5"/>
            </a:xfrm>
            <a:custGeom>
              <a:avLst/>
              <a:gdLst/>
              <a:ahLst/>
              <a:cxnLst/>
              <a:rect l="l" t="t" r="r" b="b"/>
              <a:pathLst>
                <a:path w="4" h="11" extrusionOk="0">
                  <a:moveTo>
                    <a:pt x="4" y="0"/>
                  </a:moveTo>
                  <a:lnTo>
                    <a:pt x="2" y="0"/>
                  </a:lnTo>
                  <a:lnTo>
                    <a:pt x="0" y="6"/>
                  </a:lnTo>
                  <a:lnTo>
                    <a:pt x="0" y="11"/>
                  </a:lnTo>
                  <a:lnTo>
                    <a:pt x="2" y="11"/>
                  </a:lnTo>
                  <a:lnTo>
                    <a:pt x="2" y="7"/>
                  </a:lnTo>
                  <a:lnTo>
                    <a:pt x="4" y="6"/>
                  </a:lnTo>
                  <a:lnTo>
                    <a:pt x="4" y="0"/>
                  </a:lnTo>
                  <a:close/>
                </a:path>
              </a:pathLst>
            </a:custGeom>
            <a:solidFill>
              <a:srgbClr val="E6E6E6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337" name="Google Shape;337;p1"/>
            <p:cNvSpPr/>
            <p:nvPr/>
          </p:nvSpPr>
          <p:spPr>
            <a:xfrm>
              <a:off x="4117" y="3418"/>
              <a:ext cx="2" cy="3"/>
            </a:xfrm>
            <a:custGeom>
              <a:avLst/>
              <a:gdLst/>
              <a:ahLst/>
              <a:cxnLst/>
              <a:rect l="l" t="t" r="r" b="b"/>
              <a:pathLst>
                <a:path w="2" h="5" extrusionOk="0">
                  <a:moveTo>
                    <a:pt x="2" y="0"/>
                  </a:moveTo>
                  <a:lnTo>
                    <a:pt x="0" y="1"/>
                  </a:lnTo>
                  <a:lnTo>
                    <a:pt x="0" y="5"/>
                  </a:lnTo>
                  <a:lnTo>
                    <a:pt x="2" y="5"/>
                  </a:lnTo>
                  <a:lnTo>
                    <a:pt x="2" y="5"/>
                  </a:lnTo>
                  <a:lnTo>
                    <a:pt x="2" y="0"/>
                  </a:lnTo>
                  <a:close/>
                </a:path>
              </a:pathLst>
            </a:custGeom>
            <a:solidFill>
              <a:srgbClr val="E6E6E6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338" name="Google Shape;338;p1"/>
            <p:cNvSpPr/>
            <p:nvPr/>
          </p:nvSpPr>
          <p:spPr>
            <a:xfrm>
              <a:off x="4070" y="3294"/>
              <a:ext cx="49" cy="127"/>
            </a:xfrm>
            <a:custGeom>
              <a:avLst/>
              <a:gdLst/>
              <a:ahLst/>
              <a:cxnLst/>
              <a:rect l="l" t="t" r="r" b="b"/>
              <a:pathLst>
                <a:path w="56" h="214" extrusionOk="0">
                  <a:moveTo>
                    <a:pt x="27" y="214"/>
                  </a:moveTo>
                  <a:lnTo>
                    <a:pt x="34" y="210"/>
                  </a:lnTo>
                  <a:lnTo>
                    <a:pt x="41" y="202"/>
                  </a:lnTo>
                  <a:lnTo>
                    <a:pt x="47" y="186"/>
                  </a:lnTo>
                  <a:lnTo>
                    <a:pt x="50" y="167"/>
                  </a:lnTo>
                  <a:lnTo>
                    <a:pt x="54" y="144"/>
                  </a:lnTo>
                  <a:lnTo>
                    <a:pt x="56" y="120"/>
                  </a:lnTo>
                  <a:lnTo>
                    <a:pt x="56" y="94"/>
                  </a:lnTo>
                  <a:lnTo>
                    <a:pt x="54" y="70"/>
                  </a:lnTo>
                  <a:lnTo>
                    <a:pt x="50" y="45"/>
                  </a:lnTo>
                  <a:lnTo>
                    <a:pt x="47" y="26"/>
                  </a:lnTo>
                  <a:lnTo>
                    <a:pt x="41" y="13"/>
                  </a:lnTo>
                  <a:lnTo>
                    <a:pt x="34" y="4"/>
                  </a:lnTo>
                  <a:lnTo>
                    <a:pt x="27" y="0"/>
                  </a:lnTo>
                  <a:lnTo>
                    <a:pt x="21" y="4"/>
                  </a:lnTo>
                  <a:lnTo>
                    <a:pt x="14" y="13"/>
                  </a:lnTo>
                  <a:lnTo>
                    <a:pt x="9" y="26"/>
                  </a:lnTo>
                  <a:lnTo>
                    <a:pt x="5" y="45"/>
                  </a:lnTo>
                  <a:lnTo>
                    <a:pt x="1" y="70"/>
                  </a:lnTo>
                  <a:lnTo>
                    <a:pt x="0" y="94"/>
                  </a:lnTo>
                  <a:lnTo>
                    <a:pt x="0" y="120"/>
                  </a:lnTo>
                  <a:lnTo>
                    <a:pt x="1" y="144"/>
                  </a:lnTo>
                  <a:lnTo>
                    <a:pt x="5" y="167"/>
                  </a:lnTo>
                  <a:lnTo>
                    <a:pt x="9" y="186"/>
                  </a:lnTo>
                  <a:lnTo>
                    <a:pt x="14" y="202"/>
                  </a:lnTo>
                  <a:lnTo>
                    <a:pt x="21" y="210"/>
                  </a:lnTo>
                  <a:lnTo>
                    <a:pt x="27" y="214"/>
                  </a:lnTo>
                  <a:close/>
                </a:path>
              </a:pathLst>
            </a:custGeom>
            <a:solidFill>
              <a:srgbClr val="000000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339" name="Google Shape;339;p1"/>
            <p:cNvSpPr/>
            <p:nvPr/>
          </p:nvSpPr>
          <p:spPr>
            <a:xfrm>
              <a:off x="4070" y="3294"/>
              <a:ext cx="49" cy="127"/>
            </a:xfrm>
            <a:custGeom>
              <a:avLst/>
              <a:gdLst/>
              <a:ahLst/>
              <a:cxnLst/>
              <a:rect l="l" t="t" r="r" b="b"/>
              <a:pathLst>
                <a:path w="56" h="214" extrusionOk="0">
                  <a:moveTo>
                    <a:pt x="56" y="0"/>
                  </a:moveTo>
                  <a:lnTo>
                    <a:pt x="48" y="2"/>
                  </a:lnTo>
                  <a:lnTo>
                    <a:pt x="41" y="7"/>
                  </a:lnTo>
                  <a:lnTo>
                    <a:pt x="36" y="14"/>
                  </a:lnTo>
                  <a:lnTo>
                    <a:pt x="28" y="25"/>
                  </a:lnTo>
                  <a:lnTo>
                    <a:pt x="23" y="39"/>
                  </a:lnTo>
                  <a:lnTo>
                    <a:pt x="18" y="54"/>
                  </a:lnTo>
                  <a:lnTo>
                    <a:pt x="14" y="72"/>
                  </a:lnTo>
                  <a:lnTo>
                    <a:pt x="9" y="92"/>
                  </a:lnTo>
                  <a:lnTo>
                    <a:pt x="7" y="115"/>
                  </a:lnTo>
                  <a:lnTo>
                    <a:pt x="3" y="137"/>
                  </a:lnTo>
                  <a:lnTo>
                    <a:pt x="1" y="162"/>
                  </a:lnTo>
                  <a:lnTo>
                    <a:pt x="0" y="188"/>
                  </a:lnTo>
                  <a:lnTo>
                    <a:pt x="0" y="214"/>
                  </a:lnTo>
                  <a:lnTo>
                    <a:pt x="0" y="0"/>
                  </a:lnTo>
                  <a:lnTo>
                    <a:pt x="56" y="0"/>
                  </a:lnTo>
                  <a:close/>
                </a:path>
              </a:pathLst>
            </a:custGeom>
            <a:solidFill>
              <a:srgbClr val="9A9A9A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340" name="Google Shape;340;p1"/>
            <p:cNvSpPr/>
            <p:nvPr/>
          </p:nvSpPr>
          <p:spPr>
            <a:xfrm>
              <a:off x="4070" y="3294"/>
              <a:ext cx="49" cy="127"/>
            </a:xfrm>
            <a:custGeom>
              <a:avLst/>
              <a:gdLst/>
              <a:ahLst/>
              <a:cxnLst/>
              <a:rect l="l" t="t" r="r" b="b"/>
              <a:pathLst>
                <a:path w="56" h="214" extrusionOk="0">
                  <a:moveTo>
                    <a:pt x="56" y="0"/>
                  </a:moveTo>
                  <a:lnTo>
                    <a:pt x="48" y="2"/>
                  </a:lnTo>
                  <a:lnTo>
                    <a:pt x="41" y="7"/>
                  </a:lnTo>
                  <a:lnTo>
                    <a:pt x="36" y="14"/>
                  </a:lnTo>
                  <a:lnTo>
                    <a:pt x="28" y="25"/>
                  </a:lnTo>
                  <a:lnTo>
                    <a:pt x="23" y="39"/>
                  </a:lnTo>
                  <a:lnTo>
                    <a:pt x="18" y="54"/>
                  </a:lnTo>
                  <a:lnTo>
                    <a:pt x="14" y="72"/>
                  </a:lnTo>
                  <a:lnTo>
                    <a:pt x="9" y="92"/>
                  </a:lnTo>
                  <a:lnTo>
                    <a:pt x="7" y="115"/>
                  </a:lnTo>
                  <a:lnTo>
                    <a:pt x="3" y="137"/>
                  </a:lnTo>
                  <a:lnTo>
                    <a:pt x="1" y="162"/>
                  </a:lnTo>
                  <a:lnTo>
                    <a:pt x="0" y="188"/>
                  </a:lnTo>
                  <a:lnTo>
                    <a:pt x="0" y="214"/>
                  </a:lnTo>
                  <a:lnTo>
                    <a:pt x="1" y="214"/>
                  </a:lnTo>
                  <a:lnTo>
                    <a:pt x="1" y="188"/>
                  </a:lnTo>
                  <a:lnTo>
                    <a:pt x="3" y="163"/>
                  </a:lnTo>
                  <a:lnTo>
                    <a:pt x="5" y="139"/>
                  </a:lnTo>
                  <a:lnTo>
                    <a:pt x="7" y="117"/>
                  </a:lnTo>
                  <a:lnTo>
                    <a:pt x="10" y="96"/>
                  </a:lnTo>
                  <a:lnTo>
                    <a:pt x="14" y="75"/>
                  </a:lnTo>
                  <a:lnTo>
                    <a:pt x="19" y="58"/>
                  </a:lnTo>
                  <a:lnTo>
                    <a:pt x="25" y="42"/>
                  </a:lnTo>
                  <a:lnTo>
                    <a:pt x="30" y="30"/>
                  </a:lnTo>
                  <a:lnTo>
                    <a:pt x="36" y="19"/>
                  </a:lnTo>
                  <a:lnTo>
                    <a:pt x="43" y="11"/>
                  </a:lnTo>
                  <a:lnTo>
                    <a:pt x="48" y="7"/>
                  </a:lnTo>
                  <a:lnTo>
                    <a:pt x="56" y="6"/>
                  </a:lnTo>
                  <a:lnTo>
                    <a:pt x="56" y="0"/>
                  </a:lnTo>
                  <a:close/>
                </a:path>
              </a:pathLst>
            </a:custGeom>
            <a:solidFill>
              <a:srgbClr val="9A9A9A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341" name="Google Shape;341;p1"/>
            <p:cNvSpPr/>
            <p:nvPr/>
          </p:nvSpPr>
          <p:spPr>
            <a:xfrm>
              <a:off x="4072" y="3298"/>
              <a:ext cx="47" cy="123"/>
            </a:xfrm>
            <a:custGeom>
              <a:avLst/>
              <a:gdLst/>
              <a:ahLst/>
              <a:cxnLst/>
              <a:rect l="l" t="t" r="r" b="b"/>
              <a:pathLst>
                <a:path w="55" h="208" extrusionOk="0">
                  <a:moveTo>
                    <a:pt x="55" y="0"/>
                  </a:moveTo>
                  <a:lnTo>
                    <a:pt x="47" y="1"/>
                  </a:lnTo>
                  <a:lnTo>
                    <a:pt x="42" y="5"/>
                  </a:lnTo>
                  <a:lnTo>
                    <a:pt x="35" y="13"/>
                  </a:lnTo>
                  <a:lnTo>
                    <a:pt x="29" y="24"/>
                  </a:lnTo>
                  <a:lnTo>
                    <a:pt x="24" y="36"/>
                  </a:lnTo>
                  <a:lnTo>
                    <a:pt x="18" y="52"/>
                  </a:lnTo>
                  <a:lnTo>
                    <a:pt x="13" y="69"/>
                  </a:lnTo>
                  <a:lnTo>
                    <a:pt x="9" y="90"/>
                  </a:lnTo>
                  <a:lnTo>
                    <a:pt x="6" y="111"/>
                  </a:lnTo>
                  <a:lnTo>
                    <a:pt x="4" y="133"/>
                  </a:lnTo>
                  <a:lnTo>
                    <a:pt x="2" y="157"/>
                  </a:lnTo>
                  <a:lnTo>
                    <a:pt x="0" y="182"/>
                  </a:lnTo>
                  <a:lnTo>
                    <a:pt x="0" y="208"/>
                  </a:lnTo>
                  <a:lnTo>
                    <a:pt x="2" y="208"/>
                  </a:lnTo>
                  <a:lnTo>
                    <a:pt x="2" y="180"/>
                  </a:lnTo>
                  <a:lnTo>
                    <a:pt x="4" y="154"/>
                  </a:lnTo>
                  <a:lnTo>
                    <a:pt x="6" y="130"/>
                  </a:lnTo>
                  <a:lnTo>
                    <a:pt x="8" y="105"/>
                  </a:lnTo>
                  <a:lnTo>
                    <a:pt x="13" y="85"/>
                  </a:lnTo>
                  <a:lnTo>
                    <a:pt x="17" y="64"/>
                  </a:lnTo>
                  <a:lnTo>
                    <a:pt x="22" y="46"/>
                  </a:lnTo>
                  <a:lnTo>
                    <a:pt x="27" y="33"/>
                  </a:lnTo>
                  <a:lnTo>
                    <a:pt x="35" y="20"/>
                  </a:lnTo>
                  <a:lnTo>
                    <a:pt x="40" y="12"/>
                  </a:lnTo>
                  <a:lnTo>
                    <a:pt x="47" y="7"/>
                  </a:lnTo>
                  <a:lnTo>
                    <a:pt x="55" y="5"/>
                  </a:lnTo>
                  <a:lnTo>
                    <a:pt x="55" y="0"/>
                  </a:lnTo>
                  <a:close/>
                </a:path>
              </a:pathLst>
            </a:custGeom>
            <a:solidFill>
              <a:srgbClr val="9B9B9B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342" name="Google Shape;342;p1"/>
            <p:cNvSpPr/>
            <p:nvPr/>
          </p:nvSpPr>
          <p:spPr>
            <a:xfrm>
              <a:off x="4074" y="3300"/>
              <a:ext cx="45" cy="121"/>
            </a:xfrm>
            <a:custGeom>
              <a:avLst/>
              <a:gdLst/>
              <a:ahLst/>
              <a:cxnLst/>
              <a:rect l="l" t="t" r="r" b="b"/>
              <a:pathLst>
                <a:path w="53" h="203" extrusionOk="0">
                  <a:moveTo>
                    <a:pt x="53" y="0"/>
                  </a:moveTo>
                  <a:lnTo>
                    <a:pt x="45" y="2"/>
                  </a:lnTo>
                  <a:lnTo>
                    <a:pt x="38" y="7"/>
                  </a:lnTo>
                  <a:lnTo>
                    <a:pt x="33" y="15"/>
                  </a:lnTo>
                  <a:lnTo>
                    <a:pt x="25" y="28"/>
                  </a:lnTo>
                  <a:lnTo>
                    <a:pt x="20" y="41"/>
                  </a:lnTo>
                  <a:lnTo>
                    <a:pt x="15" y="59"/>
                  </a:lnTo>
                  <a:lnTo>
                    <a:pt x="11" y="80"/>
                  </a:lnTo>
                  <a:lnTo>
                    <a:pt x="6" y="100"/>
                  </a:lnTo>
                  <a:lnTo>
                    <a:pt x="4" y="125"/>
                  </a:lnTo>
                  <a:lnTo>
                    <a:pt x="2" y="149"/>
                  </a:lnTo>
                  <a:lnTo>
                    <a:pt x="0" y="175"/>
                  </a:lnTo>
                  <a:lnTo>
                    <a:pt x="0" y="203"/>
                  </a:lnTo>
                  <a:lnTo>
                    <a:pt x="0" y="203"/>
                  </a:lnTo>
                  <a:lnTo>
                    <a:pt x="2" y="177"/>
                  </a:lnTo>
                  <a:lnTo>
                    <a:pt x="2" y="151"/>
                  </a:lnTo>
                  <a:lnTo>
                    <a:pt x="4" y="126"/>
                  </a:lnTo>
                  <a:lnTo>
                    <a:pt x="7" y="104"/>
                  </a:lnTo>
                  <a:lnTo>
                    <a:pt x="11" y="81"/>
                  </a:lnTo>
                  <a:lnTo>
                    <a:pt x="16" y="62"/>
                  </a:lnTo>
                  <a:lnTo>
                    <a:pt x="20" y="45"/>
                  </a:lnTo>
                  <a:lnTo>
                    <a:pt x="27" y="31"/>
                  </a:lnTo>
                  <a:lnTo>
                    <a:pt x="33" y="21"/>
                  </a:lnTo>
                  <a:lnTo>
                    <a:pt x="38" y="12"/>
                  </a:lnTo>
                  <a:lnTo>
                    <a:pt x="45" y="7"/>
                  </a:lnTo>
                  <a:lnTo>
                    <a:pt x="53" y="5"/>
                  </a:lnTo>
                  <a:lnTo>
                    <a:pt x="53" y="0"/>
                  </a:lnTo>
                  <a:close/>
                </a:path>
              </a:pathLst>
            </a:custGeom>
            <a:solidFill>
              <a:srgbClr val="9D9D9D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343" name="Google Shape;343;p1"/>
            <p:cNvSpPr/>
            <p:nvPr/>
          </p:nvSpPr>
          <p:spPr>
            <a:xfrm>
              <a:off x="4074" y="3304"/>
              <a:ext cx="45" cy="117"/>
            </a:xfrm>
            <a:custGeom>
              <a:avLst/>
              <a:gdLst/>
              <a:ahLst/>
              <a:cxnLst/>
              <a:rect l="l" t="t" r="r" b="b"/>
              <a:pathLst>
                <a:path w="53" h="198" extrusionOk="0">
                  <a:moveTo>
                    <a:pt x="53" y="0"/>
                  </a:moveTo>
                  <a:lnTo>
                    <a:pt x="45" y="2"/>
                  </a:lnTo>
                  <a:lnTo>
                    <a:pt x="38" y="7"/>
                  </a:lnTo>
                  <a:lnTo>
                    <a:pt x="33" y="16"/>
                  </a:lnTo>
                  <a:lnTo>
                    <a:pt x="27" y="26"/>
                  </a:lnTo>
                  <a:lnTo>
                    <a:pt x="20" y="40"/>
                  </a:lnTo>
                  <a:lnTo>
                    <a:pt x="16" y="57"/>
                  </a:lnTo>
                  <a:lnTo>
                    <a:pt x="11" y="76"/>
                  </a:lnTo>
                  <a:lnTo>
                    <a:pt x="7" y="99"/>
                  </a:lnTo>
                  <a:lnTo>
                    <a:pt x="4" y="121"/>
                  </a:lnTo>
                  <a:lnTo>
                    <a:pt x="2" y="146"/>
                  </a:lnTo>
                  <a:lnTo>
                    <a:pt x="2" y="172"/>
                  </a:lnTo>
                  <a:lnTo>
                    <a:pt x="0" y="198"/>
                  </a:lnTo>
                  <a:lnTo>
                    <a:pt x="2" y="198"/>
                  </a:lnTo>
                  <a:lnTo>
                    <a:pt x="2" y="172"/>
                  </a:lnTo>
                  <a:lnTo>
                    <a:pt x="4" y="147"/>
                  </a:lnTo>
                  <a:lnTo>
                    <a:pt x="6" y="123"/>
                  </a:lnTo>
                  <a:lnTo>
                    <a:pt x="9" y="101"/>
                  </a:lnTo>
                  <a:lnTo>
                    <a:pt x="13" y="80"/>
                  </a:lnTo>
                  <a:lnTo>
                    <a:pt x="16" y="61"/>
                  </a:lnTo>
                  <a:lnTo>
                    <a:pt x="22" y="45"/>
                  </a:lnTo>
                  <a:lnTo>
                    <a:pt x="27" y="31"/>
                  </a:lnTo>
                  <a:lnTo>
                    <a:pt x="33" y="19"/>
                  </a:lnTo>
                  <a:lnTo>
                    <a:pt x="40" y="12"/>
                  </a:lnTo>
                  <a:lnTo>
                    <a:pt x="45" y="7"/>
                  </a:lnTo>
                  <a:lnTo>
                    <a:pt x="53" y="5"/>
                  </a:lnTo>
                  <a:lnTo>
                    <a:pt x="53" y="0"/>
                  </a:lnTo>
                  <a:close/>
                </a:path>
              </a:pathLst>
            </a:custGeom>
            <a:solidFill>
              <a:srgbClr val="9F9F9F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344" name="Google Shape;344;p1"/>
            <p:cNvSpPr/>
            <p:nvPr/>
          </p:nvSpPr>
          <p:spPr>
            <a:xfrm>
              <a:off x="4074" y="3307"/>
              <a:ext cx="45" cy="114"/>
            </a:xfrm>
            <a:custGeom>
              <a:avLst/>
              <a:gdLst/>
              <a:ahLst/>
              <a:cxnLst/>
              <a:rect l="l" t="t" r="r" b="b"/>
              <a:pathLst>
                <a:path w="51" h="193" extrusionOk="0">
                  <a:moveTo>
                    <a:pt x="51" y="0"/>
                  </a:moveTo>
                  <a:lnTo>
                    <a:pt x="43" y="2"/>
                  </a:lnTo>
                  <a:lnTo>
                    <a:pt x="38" y="7"/>
                  </a:lnTo>
                  <a:lnTo>
                    <a:pt x="31" y="14"/>
                  </a:lnTo>
                  <a:lnTo>
                    <a:pt x="25" y="26"/>
                  </a:lnTo>
                  <a:lnTo>
                    <a:pt x="20" y="40"/>
                  </a:lnTo>
                  <a:lnTo>
                    <a:pt x="14" y="56"/>
                  </a:lnTo>
                  <a:lnTo>
                    <a:pt x="11" y="75"/>
                  </a:lnTo>
                  <a:lnTo>
                    <a:pt x="7" y="96"/>
                  </a:lnTo>
                  <a:lnTo>
                    <a:pt x="4" y="118"/>
                  </a:lnTo>
                  <a:lnTo>
                    <a:pt x="2" y="142"/>
                  </a:lnTo>
                  <a:lnTo>
                    <a:pt x="0" y="167"/>
                  </a:lnTo>
                  <a:lnTo>
                    <a:pt x="0" y="193"/>
                  </a:lnTo>
                  <a:lnTo>
                    <a:pt x="2" y="193"/>
                  </a:lnTo>
                  <a:lnTo>
                    <a:pt x="2" y="168"/>
                  </a:lnTo>
                  <a:lnTo>
                    <a:pt x="4" y="144"/>
                  </a:lnTo>
                  <a:lnTo>
                    <a:pt x="5" y="120"/>
                  </a:lnTo>
                  <a:lnTo>
                    <a:pt x="7" y="99"/>
                  </a:lnTo>
                  <a:lnTo>
                    <a:pt x="11" y="78"/>
                  </a:lnTo>
                  <a:lnTo>
                    <a:pt x="16" y="59"/>
                  </a:lnTo>
                  <a:lnTo>
                    <a:pt x="20" y="44"/>
                  </a:lnTo>
                  <a:lnTo>
                    <a:pt x="25" y="30"/>
                  </a:lnTo>
                  <a:lnTo>
                    <a:pt x="31" y="19"/>
                  </a:lnTo>
                  <a:lnTo>
                    <a:pt x="38" y="12"/>
                  </a:lnTo>
                  <a:lnTo>
                    <a:pt x="43" y="7"/>
                  </a:lnTo>
                  <a:lnTo>
                    <a:pt x="51" y="5"/>
                  </a:lnTo>
                  <a:lnTo>
                    <a:pt x="51" y="0"/>
                  </a:lnTo>
                  <a:close/>
                </a:path>
              </a:pathLst>
            </a:custGeom>
            <a:solidFill>
              <a:srgbClr val="A1A1A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345" name="Google Shape;345;p1"/>
            <p:cNvSpPr/>
            <p:nvPr/>
          </p:nvSpPr>
          <p:spPr>
            <a:xfrm>
              <a:off x="4075" y="3309"/>
              <a:ext cx="44" cy="112"/>
            </a:xfrm>
            <a:custGeom>
              <a:avLst/>
              <a:gdLst/>
              <a:ahLst/>
              <a:cxnLst/>
              <a:rect l="l" t="t" r="r" b="b"/>
              <a:pathLst>
                <a:path w="49" h="188" extrusionOk="0">
                  <a:moveTo>
                    <a:pt x="49" y="0"/>
                  </a:moveTo>
                  <a:lnTo>
                    <a:pt x="41" y="2"/>
                  </a:lnTo>
                  <a:lnTo>
                    <a:pt x="36" y="7"/>
                  </a:lnTo>
                  <a:lnTo>
                    <a:pt x="29" y="14"/>
                  </a:lnTo>
                  <a:lnTo>
                    <a:pt x="23" y="25"/>
                  </a:lnTo>
                  <a:lnTo>
                    <a:pt x="18" y="39"/>
                  </a:lnTo>
                  <a:lnTo>
                    <a:pt x="14" y="54"/>
                  </a:lnTo>
                  <a:lnTo>
                    <a:pt x="9" y="73"/>
                  </a:lnTo>
                  <a:lnTo>
                    <a:pt x="5" y="94"/>
                  </a:lnTo>
                  <a:lnTo>
                    <a:pt x="3" y="115"/>
                  </a:lnTo>
                  <a:lnTo>
                    <a:pt x="2" y="139"/>
                  </a:lnTo>
                  <a:lnTo>
                    <a:pt x="0" y="163"/>
                  </a:lnTo>
                  <a:lnTo>
                    <a:pt x="0" y="188"/>
                  </a:lnTo>
                  <a:lnTo>
                    <a:pt x="2" y="188"/>
                  </a:lnTo>
                  <a:lnTo>
                    <a:pt x="2" y="163"/>
                  </a:lnTo>
                  <a:lnTo>
                    <a:pt x="2" y="141"/>
                  </a:lnTo>
                  <a:lnTo>
                    <a:pt x="5" y="118"/>
                  </a:lnTo>
                  <a:lnTo>
                    <a:pt x="7" y="96"/>
                  </a:lnTo>
                  <a:lnTo>
                    <a:pt x="11" y="77"/>
                  </a:lnTo>
                  <a:lnTo>
                    <a:pt x="14" y="59"/>
                  </a:lnTo>
                  <a:lnTo>
                    <a:pt x="20" y="44"/>
                  </a:lnTo>
                  <a:lnTo>
                    <a:pt x="25" y="30"/>
                  </a:lnTo>
                  <a:lnTo>
                    <a:pt x="30" y="19"/>
                  </a:lnTo>
                  <a:lnTo>
                    <a:pt x="36" y="11"/>
                  </a:lnTo>
                  <a:lnTo>
                    <a:pt x="41" y="7"/>
                  </a:lnTo>
                  <a:lnTo>
                    <a:pt x="49" y="6"/>
                  </a:lnTo>
                  <a:lnTo>
                    <a:pt x="49" y="0"/>
                  </a:lnTo>
                  <a:close/>
                </a:path>
              </a:pathLst>
            </a:custGeom>
            <a:solidFill>
              <a:srgbClr val="A3A3A3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346" name="Google Shape;346;p1"/>
            <p:cNvSpPr/>
            <p:nvPr/>
          </p:nvSpPr>
          <p:spPr>
            <a:xfrm>
              <a:off x="4077" y="3313"/>
              <a:ext cx="42" cy="108"/>
            </a:xfrm>
            <a:custGeom>
              <a:avLst/>
              <a:gdLst/>
              <a:ahLst/>
              <a:cxnLst/>
              <a:rect l="l" t="t" r="r" b="b"/>
              <a:pathLst>
                <a:path w="47" h="182" extrusionOk="0">
                  <a:moveTo>
                    <a:pt x="47" y="0"/>
                  </a:moveTo>
                  <a:lnTo>
                    <a:pt x="39" y="1"/>
                  </a:lnTo>
                  <a:lnTo>
                    <a:pt x="34" y="5"/>
                  </a:lnTo>
                  <a:lnTo>
                    <a:pt x="28" y="13"/>
                  </a:lnTo>
                  <a:lnTo>
                    <a:pt x="23" y="24"/>
                  </a:lnTo>
                  <a:lnTo>
                    <a:pt x="18" y="38"/>
                  </a:lnTo>
                  <a:lnTo>
                    <a:pt x="12" y="53"/>
                  </a:lnTo>
                  <a:lnTo>
                    <a:pt x="9" y="71"/>
                  </a:lnTo>
                  <a:lnTo>
                    <a:pt x="5" y="90"/>
                  </a:lnTo>
                  <a:lnTo>
                    <a:pt x="3" y="112"/>
                  </a:lnTo>
                  <a:lnTo>
                    <a:pt x="0" y="135"/>
                  </a:lnTo>
                  <a:lnTo>
                    <a:pt x="0" y="157"/>
                  </a:lnTo>
                  <a:lnTo>
                    <a:pt x="0" y="182"/>
                  </a:lnTo>
                  <a:lnTo>
                    <a:pt x="0" y="182"/>
                  </a:lnTo>
                  <a:lnTo>
                    <a:pt x="1" y="157"/>
                  </a:lnTo>
                  <a:lnTo>
                    <a:pt x="1" y="135"/>
                  </a:lnTo>
                  <a:lnTo>
                    <a:pt x="3" y="114"/>
                  </a:lnTo>
                  <a:lnTo>
                    <a:pt x="7" y="93"/>
                  </a:lnTo>
                  <a:lnTo>
                    <a:pt x="10" y="74"/>
                  </a:lnTo>
                  <a:lnTo>
                    <a:pt x="14" y="57"/>
                  </a:lnTo>
                  <a:lnTo>
                    <a:pt x="18" y="41"/>
                  </a:lnTo>
                  <a:lnTo>
                    <a:pt x="23" y="29"/>
                  </a:lnTo>
                  <a:lnTo>
                    <a:pt x="28" y="19"/>
                  </a:lnTo>
                  <a:lnTo>
                    <a:pt x="34" y="10"/>
                  </a:lnTo>
                  <a:lnTo>
                    <a:pt x="39" y="7"/>
                  </a:lnTo>
                  <a:lnTo>
                    <a:pt x="47" y="5"/>
                  </a:lnTo>
                  <a:lnTo>
                    <a:pt x="47" y="0"/>
                  </a:lnTo>
                  <a:close/>
                </a:path>
              </a:pathLst>
            </a:custGeom>
            <a:solidFill>
              <a:srgbClr val="A5A5A5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347" name="Google Shape;347;p1"/>
            <p:cNvSpPr/>
            <p:nvPr/>
          </p:nvSpPr>
          <p:spPr>
            <a:xfrm>
              <a:off x="4077" y="3315"/>
              <a:ext cx="42" cy="106"/>
            </a:xfrm>
            <a:custGeom>
              <a:avLst/>
              <a:gdLst/>
              <a:ahLst/>
              <a:cxnLst/>
              <a:rect l="l" t="t" r="r" b="b"/>
              <a:pathLst>
                <a:path w="47" h="177" extrusionOk="0">
                  <a:moveTo>
                    <a:pt x="47" y="0"/>
                  </a:moveTo>
                  <a:lnTo>
                    <a:pt x="39" y="2"/>
                  </a:lnTo>
                  <a:lnTo>
                    <a:pt x="34" y="5"/>
                  </a:lnTo>
                  <a:lnTo>
                    <a:pt x="28" y="14"/>
                  </a:lnTo>
                  <a:lnTo>
                    <a:pt x="23" y="24"/>
                  </a:lnTo>
                  <a:lnTo>
                    <a:pt x="18" y="36"/>
                  </a:lnTo>
                  <a:lnTo>
                    <a:pt x="14" y="52"/>
                  </a:lnTo>
                  <a:lnTo>
                    <a:pt x="10" y="69"/>
                  </a:lnTo>
                  <a:lnTo>
                    <a:pt x="7" y="88"/>
                  </a:lnTo>
                  <a:lnTo>
                    <a:pt x="3" y="109"/>
                  </a:lnTo>
                  <a:lnTo>
                    <a:pt x="1" y="130"/>
                  </a:lnTo>
                  <a:lnTo>
                    <a:pt x="1" y="152"/>
                  </a:lnTo>
                  <a:lnTo>
                    <a:pt x="0" y="177"/>
                  </a:lnTo>
                  <a:lnTo>
                    <a:pt x="1" y="177"/>
                  </a:lnTo>
                  <a:lnTo>
                    <a:pt x="1" y="154"/>
                  </a:lnTo>
                  <a:lnTo>
                    <a:pt x="3" y="132"/>
                  </a:lnTo>
                  <a:lnTo>
                    <a:pt x="5" y="111"/>
                  </a:lnTo>
                  <a:lnTo>
                    <a:pt x="7" y="90"/>
                  </a:lnTo>
                  <a:lnTo>
                    <a:pt x="10" y="73"/>
                  </a:lnTo>
                  <a:lnTo>
                    <a:pt x="14" y="55"/>
                  </a:lnTo>
                  <a:lnTo>
                    <a:pt x="19" y="40"/>
                  </a:lnTo>
                  <a:lnTo>
                    <a:pt x="23" y="28"/>
                  </a:lnTo>
                  <a:lnTo>
                    <a:pt x="28" y="17"/>
                  </a:lnTo>
                  <a:lnTo>
                    <a:pt x="34" y="10"/>
                  </a:lnTo>
                  <a:lnTo>
                    <a:pt x="41" y="7"/>
                  </a:lnTo>
                  <a:lnTo>
                    <a:pt x="47" y="5"/>
                  </a:lnTo>
                  <a:lnTo>
                    <a:pt x="47" y="0"/>
                  </a:lnTo>
                  <a:close/>
                </a:path>
              </a:pathLst>
            </a:custGeom>
            <a:solidFill>
              <a:srgbClr val="A8A8A8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348" name="Google Shape;348;p1"/>
            <p:cNvSpPr/>
            <p:nvPr/>
          </p:nvSpPr>
          <p:spPr>
            <a:xfrm>
              <a:off x="4079" y="3319"/>
              <a:ext cx="40" cy="102"/>
            </a:xfrm>
            <a:custGeom>
              <a:avLst/>
              <a:gdLst/>
              <a:ahLst/>
              <a:cxnLst/>
              <a:rect l="l" t="t" r="r" b="b"/>
              <a:pathLst>
                <a:path w="46" h="172" extrusionOk="0">
                  <a:moveTo>
                    <a:pt x="46" y="0"/>
                  </a:moveTo>
                  <a:lnTo>
                    <a:pt x="40" y="2"/>
                  </a:lnTo>
                  <a:lnTo>
                    <a:pt x="33" y="5"/>
                  </a:lnTo>
                  <a:lnTo>
                    <a:pt x="27" y="12"/>
                  </a:lnTo>
                  <a:lnTo>
                    <a:pt x="22" y="23"/>
                  </a:lnTo>
                  <a:lnTo>
                    <a:pt x="18" y="35"/>
                  </a:lnTo>
                  <a:lnTo>
                    <a:pt x="13" y="50"/>
                  </a:lnTo>
                  <a:lnTo>
                    <a:pt x="9" y="68"/>
                  </a:lnTo>
                  <a:lnTo>
                    <a:pt x="6" y="85"/>
                  </a:lnTo>
                  <a:lnTo>
                    <a:pt x="4" y="106"/>
                  </a:lnTo>
                  <a:lnTo>
                    <a:pt x="2" y="127"/>
                  </a:lnTo>
                  <a:lnTo>
                    <a:pt x="0" y="149"/>
                  </a:lnTo>
                  <a:lnTo>
                    <a:pt x="0" y="172"/>
                  </a:lnTo>
                  <a:lnTo>
                    <a:pt x="2" y="172"/>
                  </a:lnTo>
                  <a:lnTo>
                    <a:pt x="2" y="147"/>
                  </a:lnTo>
                  <a:lnTo>
                    <a:pt x="4" y="125"/>
                  </a:lnTo>
                  <a:lnTo>
                    <a:pt x="6" y="102"/>
                  </a:lnTo>
                  <a:lnTo>
                    <a:pt x="9" y="82"/>
                  </a:lnTo>
                  <a:lnTo>
                    <a:pt x="13" y="62"/>
                  </a:lnTo>
                  <a:lnTo>
                    <a:pt x="17" y="45"/>
                  </a:lnTo>
                  <a:lnTo>
                    <a:pt x="22" y="31"/>
                  </a:lnTo>
                  <a:lnTo>
                    <a:pt x="27" y="21"/>
                  </a:lnTo>
                  <a:lnTo>
                    <a:pt x="33" y="12"/>
                  </a:lnTo>
                  <a:lnTo>
                    <a:pt x="38" y="7"/>
                  </a:lnTo>
                  <a:lnTo>
                    <a:pt x="46" y="5"/>
                  </a:lnTo>
                  <a:lnTo>
                    <a:pt x="46" y="0"/>
                  </a:lnTo>
                  <a:close/>
                </a:path>
              </a:pathLst>
            </a:custGeom>
            <a:solidFill>
              <a:srgbClr val="AAAAAA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349" name="Google Shape;349;p1"/>
            <p:cNvSpPr/>
            <p:nvPr/>
          </p:nvSpPr>
          <p:spPr>
            <a:xfrm>
              <a:off x="4081" y="3323"/>
              <a:ext cx="38" cy="98"/>
            </a:xfrm>
            <a:custGeom>
              <a:avLst/>
              <a:gdLst/>
              <a:ahLst/>
              <a:cxnLst/>
              <a:rect l="l" t="t" r="r" b="b"/>
              <a:pathLst>
                <a:path w="44" h="167" extrusionOk="0">
                  <a:moveTo>
                    <a:pt x="44" y="0"/>
                  </a:moveTo>
                  <a:lnTo>
                    <a:pt x="36" y="2"/>
                  </a:lnTo>
                  <a:lnTo>
                    <a:pt x="31" y="7"/>
                  </a:lnTo>
                  <a:lnTo>
                    <a:pt x="25" y="16"/>
                  </a:lnTo>
                  <a:lnTo>
                    <a:pt x="20" y="26"/>
                  </a:lnTo>
                  <a:lnTo>
                    <a:pt x="15" y="40"/>
                  </a:lnTo>
                  <a:lnTo>
                    <a:pt x="11" y="57"/>
                  </a:lnTo>
                  <a:lnTo>
                    <a:pt x="7" y="77"/>
                  </a:lnTo>
                  <a:lnTo>
                    <a:pt x="4" y="97"/>
                  </a:lnTo>
                  <a:lnTo>
                    <a:pt x="2" y="120"/>
                  </a:lnTo>
                  <a:lnTo>
                    <a:pt x="0" y="142"/>
                  </a:lnTo>
                  <a:lnTo>
                    <a:pt x="0" y="167"/>
                  </a:lnTo>
                  <a:lnTo>
                    <a:pt x="2" y="167"/>
                  </a:lnTo>
                  <a:lnTo>
                    <a:pt x="2" y="142"/>
                  </a:lnTo>
                  <a:lnTo>
                    <a:pt x="2" y="122"/>
                  </a:lnTo>
                  <a:lnTo>
                    <a:pt x="6" y="99"/>
                  </a:lnTo>
                  <a:lnTo>
                    <a:pt x="7" y="80"/>
                  </a:lnTo>
                  <a:lnTo>
                    <a:pt x="11" y="61"/>
                  </a:lnTo>
                  <a:lnTo>
                    <a:pt x="16" y="45"/>
                  </a:lnTo>
                  <a:lnTo>
                    <a:pt x="20" y="31"/>
                  </a:lnTo>
                  <a:lnTo>
                    <a:pt x="25" y="19"/>
                  </a:lnTo>
                  <a:lnTo>
                    <a:pt x="31" y="12"/>
                  </a:lnTo>
                  <a:lnTo>
                    <a:pt x="36" y="7"/>
                  </a:lnTo>
                  <a:lnTo>
                    <a:pt x="44" y="5"/>
                  </a:lnTo>
                  <a:lnTo>
                    <a:pt x="44" y="0"/>
                  </a:lnTo>
                  <a:close/>
                </a:path>
              </a:pathLst>
            </a:custGeom>
            <a:solidFill>
              <a:srgbClr val="ACACAC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350" name="Google Shape;350;p1"/>
            <p:cNvSpPr/>
            <p:nvPr/>
          </p:nvSpPr>
          <p:spPr>
            <a:xfrm>
              <a:off x="4082" y="3325"/>
              <a:ext cx="37" cy="96"/>
            </a:xfrm>
            <a:custGeom>
              <a:avLst/>
              <a:gdLst/>
              <a:ahLst/>
              <a:cxnLst/>
              <a:rect l="l" t="t" r="r" b="b"/>
              <a:pathLst>
                <a:path w="42" h="162" extrusionOk="0">
                  <a:moveTo>
                    <a:pt x="42" y="0"/>
                  </a:moveTo>
                  <a:lnTo>
                    <a:pt x="34" y="2"/>
                  </a:lnTo>
                  <a:lnTo>
                    <a:pt x="29" y="7"/>
                  </a:lnTo>
                  <a:lnTo>
                    <a:pt x="23" y="14"/>
                  </a:lnTo>
                  <a:lnTo>
                    <a:pt x="18" y="26"/>
                  </a:lnTo>
                  <a:lnTo>
                    <a:pt x="14" y="40"/>
                  </a:lnTo>
                  <a:lnTo>
                    <a:pt x="9" y="56"/>
                  </a:lnTo>
                  <a:lnTo>
                    <a:pt x="5" y="75"/>
                  </a:lnTo>
                  <a:lnTo>
                    <a:pt x="4" y="94"/>
                  </a:lnTo>
                  <a:lnTo>
                    <a:pt x="0" y="117"/>
                  </a:lnTo>
                  <a:lnTo>
                    <a:pt x="0" y="137"/>
                  </a:lnTo>
                  <a:lnTo>
                    <a:pt x="0" y="162"/>
                  </a:lnTo>
                  <a:lnTo>
                    <a:pt x="0" y="162"/>
                  </a:lnTo>
                  <a:lnTo>
                    <a:pt x="2" y="139"/>
                  </a:lnTo>
                  <a:lnTo>
                    <a:pt x="2" y="117"/>
                  </a:lnTo>
                  <a:lnTo>
                    <a:pt x="4" y="96"/>
                  </a:lnTo>
                  <a:lnTo>
                    <a:pt x="7" y="77"/>
                  </a:lnTo>
                  <a:lnTo>
                    <a:pt x="11" y="59"/>
                  </a:lnTo>
                  <a:lnTo>
                    <a:pt x="14" y="44"/>
                  </a:lnTo>
                  <a:lnTo>
                    <a:pt x="20" y="30"/>
                  </a:lnTo>
                  <a:lnTo>
                    <a:pt x="23" y="20"/>
                  </a:lnTo>
                  <a:lnTo>
                    <a:pt x="29" y="13"/>
                  </a:lnTo>
                  <a:lnTo>
                    <a:pt x="36" y="7"/>
                  </a:lnTo>
                  <a:lnTo>
                    <a:pt x="42" y="6"/>
                  </a:lnTo>
                  <a:lnTo>
                    <a:pt x="42" y="0"/>
                  </a:lnTo>
                  <a:close/>
                </a:path>
              </a:pathLst>
            </a:custGeom>
            <a:solidFill>
              <a:srgbClr val="AFAFAF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</p:grpSp>
      <p:grpSp>
        <p:nvGrpSpPr>
          <p:cNvPr id="351" name="Google Shape;351;p1"/>
          <p:cNvGrpSpPr/>
          <p:nvPr/>
        </p:nvGrpSpPr>
        <p:grpSpPr>
          <a:xfrm>
            <a:off x="6248400" y="2209800"/>
            <a:ext cx="228600" cy="762000"/>
            <a:chOff x="3969" y="3294"/>
            <a:chExt cx="164" cy="567"/>
          </a:xfrm>
        </p:grpSpPr>
        <p:sp>
          <p:nvSpPr>
            <p:cNvPr id="352" name="Google Shape;352;p1"/>
            <p:cNvSpPr/>
            <p:nvPr/>
          </p:nvSpPr>
          <p:spPr>
            <a:xfrm>
              <a:off x="3969" y="3294"/>
              <a:ext cx="164" cy="567"/>
            </a:xfrm>
            <a:custGeom>
              <a:avLst/>
              <a:gdLst/>
              <a:ahLst/>
              <a:cxnLst/>
              <a:rect l="l" t="t" r="r" b="b"/>
              <a:pathLst>
                <a:path w="188" h="953" extrusionOk="0">
                  <a:moveTo>
                    <a:pt x="188" y="873"/>
                  </a:moveTo>
                  <a:lnTo>
                    <a:pt x="94" y="953"/>
                  </a:lnTo>
                  <a:lnTo>
                    <a:pt x="0" y="873"/>
                  </a:lnTo>
                  <a:lnTo>
                    <a:pt x="94" y="0"/>
                  </a:lnTo>
                  <a:lnTo>
                    <a:pt x="188" y="873"/>
                  </a:lnTo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353" name="Google Shape;353;p1"/>
            <p:cNvSpPr/>
            <p:nvPr/>
          </p:nvSpPr>
          <p:spPr>
            <a:xfrm>
              <a:off x="4035" y="3318"/>
              <a:ext cx="32" cy="59"/>
            </a:xfrm>
            <a:custGeom>
              <a:avLst/>
              <a:gdLst/>
              <a:ahLst/>
              <a:cxnLst/>
              <a:rect l="l" t="t" r="r" b="b"/>
              <a:pathLst>
                <a:path w="36" h="99" extrusionOk="0">
                  <a:moveTo>
                    <a:pt x="29" y="19"/>
                  </a:moveTo>
                  <a:lnTo>
                    <a:pt x="18" y="0"/>
                  </a:lnTo>
                  <a:lnTo>
                    <a:pt x="5" y="19"/>
                  </a:lnTo>
                  <a:lnTo>
                    <a:pt x="0" y="80"/>
                  </a:lnTo>
                  <a:lnTo>
                    <a:pt x="18" y="99"/>
                  </a:lnTo>
                  <a:lnTo>
                    <a:pt x="36" y="80"/>
                  </a:lnTo>
                  <a:lnTo>
                    <a:pt x="29" y="19"/>
                  </a:lnTo>
                  <a:close/>
                </a:path>
              </a:pathLst>
            </a:custGeom>
            <a:solidFill>
              <a:srgbClr val="666666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354" name="Google Shape;354;p1"/>
            <p:cNvSpPr/>
            <p:nvPr/>
          </p:nvSpPr>
          <p:spPr>
            <a:xfrm>
              <a:off x="3969" y="3767"/>
              <a:ext cx="164" cy="48"/>
            </a:xfrm>
            <a:custGeom>
              <a:avLst/>
              <a:gdLst/>
              <a:ahLst/>
              <a:cxnLst/>
              <a:rect l="l" t="t" r="r" b="b"/>
              <a:pathLst>
                <a:path w="188" h="78" extrusionOk="0">
                  <a:moveTo>
                    <a:pt x="188" y="78"/>
                  </a:moveTo>
                  <a:lnTo>
                    <a:pt x="94" y="0"/>
                  </a:lnTo>
                  <a:lnTo>
                    <a:pt x="0" y="78"/>
                  </a:lnTo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355" name="Google Shape;355;p1"/>
            <p:cNvSpPr/>
            <p:nvPr/>
          </p:nvSpPr>
          <p:spPr>
            <a:xfrm>
              <a:off x="3969" y="3294"/>
              <a:ext cx="164" cy="567"/>
            </a:xfrm>
            <a:custGeom>
              <a:avLst/>
              <a:gdLst/>
              <a:ahLst/>
              <a:cxnLst/>
              <a:rect l="l" t="t" r="r" b="b"/>
              <a:pathLst>
                <a:path w="188" h="953" extrusionOk="0">
                  <a:moveTo>
                    <a:pt x="94" y="0"/>
                  </a:moveTo>
                  <a:lnTo>
                    <a:pt x="94" y="953"/>
                  </a:lnTo>
                  <a:lnTo>
                    <a:pt x="188" y="873"/>
                  </a:lnTo>
                  <a:lnTo>
                    <a:pt x="94" y="0"/>
                  </a:lnTo>
                  <a:lnTo>
                    <a:pt x="0" y="873"/>
                  </a:lnTo>
                  <a:lnTo>
                    <a:pt x="94" y="953"/>
                  </a:lnTo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356" name="Google Shape;356;p1"/>
            <p:cNvSpPr/>
            <p:nvPr/>
          </p:nvSpPr>
          <p:spPr>
            <a:xfrm>
              <a:off x="4030" y="3424"/>
              <a:ext cx="42" cy="12"/>
            </a:xfrm>
            <a:custGeom>
              <a:avLst/>
              <a:gdLst/>
              <a:ahLst/>
              <a:cxnLst/>
              <a:rect l="l" t="t" r="r" b="b"/>
              <a:pathLst>
                <a:path w="47" h="19" extrusionOk="0">
                  <a:moveTo>
                    <a:pt x="47" y="0"/>
                  </a:moveTo>
                  <a:lnTo>
                    <a:pt x="24" y="19"/>
                  </a:lnTo>
                  <a:lnTo>
                    <a:pt x="0" y="0"/>
                  </a:lnTo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357" name="Google Shape;357;p1"/>
            <p:cNvSpPr/>
            <p:nvPr/>
          </p:nvSpPr>
          <p:spPr>
            <a:xfrm>
              <a:off x="4023" y="3468"/>
              <a:ext cx="54" cy="15"/>
            </a:xfrm>
            <a:custGeom>
              <a:avLst/>
              <a:gdLst/>
              <a:ahLst/>
              <a:cxnLst/>
              <a:rect l="l" t="t" r="r" b="b"/>
              <a:pathLst>
                <a:path w="64" h="26" extrusionOk="0">
                  <a:moveTo>
                    <a:pt x="64" y="0"/>
                  </a:moveTo>
                  <a:lnTo>
                    <a:pt x="33" y="26"/>
                  </a:lnTo>
                  <a:lnTo>
                    <a:pt x="0" y="0"/>
                  </a:lnTo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358" name="Google Shape;358;p1"/>
            <p:cNvSpPr/>
            <p:nvPr/>
          </p:nvSpPr>
          <p:spPr>
            <a:xfrm>
              <a:off x="4018" y="3510"/>
              <a:ext cx="68" cy="21"/>
            </a:xfrm>
            <a:custGeom>
              <a:avLst/>
              <a:gdLst/>
              <a:ahLst/>
              <a:cxnLst/>
              <a:rect l="l" t="t" r="r" b="b"/>
              <a:pathLst>
                <a:path w="78" h="35" extrusionOk="0">
                  <a:moveTo>
                    <a:pt x="78" y="2"/>
                  </a:moveTo>
                  <a:lnTo>
                    <a:pt x="38" y="35"/>
                  </a:lnTo>
                  <a:lnTo>
                    <a:pt x="0" y="0"/>
                  </a:lnTo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359" name="Google Shape;359;p1"/>
            <p:cNvSpPr/>
            <p:nvPr/>
          </p:nvSpPr>
          <p:spPr>
            <a:xfrm>
              <a:off x="4009" y="3555"/>
              <a:ext cx="82" cy="23"/>
            </a:xfrm>
            <a:custGeom>
              <a:avLst/>
              <a:gdLst/>
              <a:ahLst/>
              <a:cxnLst/>
              <a:rect l="l" t="t" r="r" b="b"/>
              <a:pathLst>
                <a:path w="94" h="38" extrusionOk="0">
                  <a:moveTo>
                    <a:pt x="94" y="0"/>
                  </a:moveTo>
                  <a:lnTo>
                    <a:pt x="47" y="38"/>
                  </a:lnTo>
                  <a:lnTo>
                    <a:pt x="0" y="0"/>
                  </a:lnTo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360" name="Google Shape;360;p1"/>
            <p:cNvSpPr/>
            <p:nvPr/>
          </p:nvSpPr>
          <p:spPr>
            <a:xfrm>
              <a:off x="4002" y="3598"/>
              <a:ext cx="96" cy="27"/>
            </a:xfrm>
            <a:custGeom>
              <a:avLst/>
              <a:gdLst/>
              <a:ahLst/>
              <a:cxnLst/>
              <a:rect l="l" t="t" r="r" b="b"/>
              <a:pathLst>
                <a:path w="110" h="46" extrusionOk="0">
                  <a:moveTo>
                    <a:pt x="110" y="0"/>
                  </a:moveTo>
                  <a:lnTo>
                    <a:pt x="56" y="46"/>
                  </a:lnTo>
                  <a:lnTo>
                    <a:pt x="0" y="0"/>
                  </a:lnTo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361" name="Google Shape;361;p1"/>
            <p:cNvSpPr/>
            <p:nvPr/>
          </p:nvSpPr>
          <p:spPr>
            <a:xfrm>
              <a:off x="3997" y="3641"/>
              <a:ext cx="110" cy="32"/>
            </a:xfrm>
            <a:custGeom>
              <a:avLst/>
              <a:gdLst/>
              <a:ahLst/>
              <a:cxnLst/>
              <a:rect l="l" t="t" r="r" b="b"/>
              <a:pathLst>
                <a:path w="125" h="53" extrusionOk="0">
                  <a:moveTo>
                    <a:pt x="125" y="0"/>
                  </a:moveTo>
                  <a:lnTo>
                    <a:pt x="62" y="53"/>
                  </a:lnTo>
                  <a:lnTo>
                    <a:pt x="0" y="0"/>
                  </a:lnTo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362" name="Google Shape;362;p1"/>
            <p:cNvSpPr/>
            <p:nvPr/>
          </p:nvSpPr>
          <p:spPr>
            <a:xfrm>
              <a:off x="3990" y="3684"/>
              <a:ext cx="122" cy="36"/>
            </a:xfrm>
            <a:custGeom>
              <a:avLst/>
              <a:gdLst/>
              <a:ahLst/>
              <a:cxnLst/>
              <a:rect l="l" t="t" r="r" b="b"/>
              <a:pathLst>
                <a:path w="141" h="61" extrusionOk="0">
                  <a:moveTo>
                    <a:pt x="141" y="0"/>
                  </a:moveTo>
                  <a:lnTo>
                    <a:pt x="71" y="61"/>
                  </a:lnTo>
                  <a:lnTo>
                    <a:pt x="0" y="0"/>
                  </a:lnTo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363" name="Google Shape;363;p1"/>
            <p:cNvSpPr/>
            <p:nvPr/>
          </p:nvSpPr>
          <p:spPr>
            <a:xfrm>
              <a:off x="3981" y="3728"/>
              <a:ext cx="138" cy="39"/>
            </a:xfrm>
            <a:custGeom>
              <a:avLst/>
              <a:gdLst/>
              <a:ahLst/>
              <a:cxnLst/>
              <a:rect l="l" t="t" r="r" b="b"/>
              <a:pathLst>
                <a:path w="158" h="68" extrusionOk="0">
                  <a:moveTo>
                    <a:pt x="158" y="0"/>
                  </a:moveTo>
                  <a:lnTo>
                    <a:pt x="80" y="68"/>
                  </a:lnTo>
                  <a:lnTo>
                    <a:pt x="0" y="2"/>
                  </a:lnTo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364" name="Google Shape;364;p1"/>
            <p:cNvSpPr/>
            <p:nvPr/>
          </p:nvSpPr>
          <p:spPr>
            <a:xfrm>
              <a:off x="3978" y="3769"/>
              <a:ext cx="148" cy="46"/>
            </a:xfrm>
            <a:custGeom>
              <a:avLst/>
              <a:gdLst/>
              <a:ahLst/>
              <a:cxnLst/>
              <a:rect l="l" t="t" r="r" b="b"/>
              <a:pathLst>
                <a:path w="172" h="75" extrusionOk="0">
                  <a:moveTo>
                    <a:pt x="172" y="2"/>
                  </a:moveTo>
                  <a:lnTo>
                    <a:pt x="85" y="75"/>
                  </a:lnTo>
                  <a:lnTo>
                    <a:pt x="0" y="0"/>
                  </a:lnTo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365" name="Google Shape;365;p1"/>
            <p:cNvSpPr/>
            <p:nvPr/>
          </p:nvSpPr>
          <p:spPr>
            <a:xfrm>
              <a:off x="4035" y="3318"/>
              <a:ext cx="32" cy="59"/>
            </a:xfrm>
            <a:custGeom>
              <a:avLst/>
              <a:gdLst/>
              <a:ahLst/>
              <a:cxnLst/>
              <a:rect l="l" t="t" r="r" b="b"/>
              <a:pathLst>
                <a:path w="36" h="99" extrusionOk="0">
                  <a:moveTo>
                    <a:pt x="29" y="19"/>
                  </a:moveTo>
                  <a:lnTo>
                    <a:pt x="18" y="0"/>
                  </a:lnTo>
                  <a:lnTo>
                    <a:pt x="5" y="19"/>
                  </a:lnTo>
                  <a:lnTo>
                    <a:pt x="0" y="80"/>
                  </a:lnTo>
                  <a:lnTo>
                    <a:pt x="18" y="99"/>
                  </a:lnTo>
                  <a:lnTo>
                    <a:pt x="36" y="80"/>
                  </a:lnTo>
                  <a:lnTo>
                    <a:pt x="29" y="19"/>
                  </a:lnTo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366" name="Google Shape;366;p1"/>
            <p:cNvSpPr/>
            <p:nvPr/>
          </p:nvSpPr>
          <p:spPr>
            <a:xfrm>
              <a:off x="4070" y="3294"/>
              <a:ext cx="49" cy="127"/>
            </a:xfrm>
            <a:custGeom>
              <a:avLst/>
              <a:gdLst/>
              <a:ahLst/>
              <a:cxnLst/>
              <a:rect l="l" t="t" r="r" b="b"/>
              <a:pathLst>
                <a:path w="56" h="214" extrusionOk="0">
                  <a:moveTo>
                    <a:pt x="56" y="0"/>
                  </a:moveTo>
                  <a:lnTo>
                    <a:pt x="48" y="2"/>
                  </a:lnTo>
                  <a:lnTo>
                    <a:pt x="41" y="7"/>
                  </a:lnTo>
                  <a:lnTo>
                    <a:pt x="36" y="14"/>
                  </a:lnTo>
                  <a:lnTo>
                    <a:pt x="28" y="25"/>
                  </a:lnTo>
                  <a:lnTo>
                    <a:pt x="23" y="39"/>
                  </a:lnTo>
                  <a:lnTo>
                    <a:pt x="18" y="54"/>
                  </a:lnTo>
                  <a:lnTo>
                    <a:pt x="14" y="72"/>
                  </a:lnTo>
                  <a:lnTo>
                    <a:pt x="9" y="92"/>
                  </a:lnTo>
                  <a:lnTo>
                    <a:pt x="7" y="115"/>
                  </a:lnTo>
                  <a:lnTo>
                    <a:pt x="3" y="137"/>
                  </a:lnTo>
                  <a:lnTo>
                    <a:pt x="1" y="162"/>
                  </a:lnTo>
                  <a:lnTo>
                    <a:pt x="0" y="188"/>
                  </a:lnTo>
                  <a:lnTo>
                    <a:pt x="0" y="214"/>
                  </a:lnTo>
                  <a:lnTo>
                    <a:pt x="0" y="0"/>
                  </a:lnTo>
                  <a:lnTo>
                    <a:pt x="56" y="0"/>
                  </a:lnTo>
                  <a:close/>
                </a:path>
              </a:pathLst>
            </a:custGeom>
            <a:solidFill>
              <a:srgbClr val="9A9A9A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367" name="Google Shape;367;p1"/>
            <p:cNvSpPr/>
            <p:nvPr/>
          </p:nvSpPr>
          <p:spPr>
            <a:xfrm>
              <a:off x="4070" y="3294"/>
              <a:ext cx="49" cy="127"/>
            </a:xfrm>
            <a:custGeom>
              <a:avLst/>
              <a:gdLst/>
              <a:ahLst/>
              <a:cxnLst/>
              <a:rect l="l" t="t" r="r" b="b"/>
              <a:pathLst>
                <a:path w="56" h="214" extrusionOk="0">
                  <a:moveTo>
                    <a:pt x="56" y="0"/>
                  </a:moveTo>
                  <a:lnTo>
                    <a:pt x="48" y="2"/>
                  </a:lnTo>
                  <a:lnTo>
                    <a:pt x="41" y="7"/>
                  </a:lnTo>
                  <a:lnTo>
                    <a:pt x="36" y="14"/>
                  </a:lnTo>
                  <a:lnTo>
                    <a:pt x="28" y="25"/>
                  </a:lnTo>
                  <a:lnTo>
                    <a:pt x="23" y="39"/>
                  </a:lnTo>
                  <a:lnTo>
                    <a:pt x="18" y="54"/>
                  </a:lnTo>
                  <a:lnTo>
                    <a:pt x="14" y="72"/>
                  </a:lnTo>
                  <a:lnTo>
                    <a:pt x="9" y="92"/>
                  </a:lnTo>
                  <a:lnTo>
                    <a:pt x="7" y="115"/>
                  </a:lnTo>
                  <a:lnTo>
                    <a:pt x="3" y="137"/>
                  </a:lnTo>
                  <a:lnTo>
                    <a:pt x="1" y="162"/>
                  </a:lnTo>
                  <a:lnTo>
                    <a:pt x="0" y="188"/>
                  </a:lnTo>
                  <a:lnTo>
                    <a:pt x="0" y="214"/>
                  </a:lnTo>
                  <a:lnTo>
                    <a:pt x="1" y="214"/>
                  </a:lnTo>
                  <a:lnTo>
                    <a:pt x="1" y="188"/>
                  </a:lnTo>
                  <a:lnTo>
                    <a:pt x="3" y="163"/>
                  </a:lnTo>
                  <a:lnTo>
                    <a:pt x="5" y="139"/>
                  </a:lnTo>
                  <a:lnTo>
                    <a:pt x="7" y="117"/>
                  </a:lnTo>
                  <a:lnTo>
                    <a:pt x="10" y="96"/>
                  </a:lnTo>
                  <a:lnTo>
                    <a:pt x="14" y="75"/>
                  </a:lnTo>
                  <a:lnTo>
                    <a:pt x="19" y="58"/>
                  </a:lnTo>
                  <a:lnTo>
                    <a:pt x="25" y="42"/>
                  </a:lnTo>
                  <a:lnTo>
                    <a:pt x="30" y="30"/>
                  </a:lnTo>
                  <a:lnTo>
                    <a:pt x="36" y="19"/>
                  </a:lnTo>
                  <a:lnTo>
                    <a:pt x="43" y="11"/>
                  </a:lnTo>
                  <a:lnTo>
                    <a:pt x="48" y="7"/>
                  </a:lnTo>
                  <a:lnTo>
                    <a:pt x="56" y="6"/>
                  </a:lnTo>
                  <a:lnTo>
                    <a:pt x="56" y="0"/>
                  </a:lnTo>
                  <a:close/>
                </a:path>
              </a:pathLst>
            </a:custGeom>
            <a:solidFill>
              <a:srgbClr val="9A9A9A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368" name="Google Shape;368;p1"/>
            <p:cNvSpPr/>
            <p:nvPr/>
          </p:nvSpPr>
          <p:spPr>
            <a:xfrm>
              <a:off x="4072" y="3298"/>
              <a:ext cx="47" cy="123"/>
            </a:xfrm>
            <a:custGeom>
              <a:avLst/>
              <a:gdLst/>
              <a:ahLst/>
              <a:cxnLst/>
              <a:rect l="l" t="t" r="r" b="b"/>
              <a:pathLst>
                <a:path w="55" h="208" extrusionOk="0">
                  <a:moveTo>
                    <a:pt x="55" y="0"/>
                  </a:moveTo>
                  <a:lnTo>
                    <a:pt x="47" y="1"/>
                  </a:lnTo>
                  <a:lnTo>
                    <a:pt x="42" y="5"/>
                  </a:lnTo>
                  <a:lnTo>
                    <a:pt x="35" y="13"/>
                  </a:lnTo>
                  <a:lnTo>
                    <a:pt x="29" y="24"/>
                  </a:lnTo>
                  <a:lnTo>
                    <a:pt x="24" y="36"/>
                  </a:lnTo>
                  <a:lnTo>
                    <a:pt x="18" y="52"/>
                  </a:lnTo>
                  <a:lnTo>
                    <a:pt x="13" y="69"/>
                  </a:lnTo>
                  <a:lnTo>
                    <a:pt x="9" y="90"/>
                  </a:lnTo>
                  <a:lnTo>
                    <a:pt x="6" y="111"/>
                  </a:lnTo>
                  <a:lnTo>
                    <a:pt x="4" y="133"/>
                  </a:lnTo>
                  <a:lnTo>
                    <a:pt x="2" y="157"/>
                  </a:lnTo>
                  <a:lnTo>
                    <a:pt x="0" y="182"/>
                  </a:lnTo>
                  <a:lnTo>
                    <a:pt x="0" y="208"/>
                  </a:lnTo>
                  <a:lnTo>
                    <a:pt x="2" y="208"/>
                  </a:lnTo>
                  <a:lnTo>
                    <a:pt x="2" y="180"/>
                  </a:lnTo>
                  <a:lnTo>
                    <a:pt x="4" y="154"/>
                  </a:lnTo>
                  <a:lnTo>
                    <a:pt x="6" y="130"/>
                  </a:lnTo>
                  <a:lnTo>
                    <a:pt x="8" y="105"/>
                  </a:lnTo>
                  <a:lnTo>
                    <a:pt x="13" y="85"/>
                  </a:lnTo>
                  <a:lnTo>
                    <a:pt x="17" y="64"/>
                  </a:lnTo>
                  <a:lnTo>
                    <a:pt x="22" y="46"/>
                  </a:lnTo>
                  <a:lnTo>
                    <a:pt x="27" y="33"/>
                  </a:lnTo>
                  <a:lnTo>
                    <a:pt x="35" y="20"/>
                  </a:lnTo>
                  <a:lnTo>
                    <a:pt x="40" y="12"/>
                  </a:lnTo>
                  <a:lnTo>
                    <a:pt x="47" y="7"/>
                  </a:lnTo>
                  <a:lnTo>
                    <a:pt x="55" y="5"/>
                  </a:lnTo>
                  <a:lnTo>
                    <a:pt x="55" y="0"/>
                  </a:lnTo>
                  <a:close/>
                </a:path>
              </a:pathLst>
            </a:custGeom>
            <a:solidFill>
              <a:srgbClr val="9B9B9B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369" name="Google Shape;369;p1"/>
            <p:cNvSpPr/>
            <p:nvPr/>
          </p:nvSpPr>
          <p:spPr>
            <a:xfrm>
              <a:off x="4074" y="3300"/>
              <a:ext cx="45" cy="121"/>
            </a:xfrm>
            <a:custGeom>
              <a:avLst/>
              <a:gdLst/>
              <a:ahLst/>
              <a:cxnLst/>
              <a:rect l="l" t="t" r="r" b="b"/>
              <a:pathLst>
                <a:path w="53" h="203" extrusionOk="0">
                  <a:moveTo>
                    <a:pt x="53" y="0"/>
                  </a:moveTo>
                  <a:lnTo>
                    <a:pt x="45" y="2"/>
                  </a:lnTo>
                  <a:lnTo>
                    <a:pt x="38" y="7"/>
                  </a:lnTo>
                  <a:lnTo>
                    <a:pt x="33" y="15"/>
                  </a:lnTo>
                  <a:lnTo>
                    <a:pt x="25" y="28"/>
                  </a:lnTo>
                  <a:lnTo>
                    <a:pt x="20" y="41"/>
                  </a:lnTo>
                  <a:lnTo>
                    <a:pt x="15" y="59"/>
                  </a:lnTo>
                  <a:lnTo>
                    <a:pt x="11" y="80"/>
                  </a:lnTo>
                  <a:lnTo>
                    <a:pt x="6" y="100"/>
                  </a:lnTo>
                  <a:lnTo>
                    <a:pt x="4" y="125"/>
                  </a:lnTo>
                  <a:lnTo>
                    <a:pt x="2" y="149"/>
                  </a:lnTo>
                  <a:lnTo>
                    <a:pt x="0" y="175"/>
                  </a:lnTo>
                  <a:lnTo>
                    <a:pt x="0" y="203"/>
                  </a:lnTo>
                  <a:lnTo>
                    <a:pt x="0" y="203"/>
                  </a:lnTo>
                  <a:lnTo>
                    <a:pt x="2" y="177"/>
                  </a:lnTo>
                  <a:lnTo>
                    <a:pt x="2" y="151"/>
                  </a:lnTo>
                  <a:lnTo>
                    <a:pt x="4" y="126"/>
                  </a:lnTo>
                  <a:lnTo>
                    <a:pt x="7" y="104"/>
                  </a:lnTo>
                  <a:lnTo>
                    <a:pt x="11" y="81"/>
                  </a:lnTo>
                  <a:lnTo>
                    <a:pt x="16" y="62"/>
                  </a:lnTo>
                  <a:lnTo>
                    <a:pt x="20" y="45"/>
                  </a:lnTo>
                  <a:lnTo>
                    <a:pt x="27" y="31"/>
                  </a:lnTo>
                  <a:lnTo>
                    <a:pt x="33" y="21"/>
                  </a:lnTo>
                  <a:lnTo>
                    <a:pt x="38" y="12"/>
                  </a:lnTo>
                  <a:lnTo>
                    <a:pt x="45" y="7"/>
                  </a:lnTo>
                  <a:lnTo>
                    <a:pt x="53" y="5"/>
                  </a:lnTo>
                  <a:lnTo>
                    <a:pt x="53" y="0"/>
                  </a:lnTo>
                  <a:close/>
                </a:path>
              </a:pathLst>
            </a:custGeom>
            <a:solidFill>
              <a:srgbClr val="9D9D9D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370" name="Google Shape;370;p1"/>
            <p:cNvSpPr/>
            <p:nvPr/>
          </p:nvSpPr>
          <p:spPr>
            <a:xfrm>
              <a:off x="4074" y="3304"/>
              <a:ext cx="45" cy="117"/>
            </a:xfrm>
            <a:custGeom>
              <a:avLst/>
              <a:gdLst/>
              <a:ahLst/>
              <a:cxnLst/>
              <a:rect l="l" t="t" r="r" b="b"/>
              <a:pathLst>
                <a:path w="53" h="198" extrusionOk="0">
                  <a:moveTo>
                    <a:pt x="53" y="0"/>
                  </a:moveTo>
                  <a:lnTo>
                    <a:pt x="45" y="2"/>
                  </a:lnTo>
                  <a:lnTo>
                    <a:pt x="38" y="7"/>
                  </a:lnTo>
                  <a:lnTo>
                    <a:pt x="33" y="16"/>
                  </a:lnTo>
                  <a:lnTo>
                    <a:pt x="27" y="26"/>
                  </a:lnTo>
                  <a:lnTo>
                    <a:pt x="20" y="40"/>
                  </a:lnTo>
                  <a:lnTo>
                    <a:pt x="16" y="57"/>
                  </a:lnTo>
                  <a:lnTo>
                    <a:pt x="11" y="76"/>
                  </a:lnTo>
                  <a:lnTo>
                    <a:pt x="7" y="99"/>
                  </a:lnTo>
                  <a:lnTo>
                    <a:pt x="4" y="121"/>
                  </a:lnTo>
                  <a:lnTo>
                    <a:pt x="2" y="146"/>
                  </a:lnTo>
                  <a:lnTo>
                    <a:pt x="2" y="172"/>
                  </a:lnTo>
                  <a:lnTo>
                    <a:pt x="0" y="198"/>
                  </a:lnTo>
                  <a:lnTo>
                    <a:pt x="2" y="198"/>
                  </a:lnTo>
                  <a:lnTo>
                    <a:pt x="2" y="172"/>
                  </a:lnTo>
                  <a:lnTo>
                    <a:pt x="4" y="147"/>
                  </a:lnTo>
                  <a:lnTo>
                    <a:pt x="6" y="123"/>
                  </a:lnTo>
                  <a:lnTo>
                    <a:pt x="9" y="101"/>
                  </a:lnTo>
                  <a:lnTo>
                    <a:pt x="13" y="80"/>
                  </a:lnTo>
                  <a:lnTo>
                    <a:pt x="16" y="61"/>
                  </a:lnTo>
                  <a:lnTo>
                    <a:pt x="22" y="45"/>
                  </a:lnTo>
                  <a:lnTo>
                    <a:pt x="27" y="31"/>
                  </a:lnTo>
                  <a:lnTo>
                    <a:pt x="33" y="19"/>
                  </a:lnTo>
                  <a:lnTo>
                    <a:pt x="40" y="12"/>
                  </a:lnTo>
                  <a:lnTo>
                    <a:pt x="45" y="7"/>
                  </a:lnTo>
                  <a:lnTo>
                    <a:pt x="53" y="5"/>
                  </a:lnTo>
                  <a:lnTo>
                    <a:pt x="53" y="0"/>
                  </a:lnTo>
                  <a:close/>
                </a:path>
              </a:pathLst>
            </a:custGeom>
            <a:solidFill>
              <a:srgbClr val="9F9F9F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371" name="Google Shape;371;p1"/>
            <p:cNvSpPr/>
            <p:nvPr/>
          </p:nvSpPr>
          <p:spPr>
            <a:xfrm>
              <a:off x="4074" y="3307"/>
              <a:ext cx="45" cy="114"/>
            </a:xfrm>
            <a:custGeom>
              <a:avLst/>
              <a:gdLst/>
              <a:ahLst/>
              <a:cxnLst/>
              <a:rect l="l" t="t" r="r" b="b"/>
              <a:pathLst>
                <a:path w="51" h="193" extrusionOk="0">
                  <a:moveTo>
                    <a:pt x="51" y="0"/>
                  </a:moveTo>
                  <a:lnTo>
                    <a:pt x="43" y="2"/>
                  </a:lnTo>
                  <a:lnTo>
                    <a:pt x="38" y="7"/>
                  </a:lnTo>
                  <a:lnTo>
                    <a:pt x="31" y="14"/>
                  </a:lnTo>
                  <a:lnTo>
                    <a:pt x="25" y="26"/>
                  </a:lnTo>
                  <a:lnTo>
                    <a:pt x="20" y="40"/>
                  </a:lnTo>
                  <a:lnTo>
                    <a:pt x="14" y="56"/>
                  </a:lnTo>
                  <a:lnTo>
                    <a:pt x="11" y="75"/>
                  </a:lnTo>
                  <a:lnTo>
                    <a:pt x="7" y="96"/>
                  </a:lnTo>
                  <a:lnTo>
                    <a:pt x="4" y="118"/>
                  </a:lnTo>
                  <a:lnTo>
                    <a:pt x="2" y="142"/>
                  </a:lnTo>
                  <a:lnTo>
                    <a:pt x="0" y="167"/>
                  </a:lnTo>
                  <a:lnTo>
                    <a:pt x="0" y="193"/>
                  </a:lnTo>
                  <a:lnTo>
                    <a:pt x="2" y="193"/>
                  </a:lnTo>
                  <a:lnTo>
                    <a:pt x="2" y="168"/>
                  </a:lnTo>
                  <a:lnTo>
                    <a:pt x="4" y="144"/>
                  </a:lnTo>
                  <a:lnTo>
                    <a:pt x="5" y="120"/>
                  </a:lnTo>
                  <a:lnTo>
                    <a:pt x="7" y="99"/>
                  </a:lnTo>
                  <a:lnTo>
                    <a:pt x="11" y="78"/>
                  </a:lnTo>
                  <a:lnTo>
                    <a:pt x="16" y="59"/>
                  </a:lnTo>
                  <a:lnTo>
                    <a:pt x="20" y="44"/>
                  </a:lnTo>
                  <a:lnTo>
                    <a:pt x="25" y="30"/>
                  </a:lnTo>
                  <a:lnTo>
                    <a:pt x="31" y="19"/>
                  </a:lnTo>
                  <a:lnTo>
                    <a:pt x="38" y="12"/>
                  </a:lnTo>
                  <a:lnTo>
                    <a:pt x="43" y="7"/>
                  </a:lnTo>
                  <a:lnTo>
                    <a:pt x="51" y="5"/>
                  </a:lnTo>
                  <a:lnTo>
                    <a:pt x="51" y="0"/>
                  </a:lnTo>
                  <a:close/>
                </a:path>
              </a:pathLst>
            </a:custGeom>
            <a:solidFill>
              <a:srgbClr val="A1A1A1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372" name="Google Shape;372;p1"/>
            <p:cNvSpPr/>
            <p:nvPr/>
          </p:nvSpPr>
          <p:spPr>
            <a:xfrm>
              <a:off x="4075" y="3309"/>
              <a:ext cx="44" cy="112"/>
            </a:xfrm>
            <a:custGeom>
              <a:avLst/>
              <a:gdLst/>
              <a:ahLst/>
              <a:cxnLst/>
              <a:rect l="l" t="t" r="r" b="b"/>
              <a:pathLst>
                <a:path w="49" h="188" extrusionOk="0">
                  <a:moveTo>
                    <a:pt x="49" y="0"/>
                  </a:moveTo>
                  <a:lnTo>
                    <a:pt x="41" y="2"/>
                  </a:lnTo>
                  <a:lnTo>
                    <a:pt x="36" y="7"/>
                  </a:lnTo>
                  <a:lnTo>
                    <a:pt x="29" y="14"/>
                  </a:lnTo>
                  <a:lnTo>
                    <a:pt x="23" y="25"/>
                  </a:lnTo>
                  <a:lnTo>
                    <a:pt x="18" y="39"/>
                  </a:lnTo>
                  <a:lnTo>
                    <a:pt x="14" y="54"/>
                  </a:lnTo>
                  <a:lnTo>
                    <a:pt x="9" y="73"/>
                  </a:lnTo>
                  <a:lnTo>
                    <a:pt x="5" y="94"/>
                  </a:lnTo>
                  <a:lnTo>
                    <a:pt x="3" y="115"/>
                  </a:lnTo>
                  <a:lnTo>
                    <a:pt x="2" y="139"/>
                  </a:lnTo>
                  <a:lnTo>
                    <a:pt x="0" y="163"/>
                  </a:lnTo>
                  <a:lnTo>
                    <a:pt x="0" y="188"/>
                  </a:lnTo>
                  <a:lnTo>
                    <a:pt x="2" y="188"/>
                  </a:lnTo>
                  <a:lnTo>
                    <a:pt x="2" y="163"/>
                  </a:lnTo>
                  <a:lnTo>
                    <a:pt x="2" y="141"/>
                  </a:lnTo>
                  <a:lnTo>
                    <a:pt x="5" y="118"/>
                  </a:lnTo>
                  <a:lnTo>
                    <a:pt x="7" y="96"/>
                  </a:lnTo>
                  <a:lnTo>
                    <a:pt x="11" y="77"/>
                  </a:lnTo>
                  <a:lnTo>
                    <a:pt x="14" y="59"/>
                  </a:lnTo>
                  <a:lnTo>
                    <a:pt x="20" y="44"/>
                  </a:lnTo>
                  <a:lnTo>
                    <a:pt x="25" y="30"/>
                  </a:lnTo>
                  <a:lnTo>
                    <a:pt x="30" y="19"/>
                  </a:lnTo>
                  <a:lnTo>
                    <a:pt x="36" y="11"/>
                  </a:lnTo>
                  <a:lnTo>
                    <a:pt x="41" y="7"/>
                  </a:lnTo>
                  <a:lnTo>
                    <a:pt x="49" y="6"/>
                  </a:lnTo>
                  <a:lnTo>
                    <a:pt x="49" y="0"/>
                  </a:lnTo>
                  <a:close/>
                </a:path>
              </a:pathLst>
            </a:custGeom>
            <a:solidFill>
              <a:srgbClr val="A3A3A3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373" name="Google Shape;373;p1"/>
            <p:cNvSpPr/>
            <p:nvPr/>
          </p:nvSpPr>
          <p:spPr>
            <a:xfrm>
              <a:off x="4077" y="3313"/>
              <a:ext cx="42" cy="108"/>
            </a:xfrm>
            <a:custGeom>
              <a:avLst/>
              <a:gdLst/>
              <a:ahLst/>
              <a:cxnLst/>
              <a:rect l="l" t="t" r="r" b="b"/>
              <a:pathLst>
                <a:path w="47" h="182" extrusionOk="0">
                  <a:moveTo>
                    <a:pt x="47" y="0"/>
                  </a:moveTo>
                  <a:lnTo>
                    <a:pt x="39" y="1"/>
                  </a:lnTo>
                  <a:lnTo>
                    <a:pt x="34" y="5"/>
                  </a:lnTo>
                  <a:lnTo>
                    <a:pt x="28" y="13"/>
                  </a:lnTo>
                  <a:lnTo>
                    <a:pt x="23" y="24"/>
                  </a:lnTo>
                  <a:lnTo>
                    <a:pt x="18" y="38"/>
                  </a:lnTo>
                  <a:lnTo>
                    <a:pt x="12" y="53"/>
                  </a:lnTo>
                  <a:lnTo>
                    <a:pt x="9" y="71"/>
                  </a:lnTo>
                  <a:lnTo>
                    <a:pt x="5" y="90"/>
                  </a:lnTo>
                  <a:lnTo>
                    <a:pt x="3" y="112"/>
                  </a:lnTo>
                  <a:lnTo>
                    <a:pt x="0" y="135"/>
                  </a:lnTo>
                  <a:lnTo>
                    <a:pt x="0" y="157"/>
                  </a:lnTo>
                  <a:lnTo>
                    <a:pt x="0" y="182"/>
                  </a:lnTo>
                  <a:lnTo>
                    <a:pt x="0" y="182"/>
                  </a:lnTo>
                  <a:lnTo>
                    <a:pt x="1" y="157"/>
                  </a:lnTo>
                  <a:lnTo>
                    <a:pt x="1" y="135"/>
                  </a:lnTo>
                  <a:lnTo>
                    <a:pt x="3" y="114"/>
                  </a:lnTo>
                  <a:lnTo>
                    <a:pt x="7" y="93"/>
                  </a:lnTo>
                  <a:lnTo>
                    <a:pt x="10" y="74"/>
                  </a:lnTo>
                  <a:lnTo>
                    <a:pt x="14" y="57"/>
                  </a:lnTo>
                  <a:lnTo>
                    <a:pt x="18" y="41"/>
                  </a:lnTo>
                  <a:lnTo>
                    <a:pt x="23" y="29"/>
                  </a:lnTo>
                  <a:lnTo>
                    <a:pt x="28" y="19"/>
                  </a:lnTo>
                  <a:lnTo>
                    <a:pt x="34" y="10"/>
                  </a:lnTo>
                  <a:lnTo>
                    <a:pt x="39" y="7"/>
                  </a:lnTo>
                  <a:lnTo>
                    <a:pt x="47" y="5"/>
                  </a:lnTo>
                  <a:lnTo>
                    <a:pt x="47" y="0"/>
                  </a:lnTo>
                  <a:close/>
                </a:path>
              </a:pathLst>
            </a:custGeom>
            <a:solidFill>
              <a:srgbClr val="A5A5A5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374" name="Google Shape;374;p1"/>
            <p:cNvSpPr/>
            <p:nvPr/>
          </p:nvSpPr>
          <p:spPr>
            <a:xfrm>
              <a:off x="4077" y="3315"/>
              <a:ext cx="42" cy="106"/>
            </a:xfrm>
            <a:custGeom>
              <a:avLst/>
              <a:gdLst/>
              <a:ahLst/>
              <a:cxnLst/>
              <a:rect l="l" t="t" r="r" b="b"/>
              <a:pathLst>
                <a:path w="47" h="177" extrusionOk="0">
                  <a:moveTo>
                    <a:pt x="47" y="0"/>
                  </a:moveTo>
                  <a:lnTo>
                    <a:pt x="39" y="2"/>
                  </a:lnTo>
                  <a:lnTo>
                    <a:pt x="34" y="5"/>
                  </a:lnTo>
                  <a:lnTo>
                    <a:pt x="28" y="14"/>
                  </a:lnTo>
                  <a:lnTo>
                    <a:pt x="23" y="24"/>
                  </a:lnTo>
                  <a:lnTo>
                    <a:pt x="18" y="36"/>
                  </a:lnTo>
                  <a:lnTo>
                    <a:pt x="14" y="52"/>
                  </a:lnTo>
                  <a:lnTo>
                    <a:pt x="10" y="69"/>
                  </a:lnTo>
                  <a:lnTo>
                    <a:pt x="7" y="88"/>
                  </a:lnTo>
                  <a:lnTo>
                    <a:pt x="3" y="109"/>
                  </a:lnTo>
                  <a:lnTo>
                    <a:pt x="1" y="130"/>
                  </a:lnTo>
                  <a:lnTo>
                    <a:pt x="1" y="152"/>
                  </a:lnTo>
                  <a:lnTo>
                    <a:pt x="0" y="177"/>
                  </a:lnTo>
                  <a:lnTo>
                    <a:pt x="1" y="177"/>
                  </a:lnTo>
                  <a:lnTo>
                    <a:pt x="1" y="154"/>
                  </a:lnTo>
                  <a:lnTo>
                    <a:pt x="3" y="132"/>
                  </a:lnTo>
                  <a:lnTo>
                    <a:pt x="5" y="111"/>
                  </a:lnTo>
                  <a:lnTo>
                    <a:pt x="7" y="90"/>
                  </a:lnTo>
                  <a:lnTo>
                    <a:pt x="10" y="73"/>
                  </a:lnTo>
                  <a:lnTo>
                    <a:pt x="14" y="55"/>
                  </a:lnTo>
                  <a:lnTo>
                    <a:pt x="19" y="40"/>
                  </a:lnTo>
                  <a:lnTo>
                    <a:pt x="23" y="28"/>
                  </a:lnTo>
                  <a:lnTo>
                    <a:pt x="28" y="17"/>
                  </a:lnTo>
                  <a:lnTo>
                    <a:pt x="34" y="10"/>
                  </a:lnTo>
                  <a:lnTo>
                    <a:pt x="41" y="7"/>
                  </a:lnTo>
                  <a:lnTo>
                    <a:pt x="47" y="5"/>
                  </a:lnTo>
                  <a:lnTo>
                    <a:pt x="47" y="0"/>
                  </a:lnTo>
                  <a:close/>
                </a:path>
              </a:pathLst>
            </a:custGeom>
            <a:solidFill>
              <a:srgbClr val="A8A8A8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375" name="Google Shape;375;p1"/>
            <p:cNvSpPr/>
            <p:nvPr/>
          </p:nvSpPr>
          <p:spPr>
            <a:xfrm>
              <a:off x="4079" y="3319"/>
              <a:ext cx="40" cy="102"/>
            </a:xfrm>
            <a:custGeom>
              <a:avLst/>
              <a:gdLst/>
              <a:ahLst/>
              <a:cxnLst/>
              <a:rect l="l" t="t" r="r" b="b"/>
              <a:pathLst>
                <a:path w="46" h="172" extrusionOk="0">
                  <a:moveTo>
                    <a:pt x="46" y="0"/>
                  </a:moveTo>
                  <a:lnTo>
                    <a:pt x="40" y="2"/>
                  </a:lnTo>
                  <a:lnTo>
                    <a:pt x="33" y="5"/>
                  </a:lnTo>
                  <a:lnTo>
                    <a:pt x="27" y="12"/>
                  </a:lnTo>
                  <a:lnTo>
                    <a:pt x="22" y="23"/>
                  </a:lnTo>
                  <a:lnTo>
                    <a:pt x="18" y="35"/>
                  </a:lnTo>
                  <a:lnTo>
                    <a:pt x="13" y="50"/>
                  </a:lnTo>
                  <a:lnTo>
                    <a:pt x="9" y="68"/>
                  </a:lnTo>
                  <a:lnTo>
                    <a:pt x="6" y="85"/>
                  </a:lnTo>
                  <a:lnTo>
                    <a:pt x="4" y="106"/>
                  </a:lnTo>
                  <a:lnTo>
                    <a:pt x="2" y="127"/>
                  </a:lnTo>
                  <a:lnTo>
                    <a:pt x="0" y="149"/>
                  </a:lnTo>
                  <a:lnTo>
                    <a:pt x="0" y="172"/>
                  </a:lnTo>
                  <a:lnTo>
                    <a:pt x="2" y="172"/>
                  </a:lnTo>
                  <a:lnTo>
                    <a:pt x="2" y="147"/>
                  </a:lnTo>
                  <a:lnTo>
                    <a:pt x="4" y="125"/>
                  </a:lnTo>
                  <a:lnTo>
                    <a:pt x="6" y="102"/>
                  </a:lnTo>
                  <a:lnTo>
                    <a:pt x="9" y="82"/>
                  </a:lnTo>
                  <a:lnTo>
                    <a:pt x="13" y="62"/>
                  </a:lnTo>
                  <a:lnTo>
                    <a:pt x="17" y="45"/>
                  </a:lnTo>
                  <a:lnTo>
                    <a:pt x="22" y="31"/>
                  </a:lnTo>
                  <a:lnTo>
                    <a:pt x="27" y="21"/>
                  </a:lnTo>
                  <a:lnTo>
                    <a:pt x="33" y="12"/>
                  </a:lnTo>
                  <a:lnTo>
                    <a:pt x="38" y="7"/>
                  </a:lnTo>
                  <a:lnTo>
                    <a:pt x="46" y="5"/>
                  </a:lnTo>
                  <a:lnTo>
                    <a:pt x="46" y="0"/>
                  </a:lnTo>
                  <a:close/>
                </a:path>
              </a:pathLst>
            </a:custGeom>
            <a:solidFill>
              <a:srgbClr val="AAAAAA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376" name="Google Shape;376;p1"/>
            <p:cNvSpPr/>
            <p:nvPr/>
          </p:nvSpPr>
          <p:spPr>
            <a:xfrm>
              <a:off x="4081" y="3323"/>
              <a:ext cx="38" cy="98"/>
            </a:xfrm>
            <a:custGeom>
              <a:avLst/>
              <a:gdLst/>
              <a:ahLst/>
              <a:cxnLst/>
              <a:rect l="l" t="t" r="r" b="b"/>
              <a:pathLst>
                <a:path w="44" h="167" extrusionOk="0">
                  <a:moveTo>
                    <a:pt x="44" y="0"/>
                  </a:moveTo>
                  <a:lnTo>
                    <a:pt x="36" y="2"/>
                  </a:lnTo>
                  <a:lnTo>
                    <a:pt x="31" y="7"/>
                  </a:lnTo>
                  <a:lnTo>
                    <a:pt x="25" y="16"/>
                  </a:lnTo>
                  <a:lnTo>
                    <a:pt x="20" y="26"/>
                  </a:lnTo>
                  <a:lnTo>
                    <a:pt x="15" y="40"/>
                  </a:lnTo>
                  <a:lnTo>
                    <a:pt x="11" y="57"/>
                  </a:lnTo>
                  <a:lnTo>
                    <a:pt x="7" y="77"/>
                  </a:lnTo>
                  <a:lnTo>
                    <a:pt x="4" y="97"/>
                  </a:lnTo>
                  <a:lnTo>
                    <a:pt x="2" y="120"/>
                  </a:lnTo>
                  <a:lnTo>
                    <a:pt x="0" y="142"/>
                  </a:lnTo>
                  <a:lnTo>
                    <a:pt x="0" y="167"/>
                  </a:lnTo>
                  <a:lnTo>
                    <a:pt x="2" y="167"/>
                  </a:lnTo>
                  <a:lnTo>
                    <a:pt x="2" y="142"/>
                  </a:lnTo>
                  <a:lnTo>
                    <a:pt x="2" y="122"/>
                  </a:lnTo>
                  <a:lnTo>
                    <a:pt x="6" y="99"/>
                  </a:lnTo>
                  <a:lnTo>
                    <a:pt x="7" y="80"/>
                  </a:lnTo>
                  <a:lnTo>
                    <a:pt x="11" y="61"/>
                  </a:lnTo>
                  <a:lnTo>
                    <a:pt x="16" y="45"/>
                  </a:lnTo>
                  <a:lnTo>
                    <a:pt x="20" y="31"/>
                  </a:lnTo>
                  <a:lnTo>
                    <a:pt x="25" y="19"/>
                  </a:lnTo>
                  <a:lnTo>
                    <a:pt x="31" y="12"/>
                  </a:lnTo>
                  <a:lnTo>
                    <a:pt x="36" y="7"/>
                  </a:lnTo>
                  <a:lnTo>
                    <a:pt x="44" y="5"/>
                  </a:lnTo>
                  <a:lnTo>
                    <a:pt x="44" y="0"/>
                  </a:lnTo>
                  <a:close/>
                </a:path>
              </a:pathLst>
            </a:custGeom>
            <a:solidFill>
              <a:srgbClr val="ACACAC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377" name="Google Shape;377;p1"/>
            <p:cNvSpPr/>
            <p:nvPr/>
          </p:nvSpPr>
          <p:spPr>
            <a:xfrm>
              <a:off x="4082" y="3325"/>
              <a:ext cx="37" cy="96"/>
            </a:xfrm>
            <a:custGeom>
              <a:avLst/>
              <a:gdLst/>
              <a:ahLst/>
              <a:cxnLst/>
              <a:rect l="l" t="t" r="r" b="b"/>
              <a:pathLst>
                <a:path w="42" h="162" extrusionOk="0">
                  <a:moveTo>
                    <a:pt x="42" y="0"/>
                  </a:moveTo>
                  <a:lnTo>
                    <a:pt x="34" y="2"/>
                  </a:lnTo>
                  <a:lnTo>
                    <a:pt x="29" y="7"/>
                  </a:lnTo>
                  <a:lnTo>
                    <a:pt x="23" y="14"/>
                  </a:lnTo>
                  <a:lnTo>
                    <a:pt x="18" y="26"/>
                  </a:lnTo>
                  <a:lnTo>
                    <a:pt x="14" y="40"/>
                  </a:lnTo>
                  <a:lnTo>
                    <a:pt x="9" y="56"/>
                  </a:lnTo>
                  <a:lnTo>
                    <a:pt x="5" y="75"/>
                  </a:lnTo>
                  <a:lnTo>
                    <a:pt x="4" y="94"/>
                  </a:lnTo>
                  <a:lnTo>
                    <a:pt x="0" y="117"/>
                  </a:lnTo>
                  <a:lnTo>
                    <a:pt x="0" y="137"/>
                  </a:lnTo>
                  <a:lnTo>
                    <a:pt x="0" y="162"/>
                  </a:lnTo>
                  <a:lnTo>
                    <a:pt x="0" y="162"/>
                  </a:lnTo>
                  <a:lnTo>
                    <a:pt x="2" y="139"/>
                  </a:lnTo>
                  <a:lnTo>
                    <a:pt x="2" y="117"/>
                  </a:lnTo>
                  <a:lnTo>
                    <a:pt x="4" y="96"/>
                  </a:lnTo>
                  <a:lnTo>
                    <a:pt x="7" y="77"/>
                  </a:lnTo>
                  <a:lnTo>
                    <a:pt x="11" y="59"/>
                  </a:lnTo>
                  <a:lnTo>
                    <a:pt x="14" y="44"/>
                  </a:lnTo>
                  <a:lnTo>
                    <a:pt x="20" y="30"/>
                  </a:lnTo>
                  <a:lnTo>
                    <a:pt x="23" y="20"/>
                  </a:lnTo>
                  <a:lnTo>
                    <a:pt x="29" y="13"/>
                  </a:lnTo>
                  <a:lnTo>
                    <a:pt x="36" y="7"/>
                  </a:lnTo>
                  <a:lnTo>
                    <a:pt x="42" y="6"/>
                  </a:lnTo>
                  <a:lnTo>
                    <a:pt x="42" y="0"/>
                  </a:lnTo>
                  <a:close/>
                </a:path>
              </a:pathLst>
            </a:custGeom>
            <a:solidFill>
              <a:srgbClr val="AFAFAF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378" name="Google Shape;378;p1"/>
            <p:cNvSpPr/>
            <p:nvPr/>
          </p:nvSpPr>
          <p:spPr>
            <a:xfrm>
              <a:off x="4082" y="3329"/>
              <a:ext cx="37" cy="92"/>
            </a:xfrm>
            <a:custGeom>
              <a:avLst/>
              <a:gdLst/>
              <a:ahLst/>
              <a:cxnLst/>
              <a:rect l="l" t="t" r="r" b="b"/>
              <a:pathLst>
                <a:path w="42" h="156" extrusionOk="0">
                  <a:moveTo>
                    <a:pt x="42" y="0"/>
                  </a:moveTo>
                  <a:lnTo>
                    <a:pt x="36" y="1"/>
                  </a:lnTo>
                  <a:lnTo>
                    <a:pt x="29" y="7"/>
                  </a:lnTo>
                  <a:lnTo>
                    <a:pt x="23" y="14"/>
                  </a:lnTo>
                  <a:lnTo>
                    <a:pt x="20" y="24"/>
                  </a:lnTo>
                  <a:lnTo>
                    <a:pt x="14" y="38"/>
                  </a:lnTo>
                  <a:lnTo>
                    <a:pt x="11" y="53"/>
                  </a:lnTo>
                  <a:lnTo>
                    <a:pt x="7" y="71"/>
                  </a:lnTo>
                  <a:lnTo>
                    <a:pt x="4" y="90"/>
                  </a:lnTo>
                  <a:lnTo>
                    <a:pt x="2" y="111"/>
                  </a:lnTo>
                  <a:lnTo>
                    <a:pt x="2" y="133"/>
                  </a:lnTo>
                  <a:lnTo>
                    <a:pt x="0" y="156"/>
                  </a:lnTo>
                  <a:lnTo>
                    <a:pt x="2" y="156"/>
                  </a:lnTo>
                  <a:lnTo>
                    <a:pt x="2" y="133"/>
                  </a:lnTo>
                  <a:lnTo>
                    <a:pt x="4" y="112"/>
                  </a:lnTo>
                  <a:lnTo>
                    <a:pt x="5" y="93"/>
                  </a:lnTo>
                  <a:lnTo>
                    <a:pt x="7" y="74"/>
                  </a:lnTo>
                  <a:lnTo>
                    <a:pt x="11" y="57"/>
                  </a:lnTo>
                  <a:lnTo>
                    <a:pt x="16" y="41"/>
                  </a:lnTo>
                  <a:lnTo>
                    <a:pt x="20" y="29"/>
                  </a:lnTo>
                  <a:lnTo>
                    <a:pt x="25" y="19"/>
                  </a:lnTo>
                  <a:lnTo>
                    <a:pt x="31" y="10"/>
                  </a:lnTo>
                  <a:lnTo>
                    <a:pt x="36" y="7"/>
                  </a:lnTo>
                  <a:lnTo>
                    <a:pt x="42" y="5"/>
                  </a:lnTo>
                  <a:lnTo>
                    <a:pt x="42" y="0"/>
                  </a:lnTo>
                  <a:close/>
                </a:path>
              </a:pathLst>
            </a:custGeom>
            <a:solidFill>
              <a:srgbClr val="B1B1B1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379" name="Google Shape;379;p1"/>
            <p:cNvSpPr/>
            <p:nvPr/>
          </p:nvSpPr>
          <p:spPr>
            <a:xfrm>
              <a:off x="4084" y="3331"/>
              <a:ext cx="35" cy="90"/>
            </a:xfrm>
            <a:custGeom>
              <a:avLst/>
              <a:gdLst/>
              <a:ahLst/>
              <a:cxnLst/>
              <a:rect l="l" t="t" r="r" b="b"/>
              <a:pathLst>
                <a:path w="40" h="151" extrusionOk="0">
                  <a:moveTo>
                    <a:pt x="40" y="0"/>
                  </a:moveTo>
                  <a:lnTo>
                    <a:pt x="34" y="2"/>
                  </a:lnTo>
                  <a:lnTo>
                    <a:pt x="29" y="5"/>
                  </a:lnTo>
                  <a:lnTo>
                    <a:pt x="23" y="14"/>
                  </a:lnTo>
                  <a:lnTo>
                    <a:pt x="18" y="24"/>
                  </a:lnTo>
                  <a:lnTo>
                    <a:pt x="14" y="36"/>
                  </a:lnTo>
                  <a:lnTo>
                    <a:pt x="9" y="52"/>
                  </a:lnTo>
                  <a:lnTo>
                    <a:pt x="5" y="69"/>
                  </a:lnTo>
                  <a:lnTo>
                    <a:pt x="3" y="88"/>
                  </a:lnTo>
                  <a:lnTo>
                    <a:pt x="2" y="107"/>
                  </a:lnTo>
                  <a:lnTo>
                    <a:pt x="0" y="128"/>
                  </a:lnTo>
                  <a:lnTo>
                    <a:pt x="0" y="151"/>
                  </a:lnTo>
                  <a:lnTo>
                    <a:pt x="2" y="151"/>
                  </a:lnTo>
                  <a:lnTo>
                    <a:pt x="2" y="130"/>
                  </a:lnTo>
                  <a:lnTo>
                    <a:pt x="3" y="109"/>
                  </a:lnTo>
                  <a:lnTo>
                    <a:pt x="5" y="90"/>
                  </a:lnTo>
                  <a:lnTo>
                    <a:pt x="7" y="71"/>
                  </a:lnTo>
                  <a:lnTo>
                    <a:pt x="11" y="55"/>
                  </a:lnTo>
                  <a:lnTo>
                    <a:pt x="14" y="40"/>
                  </a:lnTo>
                  <a:lnTo>
                    <a:pt x="18" y="28"/>
                  </a:lnTo>
                  <a:lnTo>
                    <a:pt x="23" y="17"/>
                  </a:lnTo>
                  <a:lnTo>
                    <a:pt x="29" y="10"/>
                  </a:lnTo>
                  <a:lnTo>
                    <a:pt x="34" y="7"/>
                  </a:lnTo>
                  <a:lnTo>
                    <a:pt x="40" y="5"/>
                  </a:lnTo>
                  <a:lnTo>
                    <a:pt x="40" y="0"/>
                  </a:lnTo>
                  <a:close/>
                </a:path>
              </a:pathLst>
            </a:custGeom>
            <a:solidFill>
              <a:srgbClr val="B4B4B4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380" name="Google Shape;380;p1"/>
            <p:cNvSpPr/>
            <p:nvPr/>
          </p:nvSpPr>
          <p:spPr>
            <a:xfrm>
              <a:off x="4086" y="3335"/>
              <a:ext cx="33" cy="86"/>
            </a:xfrm>
            <a:custGeom>
              <a:avLst/>
              <a:gdLst/>
              <a:ahLst/>
              <a:cxnLst/>
              <a:rect l="l" t="t" r="r" b="b"/>
              <a:pathLst>
                <a:path w="38" h="146" extrusionOk="0">
                  <a:moveTo>
                    <a:pt x="38" y="0"/>
                  </a:moveTo>
                  <a:lnTo>
                    <a:pt x="32" y="2"/>
                  </a:lnTo>
                  <a:lnTo>
                    <a:pt x="27" y="5"/>
                  </a:lnTo>
                  <a:lnTo>
                    <a:pt x="21" y="12"/>
                  </a:lnTo>
                  <a:lnTo>
                    <a:pt x="16" y="23"/>
                  </a:lnTo>
                  <a:lnTo>
                    <a:pt x="12" y="35"/>
                  </a:lnTo>
                  <a:lnTo>
                    <a:pt x="9" y="50"/>
                  </a:lnTo>
                  <a:lnTo>
                    <a:pt x="5" y="66"/>
                  </a:lnTo>
                  <a:lnTo>
                    <a:pt x="3" y="85"/>
                  </a:lnTo>
                  <a:lnTo>
                    <a:pt x="1" y="104"/>
                  </a:lnTo>
                  <a:lnTo>
                    <a:pt x="0" y="125"/>
                  </a:lnTo>
                  <a:lnTo>
                    <a:pt x="0" y="146"/>
                  </a:lnTo>
                  <a:lnTo>
                    <a:pt x="1" y="146"/>
                  </a:lnTo>
                  <a:lnTo>
                    <a:pt x="1" y="123"/>
                  </a:lnTo>
                  <a:lnTo>
                    <a:pt x="3" y="102"/>
                  </a:lnTo>
                  <a:lnTo>
                    <a:pt x="5" y="82"/>
                  </a:lnTo>
                  <a:lnTo>
                    <a:pt x="7" y="63"/>
                  </a:lnTo>
                  <a:lnTo>
                    <a:pt x="10" y="47"/>
                  </a:lnTo>
                  <a:lnTo>
                    <a:pt x="16" y="31"/>
                  </a:lnTo>
                  <a:lnTo>
                    <a:pt x="21" y="21"/>
                  </a:lnTo>
                  <a:lnTo>
                    <a:pt x="25" y="12"/>
                  </a:lnTo>
                  <a:lnTo>
                    <a:pt x="32" y="7"/>
                  </a:lnTo>
                  <a:lnTo>
                    <a:pt x="38" y="5"/>
                  </a:lnTo>
                  <a:lnTo>
                    <a:pt x="38" y="0"/>
                  </a:lnTo>
                  <a:close/>
                </a:path>
              </a:pathLst>
            </a:custGeom>
            <a:solidFill>
              <a:srgbClr val="B7B7B7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381" name="Google Shape;381;p1"/>
            <p:cNvSpPr/>
            <p:nvPr/>
          </p:nvSpPr>
          <p:spPr>
            <a:xfrm>
              <a:off x="4088" y="3338"/>
              <a:ext cx="31" cy="83"/>
            </a:xfrm>
            <a:custGeom>
              <a:avLst/>
              <a:gdLst/>
              <a:ahLst/>
              <a:cxnLst/>
              <a:rect l="l" t="t" r="r" b="b"/>
              <a:pathLst>
                <a:path w="37" h="141" extrusionOk="0">
                  <a:moveTo>
                    <a:pt x="37" y="0"/>
                  </a:moveTo>
                  <a:lnTo>
                    <a:pt x="31" y="2"/>
                  </a:lnTo>
                  <a:lnTo>
                    <a:pt x="24" y="7"/>
                  </a:lnTo>
                  <a:lnTo>
                    <a:pt x="20" y="16"/>
                  </a:lnTo>
                  <a:lnTo>
                    <a:pt x="15" y="26"/>
                  </a:lnTo>
                  <a:lnTo>
                    <a:pt x="9" y="42"/>
                  </a:lnTo>
                  <a:lnTo>
                    <a:pt x="6" y="58"/>
                  </a:lnTo>
                  <a:lnTo>
                    <a:pt x="4" y="77"/>
                  </a:lnTo>
                  <a:lnTo>
                    <a:pt x="2" y="97"/>
                  </a:lnTo>
                  <a:lnTo>
                    <a:pt x="0" y="118"/>
                  </a:lnTo>
                  <a:lnTo>
                    <a:pt x="0" y="141"/>
                  </a:lnTo>
                  <a:lnTo>
                    <a:pt x="0" y="141"/>
                  </a:lnTo>
                  <a:lnTo>
                    <a:pt x="2" y="118"/>
                  </a:lnTo>
                  <a:lnTo>
                    <a:pt x="2" y="99"/>
                  </a:lnTo>
                  <a:lnTo>
                    <a:pt x="4" y="78"/>
                  </a:lnTo>
                  <a:lnTo>
                    <a:pt x="8" y="61"/>
                  </a:lnTo>
                  <a:lnTo>
                    <a:pt x="11" y="45"/>
                  </a:lnTo>
                  <a:lnTo>
                    <a:pt x="15" y="31"/>
                  </a:lnTo>
                  <a:lnTo>
                    <a:pt x="20" y="19"/>
                  </a:lnTo>
                  <a:lnTo>
                    <a:pt x="26" y="12"/>
                  </a:lnTo>
                  <a:lnTo>
                    <a:pt x="31" y="7"/>
                  </a:lnTo>
                  <a:lnTo>
                    <a:pt x="37" y="5"/>
                  </a:lnTo>
                  <a:lnTo>
                    <a:pt x="37" y="0"/>
                  </a:lnTo>
                  <a:close/>
                </a:path>
              </a:pathLst>
            </a:custGeom>
            <a:solidFill>
              <a:srgbClr val="BABABA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382" name="Google Shape;382;p1"/>
            <p:cNvSpPr/>
            <p:nvPr/>
          </p:nvSpPr>
          <p:spPr>
            <a:xfrm>
              <a:off x="4088" y="3340"/>
              <a:ext cx="31" cy="81"/>
            </a:xfrm>
            <a:custGeom>
              <a:avLst/>
              <a:gdLst/>
              <a:ahLst/>
              <a:cxnLst/>
              <a:rect l="l" t="t" r="r" b="b"/>
              <a:pathLst>
                <a:path w="37" h="136" extrusionOk="0">
                  <a:moveTo>
                    <a:pt x="37" y="0"/>
                  </a:moveTo>
                  <a:lnTo>
                    <a:pt x="31" y="2"/>
                  </a:lnTo>
                  <a:lnTo>
                    <a:pt x="26" y="7"/>
                  </a:lnTo>
                  <a:lnTo>
                    <a:pt x="20" y="14"/>
                  </a:lnTo>
                  <a:lnTo>
                    <a:pt x="15" y="26"/>
                  </a:lnTo>
                  <a:lnTo>
                    <a:pt x="11" y="40"/>
                  </a:lnTo>
                  <a:lnTo>
                    <a:pt x="8" y="56"/>
                  </a:lnTo>
                  <a:lnTo>
                    <a:pt x="4" y="73"/>
                  </a:lnTo>
                  <a:lnTo>
                    <a:pt x="2" y="94"/>
                  </a:lnTo>
                  <a:lnTo>
                    <a:pt x="2" y="113"/>
                  </a:lnTo>
                  <a:lnTo>
                    <a:pt x="0" y="136"/>
                  </a:lnTo>
                  <a:lnTo>
                    <a:pt x="2" y="136"/>
                  </a:lnTo>
                  <a:lnTo>
                    <a:pt x="2" y="115"/>
                  </a:lnTo>
                  <a:lnTo>
                    <a:pt x="4" y="96"/>
                  </a:lnTo>
                  <a:lnTo>
                    <a:pt x="6" y="77"/>
                  </a:lnTo>
                  <a:lnTo>
                    <a:pt x="9" y="59"/>
                  </a:lnTo>
                  <a:lnTo>
                    <a:pt x="13" y="44"/>
                  </a:lnTo>
                  <a:lnTo>
                    <a:pt x="17" y="30"/>
                  </a:lnTo>
                  <a:lnTo>
                    <a:pt x="20" y="20"/>
                  </a:lnTo>
                  <a:lnTo>
                    <a:pt x="26" y="13"/>
                  </a:lnTo>
                  <a:lnTo>
                    <a:pt x="31" y="7"/>
                  </a:lnTo>
                  <a:lnTo>
                    <a:pt x="37" y="6"/>
                  </a:lnTo>
                  <a:lnTo>
                    <a:pt x="37" y="0"/>
                  </a:lnTo>
                  <a:close/>
                </a:path>
              </a:pathLst>
            </a:custGeom>
            <a:solidFill>
              <a:srgbClr val="BDBDBD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383" name="Google Shape;383;p1"/>
            <p:cNvSpPr/>
            <p:nvPr/>
          </p:nvSpPr>
          <p:spPr>
            <a:xfrm>
              <a:off x="4089" y="3344"/>
              <a:ext cx="30" cy="77"/>
            </a:xfrm>
            <a:custGeom>
              <a:avLst/>
              <a:gdLst/>
              <a:ahLst/>
              <a:cxnLst/>
              <a:rect l="l" t="t" r="r" b="b"/>
              <a:pathLst>
                <a:path w="35" h="130" extrusionOk="0">
                  <a:moveTo>
                    <a:pt x="35" y="0"/>
                  </a:moveTo>
                  <a:lnTo>
                    <a:pt x="29" y="1"/>
                  </a:lnTo>
                  <a:lnTo>
                    <a:pt x="24" y="7"/>
                  </a:lnTo>
                  <a:lnTo>
                    <a:pt x="18" y="14"/>
                  </a:lnTo>
                  <a:lnTo>
                    <a:pt x="15" y="24"/>
                  </a:lnTo>
                  <a:lnTo>
                    <a:pt x="11" y="38"/>
                  </a:lnTo>
                  <a:lnTo>
                    <a:pt x="7" y="53"/>
                  </a:lnTo>
                  <a:lnTo>
                    <a:pt x="4" y="71"/>
                  </a:lnTo>
                  <a:lnTo>
                    <a:pt x="2" y="90"/>
                  </a:lnTo>
                  <a:lnTo>
                    <a:pt x="0" y="109"/>
                  </a:lnTo>
                  <a:lnTo>
                    <a:pt x="0" y="130"/>
                  </a:lnTo>
                  <a:lnTo>
                    <a:pt x="2" y="130"/>
                  </a:lnTo>
                  <a:lnTo>
                    <a:pt x="2" y="109"/>
                  </a:lnTo>
                  <a:lnTo>
                    <a:pt x="4" y="90"/>
                  </a:lnTo>
                  <a:lnTo>
                    <a:pt x="6" y="73"/>
                  </a:lnTo>
                  <a:lnTo>
                    <a:pt x="7" y="55"/>
                  </a:lnTo>
                  <a:lnTo>
                    <a:pt x="11" y="41"/>
                  </a:lnTo>
                  <a:lnTo>
                    <a:pt x="15" y="29"/>
                  </a:lnTo>
                  <a:lnTo>
                    <a:pt x="20" y="19"/>
                  </a:lnTo>
                  <a:lnTo>
                    <a:pt x="24" y="10"/>
                  </a:lnTo>
                  <a:lnTo>
                    <a:pt x="29" y="7"/>
                  </a:lnTo>
                  <a:lnTo>
                    <a:pt x="35" y="5"/>
                  </a:lnTo>
                  <a:lnTo>
                    <a:pt x="35" y="0"/>
                  </a:lnTo>
                  <a:close/>
                </a:path>
              </a:pathLst>
            </a:custGeom>
            <a:solidFill>
              <a:srgbClr val="C0C0C0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384" name="Google Shape;384;p1"/>
            <p:cNvSpPr/>
            <p:nvPr/>
          </p:nvSpPr>
          <p:spPr>
            <a:xfrm>
              <a:off x="4091" y="3346"/>
              <a:ext cx="28" cy="75"/>
            </a:xfrm>
            <a:custGeom>
              <a:avLst/>
              <a:gdLst/>
              <a:ahLst/>
              <a:cxnLst/>
              <a:rect l="l" t="t" r="r" b="b"/>
              <a:pathLst>
                <a:path w="33" h="125" extrusionOk="0">
                  <a:moveTo>
                    <a:pt x="33" y="0"/>
                  </a:moveTo>
                  <a:lnTo>
                    <a:pt x="27" y="2"/>
                  </a:lnTo>
                  <a:lnTo>
                    <a:pt x="22" y="5"/>
                  </a:lnTo>
                  <a:lnTo>
                    <a:pt x="18" y="14"/>
                  </a:lnTo>
                  <a:lnTo>
                    <a:pt x="13" y="24"/>
                  </a:lnTo>
                  <a:lnTo>
                    <a:pt x="9" y="36"/>
                  </a:lnTo>
                  <a:lnTo>
                    <a:pt x="5" y="50"/>
                  </a:lnTo>
                  <a:lnTo>
                    <a:pt x="4" y="68"/>
                  </a:lnTo>
                  <a:lnTo>
                    <a:pt x="2" y="85"/>
                  </a:lnTo>
                  <a:lnTo>
                    <a:pt x="0" y="104"/>
                  </a:lnTo>
                  <a:lnTo>
                    <a:pt x="0" y="125"/>
                  </a:lnTo>
                  <a:lnTo>
                    <a:pt x="2" y="125"/>
                  </a:lnTo>
                  <a:lnTo>
                    <a:pt x="2" y="106"/>
                  </a:lnTo>
                  <a:lnTo>
                    <a:pt x="2" y="87"/>
                  </a:lnTo>
                  <a:lnTo>
                    <a:pt x="4" y="69"/>
                  </a:lnTo>
                  <a:lnTo>
                    <a:pt x="7" y="54"/>
                  </a:lnTo>
                  <a:lnTo>
                    <a:pt x="11" y="40"/>
                  </a:lnTo>
                  <a:lnTo>
                    <a:pt x="14" y="28"/>
                  </a:lnTo>
                  <a:lnTo>
                    <a:pt x="18" y="17"/>
                  </a:lnTo>
                  <a:lnTo>
                    <a:pt x="22" y="10"/>
                  </a:lnTo>
                  <a:lnTo>
                    <a:pt x="27" y="7"/>
                  </a:lnTo>
                  <a:lnTo>
                    <a:pt x="33" y="5"/>
                  </a:lnTo>
                  <a:lnTo>
                    <a:pt x="33" y="0"/>
                  </a:lnTo>
                  <a:close/>
                </a:path>
              </a:pathLst>
            </a:custGeom>
            <a:solidFill>
              <a:srgbClr val="C3C3C3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385" name="Google Shape;385;p1"/>
            <p:cNvSpPr/>
            <p:nvPr/>
          </p:nvSpPr>
          <p:spPr>
            <a:xfrm>
              <a:off x="4091" y="3350"/>
              <a:ext cx="28" cy="71"/>
            </a:xfrm>
            <a:custGeom>
              <a:avLst/>
              <a:gdLst/>
              <a:ahLst/>
              <a:cxnLst/>
              <a:rect l="l" t="t" r="r" b="b"/>
              <a:pathLst>
                <a:path w="31" h="120" extrusionOk="0">
                  <a:moveTo>
                    <a:pt x="31" y="0"/>
                  </a:moveTo>
                  <a:lnTo>
                    <a:pt x="25" y="2"/>
                  </a:lnTo>
                  <a:lnTo>
                    <a:pt x="20" y="5"/>
                  </a:lnTo>
                  <a:lnTo>
                    <a:pt x="16" y="12"/>
                  </a:lnTo>
                  <a:lnTo>
                    <a:pt x="12" y="23"/>
                  </a:lnTo>
                  <a:lnTo>
                    <a:pt x="9" y="35"/>
                  </a:lnTo>
                  <a:lnTo>
                    <a:pt x="5" y="49"/>
                  </a:lnTo>
                  <a:lnTo>
                    <a:pt x="2" y="64"/>
                  </a:lnTo>
                  <a:lnTo>
                    <a:pt x="0" y="82"/>
                  </a:lnTo>
                  <a:lnTo>
                    <a:pt x="0" y="101"/>
                  </a:lnTo>
                  <a:lnTo>
                    <a:pt x="0" y="120"/>
                  </a:lnTo>
                  <a:lnTo>
                    <a:pt x="0" y="120"/>
                  </a:lnTo>
                  <a:lnTo>
                    <a:pt x="0" y="101"/>
                  </a:lnTo>
                  <a:lnTo>
                    <a:pt x="2" y="83"/>
                  </a:lnTo>
                  <a:lnTo>
                    <a:pt x="3" y="68"/>
                  </a:lnTo>
                  <a:lnTo>
                    <a:pt x="5" y="52"/>
                  </a:lnTo>
                  <a:lnTo>
                    <a:pt x="9" y="38"/>
                  </a:lnTo>
                  <a:lnTo>
                    <a:pt x="12" y="26"/>
                  </a:lnTo>
                  <a:lnTo>
                    <a:pt x="16" y="17"/>
                  </a:lnTo>
                  <a:lnTo>
                    <a:pt x="22" y="10"/>
                  </a:lnTo>
                  <a:lnTo>
                    <a:pt x="25" y="7"/>
                  </a:lnTo>
                  <a:lnTo>
                    <a:pt x="31" y="5"/>
                  </a:lnTo>
                  <a:lnTo>
                    <a:pt x="31" y="0"/>
                  </a:lnTo>
                  <a:close/>
                </a:path>
              </a:pathLst>
            </a:custGeom>
            <a:solidFill>
              <a:srgbClr val="C7C7C7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386" name="Google Shape;386;p1"/>
            <p:cNvSpPr/>
            <p:nvPr/>
          </p:nvSpPr>
          <p:spPr>
            <a:xfrm>
              <a:off x="4091" y="3354"/>
              <a:ext cx="28" cy="67"/>
            </a:xfrm>
            <a:custGeom>
              <a:avLst/>
              <a:gdLst/>
              <a:ahLst/>
              <a:cxnLst/>
              <a:rect l="l" t="t" r="r" b="b"/>
              <a:pathLst>
                <a:path w="31" h="115" extrusionOk="0">
                  <a:moveTo>
                    <a:pt x="31" y="0"/>
                  </a:moveTo>
                  <a:lnTo>
                    <a:pt x="25" y="2"/>
                  </a:lnTo>
                  <a:lnTo>
                    <a:pt x="22" y="5"/>
                  </a:lnTo>
                  <a:lnTo>
                    <a:pt x="16" y="12"/>
                  </a:lnTo>
                  <a:lnTo>
                    <a:pt x="12" y="21"/>
                  </a:lnTo>
                  <a:lnTo>
                    <a:pt x="9" y="33"/>
                  </a:lnTo>
                  <a:lnTo>
                    <a:pt x="5" y="47"/>
                  </a:lnTo>
                  <a:lnTo>
                    <a:pt x="3" y="63"/>
                  </a:lnTo>
                  <a:lnTo>
                    <a:pt x="2" y="78"/>
                  </a:lnTo>
                  <a:lnTo>
                    <a:pt x="0" y="96"/>
                  </a:lnTo>
                  <a:lnTo>
                    <a:pt x="0" y="115"/>
                  </a:lnTo>
                  <a:lnTo>
                    <a:pt x="2" y="115"/>
                  </a:lnTo>
                  <a:lnTo>
                    <a:pt x="2" y="96"/>
                  </a:lnTo>
                  <a:lnTo>
                    <a:pt x="3" y="77"/>
                  </a:lnTo>
                  <a:lnTo>
                    <a:pt x="5" y="59"/>
                  </a:lnTo>
                  <a:lnTo>
                    <a:pt x="9" y="44"/>
                  </a:lnTo>
                  <a:lnTo>
                    <a:pt x="12" y="32"/>
                  </a:lnTo>
                  <a:lnTo>
                    <a:pt x="16" y="19"/>
                  </a:lnTo>
                  <a:lnTo>
                    <a:pt x="20" y="12"/>
                  </a:lnTo>
                  <a:lnTo>
                    <a:pt x="25" y="7"/>
                  </a:lnTo>
                  <a:lnTo>
                    <a:pt x="31" y="5"/>
                  </a:lnTo>
                  <a:lnTo>
                    <a:pt x="31" y="0"/>
                  </a:lnTo>
                  <a:close/>
                </a:path>
              </a:pathLst>
            </a:custGeom>
            <a:solidFill>
              <a:srgbClr val="CACACA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387" name="Google Shape;387;p1"/>
            <p:cNvSpPr/>
            <p:nvPr/>
          </p:nvSpPr>
          <p:spPr>
            <a:xfrm>
              <a:off x="4093" y="3356"/>
              <a:ext cx="26" cy="65"/>
            </a:xfrm>
            <a:custGeom>
              <a:avLst/>
              <a:gdLst/>
              <a:ahLst/>
              <a:cxnLst/>
              <a:rect l="l" t="t" r="r" b="b"/>
              <a:pathLst>
                <a:path w="29" h="110" extrusionOk="0">
                  <a:moveTo>
                    <a:pt x="29" y="0"/>
                  </a:moveTo>
                  <a:lnTo>
                    <a:pt x="23" y="2"/>
                  </a:lnTo>
                  <a:lnTo>
                    <a:pt x="18" y="7"/>
                  </a:lnTo>
                  <a:lnTo>
                    <a:pt x="14" y="14"/>
                  </a:lnTo>
                  <a:lnTo>
                    <a:pt x="10" y="27"/>
                  </a:lnTo>
                  <a:lnTo>
                    <a:pt x="7" y="39"/>
                  </a:lnTo>
                  <a:lnTo>
                    <a:pt x="3" y="54"/>
                  </a:lnTo>
                  <a:lnTo>
                    <a:pt x="1" y="72"/>
                  </a:lnTo>
                  <a:lnTo>
                    <a:pt x="0" y="91"/>
                  </a:lnTo>
                  <a:lnTo>
                    <a:pt x="0" y="110"/>
                  </a:lnTo>
                  <a:lnTo>
                    <a:pt x="1" y="110"/>
                  </a:lnTo>
                  <a:lnTo>
                    <a:pt x="1" y="91"/>
                  </a:lnTo>
                  <a:lnTo>
                    <a:pt x="3" y="73"/>
                  </a:lnTo>
                  <a:lnTo>
                    <a:pt x="5" y="58"/>
                  </a:lnTo>
                  <a:lnTo>
                    <a:pt x="7" y="42"/>
                  </a:lnTo>
                  <a:lnTo>
                    <a:pt x="10" y="30"/>
                  </a:lnTo>
                  <a:lnTo>
                    <a:pt x="14" y="20"/>
                  </a:lnTo>
                  <a:lnTo>
                    <a:pt x="20" y="11"/>
                  </a:lnTo>
                  <a:lnTo>
                    <a:pt x="23" y="7"/>
                  </a:lnTo>
                  <a:lnTo>
                    <a:pt x="29" y="6"/>
                  </a:lnTo>
                  <a:lnTo>
                    <a:pt x="29" y="0"/>
                  </a:lnTo>
                  <a:close/>
                </a:path>
              </a:pathLst>
            </a:custGeom>
            <a:solidFill>
              <a:srgbClr val="CDCDCD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388" name="Google Shape;388;p1"/>
            <p:cNvSpPr/>
            <p:nvPr/>
          </p:nvSpPr>
          <p:spPr>
            <a:xfrm>
              <a:off x="4095" y="3360"/>
              <a:ext cx="24" cy="61"/>
            </a:xfrm>
            <a:custGeom>
              <a:avLst/>
              <a:gdLst/>
              <a:ahLst/>
              <a:cxnLst/>
              <a:rect l="l" t="t" r="r" b="b"/>
              <a:pathLst>
                <a:path w="28" h="104" extrusionOk="0">
                  <a:moveTo>
                    <a:pt x="28" y="0"/>
                  </a:moveTo>
                  <a:lnTo>
                    <a:pt x="22" y="1"/>
                  </a:lnTo>
                  <a:lnTo>
                    <a:pt x="19" y="5"/>
                  </a:lnTo>
                  <a:lnTo>
                    <a:pt x="13" y="14"/>
                  </a:lnTo>
                  <a:lnTo>
                    <a:pt x="9" y="24"/>
                  </a:lnTo>
                  <a:lnTo>
                    <a:pt x="6" y="36"/>
                  </a:lnTo>
                  <a:lnTo>
                    <a:pt x="4" y="52"/>
                  </a:lnTo>
                  <a:lnTo>
                    <a:pt x="2" y="67"/>
                  </a:lnTo>
                  <a:lnTo>
                    <a:pt x="0" y="85"/>
                  </a:lnTo>
                  <a:lnTo>
                    <a:pt x="0" y="104"/>
                  </a:lnTo>
                  <a:lnTo>
                    <a:pt x="2" y="104"/>
                  </a:lnTo>
                  <a:lnTo>
                    <a:pt x="2" y="86"/>
                  </a:lnTo>
                  <a:lnTo>
                    <a:pt x="2" y="69"/>
                  </a:lnTo>
                  <a:lnTo>
                    <a:pt x="4" y="53"/>
                  </a:lnTo>
                  <a:lnTo>
                    <a:pt x="8" y="40"/>
                  </a:lnTo>
                  <a:lnTo>
                    <a:pt x="11" y="27"/>
                  </a:lnTo>
                  <a:lnTo>
                    <a:pt x="15" y="17"/>
                  </a:lnTo>
                  <a:lnTo>
                    <a:pt x="19" y="10"/>
                  </a:lnTo>
                  <a:lnTo>
                    <a:pt x="22" y="7"/>
                  </a:lnTo>
                  <a:lnTo>
                    <a:pt x="28" y="5"/>
                  </a:lnTo>
                  <a:lnTo>
                    <a:pt x="28" y="0"/>
                  </a:lnTo>
                  <a:close/>
                </a:path>
              </a:pathLst>
            </a:custGeom>
            <a:solidFill>
              <a:srgbClr val="CFCFCF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389" name="Google Shape;389;p1"/>
            <p:cNvSpPr/>
            <p:nvPr/>
          </p:nvSpPr>
          <p:spPr>
            <a:xfrm>
              <a:off x="4096" y="3362"/>
              <a:ext cx="23" cy="59"/>
            </a:xfrm>
            <a:custGeom>
              <a:avLst/>
              <a:gdLst/>
              <a:ahLst/>
              <a:cxnLst/>
              <a:rect l="l" t="t" r="r" b="b"/>
              <a:pathLst>
                <a:path w="26" h="99" extrusionOk="0">
                  <a:moveTo>
                    <a:pt x="26" y="0"/>
                  </a:moveTo>
                  <a:lnTo>
                    <a:pt x="20" y="2"/>
                  </a:lnTo>
                  <a:lnTo>
                    <a:pt x="17" y="5"/>
                  </a:lnTo>
                  <a:lnTo>
                    <a:pt x="13" y="12"/>
                  </a:lnTo>
                  <a:lnTo>
                    <a:pt x="9" y="22"/>
                  </a:lnTo>
                  <a:lnTo>
                    <a:pt x="6" y="35"/>
                  </a:lnTo>
                  <a:lnTo>
                    <a:pt x="2" y="48"/>
                  </a:lnTo>
                  <a:lnTo>
                    <a:pt x="0" y="64"/>
                  </a:lnTo>
                  <a:lnTo>
                    <a:pt x="0" y="81"/>
                  </a:lnTo>
                  <a:lnTo>
                    <a:pt x="0" y="99"/>
                  </a:lnTo>
                  <a:lnTo>
                    <a:pt x="0" y="99"/>
                  </a:lnTo>
                  <a:lnTo>
                    <a:pt x="0" y="81"/>
                  </a:lnTo>
                  <a:lnTo>
                    <a:pt x="2" y="66"/>
                  </a:lnTo>
                  <a:lnTo>
                    <a:pt x="4" y="52"/>
                  </a:lnTo>
                  <a:lnTo>
                    <a:pt x="6" y="38"/>
                  </a:lnTo>
                  <a:lnTo>
                    <a:pt x="9" y="26"/>
                  </a:lnTo>
                  <a:lnTo>
                    <a:pt x="13" y="17"/>
                  </a:lnTo>
                  <a:lnTo>
                    <a:pt x="17" y="10"/>
                  </a:lnTo>
                  <a:lnTo>
                    <a:pt x="20" y="7"/>
                  </a:lnTo>
                  <a:lnTo>
                    <a:pt x="26" y="5"/>
                  </a:lnTo>
                  <a:lnTo>
                    <a:pt x="26" y="0"/>
                  </a:lnTo>
                  <a:close/>
                </a:path>
              </a:pathLst>
            </a:custGeom>
            <a:solidFill>
              <a:srgbClr val="D2D2D2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390" name="Google Shape;390;p1"/>
            <p:cNvSpPr/>
            <p:nvPr/>
          </p:nvSpPr>
          <p:spPr>
            <a:xfrm>
              <a:off x="4096" y="3365"/>
              <a:ext cx="23" cy="56"/>
            </a:xfrm>
            <a:custGeom>
              <a:avLst/>
              <a:gdLst/>
              <a:ahLst/>
              <a:cxnLst/>
              <a:rect l="l" t="t" r="r" b="b"/>
              <a:pathLst>
                <a:path w="26" h="94" extrusionOk="0">
                  <a:moveTo>
                    <a:pt x="26" y="0"/>
                  </a:moveTo>
                  <a:lnTo>
                    <a:pt x="20" y="2"/>
                  </a:lnTo>
                  <a:lnTo>
                    <a:pt x="17" y="5"/>
                  </a:lnTo>
                  <a:lnTo>
                    <a:pt x="13" y="12"/>
                  </a:lnTo>
                  <a:lnTo>
                    <a:pt x="9" y="21"/>
                  </a:lnTo>
                  <a:lnTo>
                    <a:pt x="6" y="33"/>
                  </a:lnTo>
                  <a:lnTo>
                    <a:pt x="4" y="47"/>
                  </a:lnTo>
                  <a:lnTo>
                    <a:pt x="2" y="61"/>
                  </a:lnTo>
                  <a:lnTo>
                    <a:pt x="0" y="76"/>
                  </a:lnTo>
                  <a:lnTo>
                    <a:pt x="0" y="94"/>
                  </a:lnTo>
                  <a:lnTo>
                    <a:pt x="2" y="94"/>
                  </a:lnTo>
                  <a:lnTo>
                    <a:pt x="2" y="76"/>
                  </a:lnTo>
                  <a:lnTo>
                    <a:pt x="4" y="59"/>
                  </a:lnTo>
                  <a:lnTo>
                    <a:pt x="6" y="43"/>
                  </a:lnTo>
                  <a:lnTo>
                    <a:pt x="9" y="31"/>
                  </a:lnTo>
                  <a:lnTo>
                    <a:pt x="13" y="19"/>
                  </a:lnTo>
                  <a:lnTo>
                    <a:pt x="17" y="12"/>
                  </a:lnTo>
                  <a:lnTo>
                    <a:pt x="20" y="7"/>
                  </a:lnTo>
                  <a:lnTo>
                    <a:pt x="26" y="5"/>
                  </a:lnTo>
                  <a:lnTo>
                    <a:pt x="26" y="0"/>
                  </a:lnTo>
                  <a:close/>
                </a:path>
              </a:pathLst>
            </a:custGeom>
            <a:solidFill>
              <a:srgbClr val="D4D4D4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391" name="Google Shape;391;p1"/>
            <p:cNvSpPr/>
            <p:nvPr/>
          </p:nvSpPr>
          <p:spPr>
            <a:xfrm>
              <a:off x="4098" y="3369"/>
              <a:ext cx="21" cy="52"/>
            </a:xfrm>
            <a:custGeom>
              <a:avLst/>
              <a:gdLst/>
              <a:ahLst/>
              <a:cxnLst/>
              <a:rect l="l" t="t" r="r" b="b"/>
              <a:pathLst>
                <a:path w="24" h="89" extrusionOk="0">
                  <a:moveTo>
                    <a:pt x="24" y="0"/>
                  </a:moveTo>
                  <a:lnTo>
                    <a:pt x="18" y="2"/>
                  </a:lnTo>
                  <a:lnTo>
                    <a:pt x="15" y="7"/>
                  </a:lnTo>
                  <a:lnTo>
                    <a:pt x="11" y="14"/>
                  </a:lnTo>
                  <a:lnTo>
                    <a:pt x="7" y="26"/>
                  </a:lnTo>
                  <a:lnTo>
                    <a:pt x="4" y="38"/>
                  </a:lnTo>
                  <a:lnTo>
                    <a:pt x="2" y="54"/>
                  </a:lnTo>
                  <a:lnTo>
                    <a:pt x="0" y="71"/>
                  </a:lnTo>
                  <a:lnTo>
                    <a:pt x="0" y="89"/>
                  </a:lnTo>
                  <a:lnTo>
                    <a:pt x="2" y="89"/>
                  </a:lnTo>
                  <a:lnTo>
                    <a:pt x="2" y="71"/>
                  </a:lnTo>
                  <a:lnTo>
                    <a:pt x="4" y="56"/>
                  </a:lnTo>
                  <a:lnTo>
                    <a:pt x="5" y="42"/>
                  </a:lnTo>
                  <a:lnTo>
                    <a:pt x="7" y="30"/>
                  </a:lnTo>
                  <a:lnTo>
                    <a:pt x="11" y="19"/>
                  </a:lnTo>
                  <a:lnTo>
                    <a:pt x="15" y="11"/>
                  </a:lnTo>
                  <a:lnTo>
                    <a:pt x="18" y="7"/>
                  </a:lnTo>
                  <a:lnTo>
                    <a:pt x="24" y="6"/>
                  </a:lnTo>
                  <a:lnTo>
                    <a:pt x="24" y="0"/>
                  </a:lnTo>
                  <a:close/>
                </a:path>
              </a:pathLst>
            </a:custGeom>
            <a:solidFill>
              <a:srgbClr val="D6D6D6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392" name="Google Shape;392;p1"/>
            <p:cNvSpPr/>
            <p:nvPr/>
          </p:nvSpPr>
          <p:spPr>
            <a:xfrm>
              <a:off x="4100" y="3371"/>
              <a:ext cx="19" cy="50"/>
            </a:xfrm>
            <a:custGeom>
              <a:avLst/>
              <a:gdLst/>
              <a:ahLst/>
              <a:cxnLst/>
              <a:rect l="l" t="t" r="r" b="b"/>
              <a:pathLst>
                <a:path w="22" h="83" extrusionOk="0">
                  <a:moveTo>
                    <a:pt x="22" y="0"/>
                  </a:moveTo>
                  <a:lnTo>
                    <a:pt x="16" y="1"/>
                  </a:lnTo>
                  <a:lnTo>
                    <a:pt x="13" y="5"/>
                  </a:lnTo>
                  <a:lnTo>
                    <a:pt x="9" y="13"/>
                  </a:lnTo>
                  <a:lnTo>
                    <a:pt x="5" y="24"/>
                  </a:lnTo>
                  <a:lnTo>
                    <a:pt x="3" y="36"/>
                  </a:lnTo>
                  <a:lnTo>
                    <a:pt x="2" y="50"/>
                  </a:lnTo>
                  <a:lnTo>
                    <a:pt x="0" y="65"/>
                  </a:lnTo>
                  <a:lnTo>
                    <a:pt x="0" y="83"/>
                  </a:lnTo>
                  <a:lnTo>
                    <a:pt x="2" y="83"/>
                  </a:lnTo>
                  <a:lnTo>
                    <a:pt x="2" y="67"/>
                  </a:lnTo>
                  <a:lnTo>
                    <a:pt x="2" y="52"/>
                  </a:lnTo>
                  <a:lnTo>
                    <a:pt x="3" y="39"/>
                  </a:lnTo>
                  <a:lnTo>
                    <a:pt x="7" y="27"/>
                  </a:lnTo>
                  <a:lnTo>
                    <a:pt x="11" y="17"/>
                  </a:lnTo>
                  <a:lnTo>
                    <a:pt x="13" y="10"/>
                  </a:lnTo>
                  <a:lnTo>
                    <a:pt x="18" y="6"/>
                  </a:lnTo>
                  <a:lnTo>
                    <a:pt x="22" y="5"/>
                  </a:lnTo>
                  <a:lnTo>
                    <a:pt x="22" y="0"/>
                  </a:lnTo>
                  <a:close/>
                </a:path>
              </a:pathLst>
            </a:custGeom>
            <a:solidFill>
              <a:srgbClr val="D8D8D8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393" name="Google Shape;393;p1"/>
            <p:cNvSpPr/>
            <p:nvPr/>
          </p:nvSpPr>
          <p:spPr>
            <a:xfrm>
              <a:off x="4102" y="3375"/>
              <a:ext cx="17" cy="46"/>
            </a:xfrm>
            <a:custGeom>
              <a:avLst/>
              <a:gdLst/>
              <a:ahLst/>
              <a:cxnLst/>
              <a:rect l="l" t="t" r="r" b="b"/>
              <a:pathLst>
                <a:path w="20" h="78" extrusionOk="0">
                  <a:moveTo>
                    <a:pt x="20" y="0"/>
                  </a:moveTo>
                  <a:lnTo>
                    <a:pt x="16" y="1"/>
                  </a:lnTo>
                  <a:lnTo>
                    <a:pt x="11" y="5"/>
                  </a:lnTo>
                  <a:lnTo>
                    <a:pt x="9" y="12"/>
                  </a:lnTo>
                  <a:lnTo>
                    <a:pt x="5" y="22"/>
                  </a:lnTo>
                  <a:lnTo>
                    <a:pt x="1" y="34"/>
                  </a:lnTo>
                  <a:lnTo>
                    <a:pt x="0" y="47"/>
                  </a:lnTo>
                  <a:lnTo>
                    <a:pt x="0" y="62"/>
                  </a:lnTo>
                  <a:lnTo>
                    <a:pt x="0" y="78"/>
                  </a:lnTo>
                  <a:lnTo>
                    <a:pt x="0" y="78"/>
                  </a:lnTo>
                  <a:lnTo>
                    <a:pt x="0" y="62"/>
                  </a:lnTo>
                  <a:lnTo>
                    <a:pt x="1" y="50"/>
                  </a:lnTo>
                  <a:lnTo>
                    <a:pt x="3" y="36"/>
                  </a:lnTo>
                  <a:lnTo>
                    <a:pt x="5" y="26"/>
                  </a:lnTo>
                  <a:lnTo>
                    <a:pt x="9" y="17"/>
                  </a:lnTo>
                  <a:lnTo>
                    <a:pt x="12" y="10"/>
                  </a:lnTo>
                  <a:lnTo>
                    <a:pt x="16" y="7"/>
                  </a:lnTo>
                  <a:lnTo>
                    <a:pt x="20" y="5"/>
                  </a:lnTo>
                  <a:lnTo>
                    <a:pt x="20" y="0"/>
                  </a:lnTo>
                  <a:close/>
                </a:path>
              </a:pathLst>
            </a:custGeom>
            <a:solidFill>
              <a:srgbClr val="DADADA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394" name="Google Shape;394;p1"/>
            <p:cNvSpPr/>
            <p:nvPr/>
          </p:nvSpPr>
          <p:spPr>
            <a:xfrm>
              <a:off x="4102" y="3377"/>
              <a:ext cx="17" cy="44"/>
            </a:xfrm>
            <a:custGeom>
              <a:avLst/>
              <a:gdLst/>
              <a:ahLst/>
              <a:cxnLst/>
              <a:rect l="l" t="t" r="r" b="b"/>
              <a:pathLst>
                <a:path w="20" h="73" extrusionOk="0">
                  <a:moveTo>
                    <a:pt x="20" y="0"/>
                  </a:moveTo>
                  <a:lnTo>
                    <a:pt x="16" y="2"/>
                  </a:lnTo>
                  <a:lnTo>
                    <a:pt x="12" y="5"/>
                  </a:lnTo>
                  <a:lnTo>
                    <a:pt x="9" y="12"/>
                  </a:lnTo>
                  <a:lnTo>
                    <a:pt x="5" y="21"/>
                  </a:lnTo>
                  <a:lnTo>
                    <a:pt x="3" y="31"/>
                  </a:lnTo>
                  <a:lnTo>
                    <a:pt x="1" y="45"/>
                  </a:lnTo>
                  <a:lnTo>
                    <a:pt x="0" y="57"/>
                  </a:lnTo>
                  <a:lnTo>
                    <a:pt x="0" y="73"/>
                  </a:lnTo>
                  <a:lnTo>
                    <a:pt x="1" y="73"/>
                  </a:lnTo>
                  <a:lnTo>
                    <a:pt x="1" y="57"/>
                  </a:lnTo>
                  <a:lnTo>
                    <a:pt x="3" y="43"/>
                  </a:lnTo>
                  <a:lnTo>
                    <a:pt x="5" y="29"/>
                  </a:lnTo>
                  <a:lnTo>
                    <a:pt x="9" y="19"/>
                  </a:lnTo>
                  <a:lnTo>
                    <a:pt x="12" y="12"/>
                  </a:lnTo>
                  <a:lnTo>
                    <a:pt x="16" y="7"/>
                  </a:lnTo>
                  <a:lnTo>
                    <a:pt x="20" y="5"/>
                  </a:lnTo>
                  <a:lnTo>
                    <a:pt x="20" y="0"/>
                  </a:lnTo>
                  <a:close/>
                </a:path>
              </a:pathLst>
            </a:custGeom>
            <a:solidFill>
              <a:srgbClr val="DBDBDB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395" name="Google Shape;395;p1"/>
            <p:cNvSpPr/>
            <p:nvPr/>
          </p:nvSpPr>
          <p:spPr>
            <a:xfrm>
              <a:off x="4103" y="3381"/>
              <a:ext cx="16" cy="40"/>
            </a:xfrm>
            <a:custGeom>
              <a:avLst/>
              <a:gdLst/>
              <a:ahLst/>
              <a:cxnLst/>
              <a:rect l="l" t="t" r="r" b="b"/>
              <a:pathLst>
                <a:path w="19" h="68" extrusionOk="0">
                  <a:moveTo>
                    <a:pt x="19" y="0"/>
                  </a:moveTo>
                  <a:lnTo>
                    <a:pt x="15" y="2"/>
                  </a:lnTo>
                  <a:lnTo>
                    <a:pt x="11" y="7"/>
                  </a:lnTo>
                  <a:lnTo>
                    <a:pt x="8" y="14"/>
                  </a:lnTo>
                  <a:lnTo>
                    <a:pt x="4" y="24"/>
                  </a:lnTo>
                  <a:lnTo>
                    <a:pt x="2" y="38"/>
                  </a:lnTo>
                  <a:lnTo>
                    <a:pt x="0" y="52"/>
                  </a:lnTo>
                  <a:lnTo>
                    <a:pt x="0" y="68"/>
                  </a:lnTo>
                  <a:lnTo>
                    <a:pt x="2" y="68"/>
                  </a:lnTo>
                  <a:lnTo>
                    <a:pt x="2" y="54"/>
                  </a:lnTo>
                  <a:lnTo>
                    <a:pt x="4" y="40"/>
                  </a:lnTo>
                  <a:lnTo>
                    <a:pt x="6" y="28"/>
                  </a:lnTo>
                  <a:lnTo>
                    <a:pt x="8" y="19"/>
                  </a:lnTo>
                  <a:lnTo>
                    <a:pt x="11" y="11"/>
                  </a:lnTo>
                  <a:lnTo>
                    <a:pt x="15" y="7"/>
                  </a:lnTo>
                  <a:lnTo>
                    <a:pt x="19" y="5"/>
                  </a:lnTo>
                  <a:lnTo>
                    <a:pt x="19" y="0"/>
                  </a:lnTo>
                  <a:close/>
                </a:path>
              </a:pathLst>
            </a:custGeom>
            <a:solidFill>
              <a:srgbClr val="DDDDDD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396" name="Google Shape;396;p1"/>
            <p:cNvSpPr/>
            <p:nvPr/>
          </p:nvSpPr>
          <p:spPr>
            <a:xfrm>
              <a:off x="4105" y="3385"/>
              <a:ext cx="14" cy="36"/>
            </a:xfrm>
            <a:custGeom>
              <a:avLst/>
              <a:gdLst/>
              <a:ahLst/>
              <a:cxnLst/>
              <a:rect l="l" t="t" r="r" b="b"/>
              <a:pathLst>
                <a:path w="17" h="63" extrusionOk="0">
                  <a:moveTo>
                    <a:pt x="17" y="0"/>
                  </a:moveTo>
                  <a:lnTo>
                    <a:pt x="13" y="2"/>
                  </a:lnTo>
                  <a:lnTo>
                    <a:pt x="9" y="6"/>
                  </a:lnTo>
                  <a:lnTo>
                    <a:pt x="6" y="14"/>
                  </a:lnTo>
                  <a:lnTo>
                    <a:pt x="4" y="23"/>
                  </a:lnTo>
                  <a:lnTo>
                    <a:pt x="2" y="35"/>
                  </a:lnTo>
                  <a:lnTo>
                    <a:pt x="0" y="49"/>
                  </a:lnTo>
                  <a:lnTo>
                    <a:pt x="0" y="63"/>
                  </a:lnTo>
                  <a:lnTo>
                    <a:pt x="2" y="63"/>
                  </a:lnTo>
                  <a:lnTo>
                    <a:pt x="2" y="49"/>
                  </a:lnTo>
                  <a:lnTo>
                    <a:pt x="2" y="37"/>
                  </a:lnTo>
                  <a:lnTo>
                    <a:pt x="4" y="26"/>
                  </a:lnTo>
                  <a:lnTo>
                    <a:pt x="8" y="18"/>
                  </a:lnTo>
                  <a:lnTo>
                    <a:pt x="9" y="11"/>
                  </a:lnTo>
                  <a:lnTo>
                    <a:pt x="13" y="7"/>
                  </a:lnTo>
                  <a:lnTo>
                    <a:pt x="17" y="6"/>
                  </a:lnTo>
                  <a:lnTo>
                    <a:pt x="17" y="0"/>
                  </a:lnTo>
                  <a:close/>
                </a:path>
              </a:pathLst>
            </a:custGeom>
            <a:solidFill>
              <a:srgbClr val="DEDEDE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397" name="Google Shape;397;p1"/>
            <p:cNvSpPr/>
            <p:nvPr/>
          </p:nvSpPr>
          <p:spPr>
            <a:xfrm>
              <a:off x="4107" y="3387"/>
              <a:ext cx="12" cy="34"/>
            </a:xfrm>
            <a:custGeom>
              <a:avLst/>
              <a:gdLst/>
              <a:ahLst/>
              <a:cxnLst/>
              <a:rect l="l" t="t" r="r" b="b"/>
              <a:pathLst>
                <a:path w="15" h="57" extrusionOk="0">
                  <a:moveTo>
                    <a:pt x="15" y="0"/>
                  </a:moveTo>
                  <a:lnTo>
                    <a:pt x="11" y="1"/>
                  </a:lnTo>
                  <a:lnTo>
                    <a:pt x="7" y="5"/>
                  </a:lnTo>
                  <a:lnTo>
                    <a:pt x="6" y="12"/>
                  </a:lnTo>
                  <a:lnTo>
                    <a:pt x="2" y="20"/>
                  </a:lnTo>
                  <a:lnTo>
                    <a:pt x="0" y="31"/>
                  </a:lnTo>
                  <a:lnTo>
                    <a:pt x="0" y="43"/>
                  </a:lnTo>
                  <a:lnTo>
                    <a:pt x="0" y="57"/>
                  </a:lnTo>
                  <a:lnTo>
                    <a:pt x="0" y="57"/>
                  </a:lnTo>
                  <a:lnTo>
                    <a:pt x="0" y="45"/>
                  </a:lnTo>
                  <a:lnTo>
                    <a:pt x="2" y="34"/>
                  </a:lnTo>
                  <a:lnTo>
                    <a:pt x="4" y="24"/>
                  </a:lnTo>
                  <a:lnTo>
                    <a:pt x="6" y="15"/>
                  </a:lnTo>
                  <a:lnTo>
                    <a:pt x="7" y="10"/>
                  </a:lnTo>
                  <a:lnTo>
                    <a:pt x="11" y="5"/>
                  </a:lnTo>
                  <a:lnTo>
                    <a:pt x="15" y="5"/>
                  </a:lnTo>
                  <a:lnTo>
                    <a:pt x="15" y="0"/>
                  </a:lnTo>
                  <a:close/>
                </a:path>
              </a:pathLst>
            </a:custGeom>
            <a:solidFill>
              <a:srgbClr val="DFDFDF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398" name="Google Shape;398;p1"/>
            <p:cNvSpPr/>
            <p:nvPr/>
          </p:nvSpPr>
          <p:spPr>
            <a:xfrm>
              <a:off x="4107" y="3390"/>
              <a:ext cx="12" cy="31"/>
            </a:xfrm>
            <a:custGeom>
              <a:avLst/>
              <a:gdLst/>
              <a:ahLst/>
              <a:cxnLst/>
              <a:rect l="l" t="t" r="r" b="b"/>
              <a:pathLst>
                <a:path w="15" h="52" extrusionOk="0">
                  <a:moveTo>
                    <a:pt x="15" y="0"/>
                  </a:moveTo>
                  <a:lnTo>
                    <a:pt x="11" y="0"/>
                  </a:lnTo>
                  <a:lnTo>
                    <a:pt x="7" y="5"/>
                  </a:lnTo>
                  <a:lnTo>
                    <a:pt x="6" y="10"/>
                  </a:lnTo>
                  <a:lnTo>
                    <a:pt x="4" y="19"/>
                  </a:lnTo>
                  <a:lnTo>
                    <a:pt x="2" y="29"/>
                  </a:lnTo>
                  <a:lnTo>
                    <a:pt x="0" y="40"/>
                  </a:lnTo>
                  <a:lnTo>
                    <a:pt x="0" y="52"/>
                  </a:lnTo>
                  <a:lnTo>
                    <a:pt x="2" y="52"/>
                  </a:lnTo>
                  <a:lnTo>
                    <a:pt x="2" y="40"/>
                  </a:lnTo>
                  <a:lnTo>
                    <a:pt x="4" y="27"/>
                  </a:lnTo>
                  <a:lnTo>
                    <a:pt x="6" y="19"/>
                  </a:lnTo>
                  <a:lnTo>
                    <a:pt x="7" y="10"/>
                  </a:lnTo>
                  <a:lnTo>
                    <a:pt x="11" y="7"/>
                  </a:lnTo>
                  <a:lnTo>
                    <a:pt x="15" y="5"/>
                  </a:lnTo>
                  <a:lnTo>
                    <a:pt x="15" y="0"/>
                  </a:lnTo>
                  <a:close/>
                </a:path>
              </a:pathLst>
            </a:custGeom>
            <a:solidFill>
              <a:srgbClr val="E1E1E1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399" name="Google Shape;399;p1"/>
            <p:cNvSpPr/>
            <p:nvPr/>
          </p:nvSpPr>
          <p:spPr>
            <a:xfrm>
              <a:off x="4107" y="3393"/>
              <a:ext cx="12" cy="28"/>
            </a:xfrm>
            <a:custGeom>
              <a:avLst/>
              <a:gdLst/>
              <a:ahLst/>
              <a:cxnLst/>
              <a:rect l="l" t="t" r="r" b="b"/>
              <a:pathLst>
                <a:path w="13" h="47" extrusionOk="0">
                  <a:moveTo>
                    <a:pt x="13" y="0"/>
                  </a:moveTo>
                  <a:lnTo>
                    <a:pt x="9" y="2"/>
                  </a:lnTo>
                  <a:lnTo>
                    <a:pt x="5" y="5"/>
                  </a:lnTo>
                  <a:lnTo>
                    <a:pt x="4" y="14"/>
                  </a:lnTo>
                  <a:lnTo>
                    <a:pt x="2" y="22"/>
                  </a:lnTo>
                  <a:lnTo>
                    <a:pt x="0" y="35"/>
                  </a:lnTo>
                  <a:lnTo>
                    <a:pt x="0" y="47"/>
                  </a:lnTo>
                  <a:lnTo>
                    <a:pt x="2" y="47"/>
                  </a:lnTo>
                  <a:lnTo>
                    <a:pt x="2" y="35"/>
                  </a:lnTo>
                  <a:lnTo>
                    <a:pt x="4" y="26"/>
                  </a:lnTo>
                  <a:lnTo>
                    <a:pt x="5" y="17"/>
                  </a:lnTo>
                  <a:lnTo>
                    <a:pt x="7" y="10"/>
                  </a:lnTo>
                  <a:lnTo>
                    <a:pt x="9" y="7"/>
                  </a:lnTo>
                  <a:lnTo>
                    <a:pt x="13" y="5"/>
                  </a:lnTo>
                  <a:lnTo>
                    <a:pt x="13" y="0"/>
                  </a:lnTo>
                  <a:close/>
                </a:path>
              </a:pathLst>
            </a:custGeom>
            <a:solidFill>
              <a:srgbClr val="E2E2E2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400" name="Google Shape;400;p1"/>
            <p:cNvSpPr/>
            <p:nvPr/>
          </p:nvSpPr>
          <p:spPr>
            <a:xfrm>
              <a:off x="4109" y="3396"/>
              <a:ext cx="10" cy="25"/>
            </a:xfrm>
            <a:custGeom>
              <a:avLst/>
              <a:gdLst/>
              <a:ahLst/>
              <a:cxnLst/>
              <a:rect l="l" t="t" r="r" b="b"/>
              <a:pathLst>
                <a:path w="11" h="42" extrusionOk="0">
                  <a:moveTo>
                    <a:pt x="11" y="0"/>
                  </a:moveTo>
                  <a:lnTo>
                    <a:pt x="7" y="2"/>
                  </a:lnTo>
                  <a:lnTo>
                    <a:pt x="5" y="5"/>
                  </a:lnTo>
                  <a:lnTo>
                    <a:pt x="3" y="12"/>
                  </a:lnTo>
                  <a:lnTo>
                    <a:pt x="2" y="21"/>
                  </a:lnTo>
                  <a:lnTo>
                    <a:pt x="0" y="30"/>
                  </a:lnTo>
                  <a:lnTo>
                    <a:pt x="0" y="42"/>
                  </a:lnTo>
                  <a:lnTo>
                    <a:pt x="0" y="42"/>
                  </a:lnTo>
                  <a:lnTo>
                    <a:pt x="2" y="31"/>
                  </a:lnTo>
                  <a:lnTo>
                    <a:pt x="2" y="23"/>
                  </a:lnTo>
                  <a:lnTo>
                    <a:pt x="3" y="16"/>
                  </a:lnTo>
                  <a:lnTo>
                    <a:pt x="5" y="11"/>
                  </a:lnTo>
                  <a:lnTo>
                    <a:pt x="7" y="5"/>
                  </a:lnTo>
                  <a:lnTo>
                    <a:pt x="11" y="5"/>
                  </a:lnTo>
                  <a:lnTo>
                    <a:pt x="11" y="0"/>
                  </a:lnTo>
                  <a:close/>
                </a:path>
              </a:pathLst>
            </a:custGeom>
            <a:solidFill>
              <a:srgbClr val="E3E3E3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401" name="Google Shape;401;p1"/>
            <p:cNvSpPr/>
            <p:nvPr/>
          </p:nvSpPr>
          <p:spPr>
            <a:xfrm>
              <a:off x="4109" y="3400"/>
              <a:ext cx="10" cy="21"/>
            </a:xfrm>
            <a:custGeom>
              <a:avLst/>
              <a:gdLst/>
              <a:ahLst/>
              <a:cxnLst/>
              <a:rect l="l" t="t" r="r" b="b"/>
              <a:pathLst>
                <a:path w="11" h="37" extrusionOk="0">
                  <a:moveTo>
                    <a:pt x="11" y="0"/>
                  </a:moveTo>
                  <a:lnTo>
                    <a:pt x="7" y="0"/>
                  </a:lnTo>
                  <a:lnTo>
                    <a:pt x="5" y="6"/>
                  </a:lnTo>
                  <a:lnTo>
                    <a:pt x="3" y="11"/>
                  </a:lnTo>
                  <a:lnTo>
                    <a:pt x="2" y="18"/>
                  </a:lnTo>
                  <a:lnTo>
                    <a:pt x="2" y="26"/>
                  </a:lnTo>
                  <a:lnTo>
                    <a:pt x="0" y="37"/>
                  </a:lnTo>
                  <a:lnTo>
                    <a:pt x="2" y="37"/>
                  </a:lnTo>
                  <a:lnTo>
                    <a:pt x="2" y="26"/>
                  </a:lnTo>
                  <a:lnTo>
                    <a:pt x="3" y="18"/>
                  </a:lnTo>
                  <a:lnTo>
                    <a:pt x="5" y="11"/>
                  </a:lnTo>
                  <a:lnTo>
                    <a:pt x="7" y="7"/>
                  </a:lnTo>
                  <a:lnTo>
                    <a:pt x="11" y="6"/>
                  </a:lnTo>
                  <a:lnTo>
                    <a:pt x="11" y="0"/>
                  </a:lnTo>
                  <a:close/>
                </a:path>
              </a:pathLst>
            </a:custGeom>
            <a:solidFill>
              <a:srgbClr val="E4E4E4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402" name="Google Shape;402;p1"/>
            <p:cNvSpPr/>
            <p:nvPr/>
          </p:nvSpPr>
          <p:spPr>
            <a:xfrm>
              <a:off x="4110" y="3402"/>
              <a:ext cx="9" cy="19"/>
            </a:xfrm>
            <a:custGeom>
              <a:avLst/>
              <a:gdLst/>
              <a:ahLst/>
              <a:cxnLst/>
              <a:rect l="l" t="t" r="r" b="b"/>
              <a:pathLst>
                <a:path w="9" h="31" extrusionOk="0">
                  <a:moveTo>
                    <a:pt x="9" y="0"/>
                  </a:moveTo>
                  <a:lnTo>
                    <a:pt x="5" y="1"/>
                  </a:lnTo>
                  <a:lnTo>
                    <a:pt x="3" y="5"/>
                  </a:lnTo>
                  <a:lnTo>
                    <a:pt x="1" y="12"/>
                  </a:lnTo>
                  <a:lnTo>
                    <a:pt x="0" y="20"/>
                  </a:lnTo>
                  <a:lnTo>
                    <a:pt x="0" y="31"/>
                  </a:lnTo>
                  <a:lnTo>
                    <a:pt x="1" y="31"/>
                  </a:lnTo>
                  <a:lnTo>
                    <a:pt x="1" y="22"/>
                  </a:lnTo>
                  <a:lnTo>
                    <a:pt x="3" y="15"/>
                  </a:lnTo>
                  <a:lnTo>
                    <a:pt x="5" y="10"/>
                  </a:lnTo>
                  <a:lnTo>
                    <a:pt x="7" y="5"/>
                  </a:lnTo>
                  <a:lnTo>
                    <a:pt x="9" y="5"/>
                  </a:lnTo>
                  <a:lnTo>
                    <a:pt x="9" y="0"/>
                  </a:lnTo>
                  <a:close/>
                </a:path>
              </a:pathLst>
            </a:custGeom>
            <a:solidFill>
              <a:srgbClr val="E5E5E5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403" name="Google Shape;403;p1"/>
            <p:cNvSpPr/>
            <p:nvPr/>
          </p:nvSpPr>
          <p:spPr>
            <a:xfrm>
              <a:off x="4112" y="3406"/>
              <a:ext cx="7" cy="15"/>
            </a:xfrm>
            <a:custGeom>
              <a:avLst/>
              <a:gdLst/>
              <a:ahLst/>
              <a:cxnLst/>
              <a:rect l="l" t="t" r="r" b="b"/>
              <a:pathLst>
                <a:path w="8" h="26" extrusionOk="0">
                  <a:moveTo>
                    <a:pt x="8" y="0"/>
                  </a:moveTo>
                  <a:lnTo>
                    <a:pt x="6" y="0"/>
                  </a:lnTo>
                  <a:lnTo>
                    <a:pt x="4" y="5"/>
                  </a:lnTo>
                  <a:lnTo>
                    <a:pt x="2" y="10"/>
                  </a:lnTo>
                  <a:lnTo>
                    <a:pt x="0" y="17"/>
                  </a:lnTo>
                  <a:lnTo>
                    <a:pt x="0" y="26"/>
                  </a:lnTo>
                  <a:lnTo>
                    <a:pt x="2" y="26"/>
                  </a:lnTo>
                  <a:lnTo>
                    <a:pt x="2" y="17"/>
                  </a:lnTo>
                  <a:lnTo>
                    <a:pt x="4" y="10"/>
                  </a:lnTo>
                  <a:lnTo>
                    <a:pt x="6" y="7"/>
                  </a:lnTo>
                  <a:lnTo>
                    <a:pt x="8" y="5"/>
                  </a:lnTo>
                  <a:lnTo>
                    <a:pt x="8" y="0"/>
                  </a:lnTo>
                  <a:close/>
                </a:path>
              </a:pathLst>
            </a:custGeom>
            <a:solidFill>
              <a:srgbClr val="E6E6E6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404" name="Google Shape;404;p1"/>
            <p:cNvSpPr/>
            <p:nvPr/>
          </p:nvSpPr>
          <p:spPr>
            <a:xfrm>
              <a:off x="4114" y="3408"/>
              <a:ext cx="5" cy="13"/>
            </a:xfrm>
            <a:custGeom>
              <a:avLst/>
              <a:gdLst/>
              <a:ahLst/>
              <a:cxnLst/>
              <a:rect l="l" t="t" r="r" b="b"/>
              <a:pathLst>
                <a:path w="6" h="21" extrusionOk="0">
                  <a:moveTo>
                    <a:pt x="6" y="0"/>
                  </a:moveTo>
                  <a:lnTo>
                    <a:pt x="4" y="2"/>
                  </a:lnTo>
                  <a:lnTo>
                    <a:pt x="2" y="5"/>
                  </a:lnTo>
                  <a:lnTo>
                    <a:pt x="0" y="12"/>
                  </a:lnTo>
                  <a:lnTo>
                    <a:pt x="0" y="21"/>
                  </a:lnTo>
                  <a:lnTo>
                    <a:pt x="0" y="21"/>
                  </a:lnTo>
                  <a:lnTo>
                    <a:pt x="2" y="14"/>
                  </a:lnTo>
                  <a:lnTo>
                    <a:pt x="2" y="9"/>
                  </a:lnTo>
                  <a:lnTo>
                    <a:pt x="4" y="5"/>
                  </a:lnTo>
                  <a:lnTo>
                    <a:pt x="6" y="5"/>
                  </a:lnTo>
                  <a:lnTo>
                    <a:pt x="6" y="0"/>
                  </a:lnTo>
                  <a:close/>
                </a:path>
              </a:pathLst>
            </a:custGeom>
            <a:solidFill>
              <a:srgbClr val="E6E6E6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405" name="Google Shape;405;p1"/>
            <p:cNvSpPr/>
            <p:nvPr/>
          </p:nvSpPr>
          <p:spPr>
            <a:xfrm>
              <a:off x="4114" y="3412"/>
              <a:ext cx="5" cy="9"/>
            </a:xfrm>
            <a:custGeom>
              <a:avLst/>
              <a:gdLst/>
              <a:ahLst/>
              <a:cxnLst/>
              <a:rect l="l" t="t" r="r" b="b"/>
              <a:pathLst>
                <a:path w="6" h="16" extrusionOk="0">
                  <a:moveTo>
                    <a:pt x="6" y="0"/>
                  </a:moveTo>
                  <a:lnTo>
                    <a:pt x="4" y="0"/>
                  </a:lnTo>
                  <a:lnTo>
                    <a:pt x="2" y="4"/>
                  </a:lnTo>
                  <a:lnTo>
                    <a:pt x="2" y="9"/>
                  </a:lnTo>
                  <a:lnTo>
                    <a:pt x="0" y="16"/>
                  </a:lnTo>
                  <a:lnTo>
                    <a:pt x="2" y="16"/>
                  </a:lnTo>
                  <a:lnTo>
                    <a:pt x="2" y="11"/>
                  </a:lnTo>
                  <a:lnTo>
                    <a:pt x="4" y="5"/>
                  </a:lnTo>
                  <a:lnTo>
                    <a:pt x="6" y="5"/>
                  </a:lnTo>
                  <a:lnTo>
                    <a:pt x="6" y="0"/>
                  </a:lnTo>
                  <a:close/>
                </a:path>
              </a:pathLst>
            </a:custGeom>
            <a:solidFill>
              <a:srgbClr val="E6E6E6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406" name="Google Shape;406;p1"/>
            <p:cNvSpPr/>
            <p:nvPr/>
          </p:nvSpPr>
          <p:spPr>
            <a:xfrm>
              <a:off x="4116" y="3416"/>
              <a:ext cx="3" cy="5"/>
            </a:xfrm>
            <a:custGeom>
              <a:avLst/>
              <a:gdLst/>
              <a:ahLst/>
              <a:cxnLst/>
              <a:rect l="l" t="t" r="r" b="b"/>
              <a:pathLst>
                <a:path w="4" h="11" extrusionOk="0">
                  <a:moveTo>
                    <a:pt x="4" y="0"/>
                  </a:moveTo>
                  <a:lnTo>
                    <a:pt x="2" y="0"/>
                  </a:lnTo>
                  <a:lnTo>
                    <a:pt x="0" y="6"/>
                  </a:lnTo>
                  <a:lnTo>
                    <a:pt x="0" y="11"/>
                  </a:lnTo>
                  <a:lnTo>
                    <a:pt x="2" y="11"/>
                  </a:lnTo>
                  <a:lnTo>
                    <a:pt x="2" y="7"/>
                  </a:lnTo>
                  <a:lnTo>
                    <a:pt x="4" y="6"/>
                  </a:lnTo>
                  <a:lnTo>
                    <a:pt x="4" y="0"/>
                  </a:lnTo>
                  <a:close/>
                </a:path>
              </a:pathLst>
            </a:custGeom>
            <a:solidFill>
              <a:srgbClr val="E6E6E6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407" name="Google Shape;407;p1"/>
            <p:cNvSpPr/>
            <p:nvPr/>
          </p:nvSpPr>
          <p:spPr>
            <a:xfrm>
              <a:off x="4117" y="3418"/>
              <a:ext cx="2" cy="3"/>
            </a:xfrm>
            <a:custGeom>
              <a:avLst/>
              <a:gdLst/>
              <a:ahLst/>
              <a:cxnLst/>
              <a:rect l="l" t="t" r="r" b="b"/>
              <a:pathLst>
                <a:path w="2" h="5" extrusionOk="0">
                  <a:moveTo>
                    <a:pt x="2" y="0"/>
                  </a:moveTo>
                  <a:lnTo>
                    <a:pt x="0" y="1"/>
                  </a:lnTo>
                  <a:lnTo>
                    <a:pt x="0" y="5"/>
                  </a:lnTo>
                  <a:lnTo>
                    <a:pt x="2" y="5"/>
                  </a:lnTo>
                  <a:lnTo>
                    <a:pt x="2" y="5"/>
                  </a:lnTo>
                  <a:lnTo>
                    <a:pt x="2" y="0"/>
                  </a:lnTo>
                  <a:close/>
                </a:path>
              </a:pathLst>
            </a:custGeom>
            <a:solidFill>
              <a:srgbClr val="E6E6E6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408" name="Google Shape;408;p1"/>
            <p:cNvSpPr/>
            <p:nvPr/>
          </p:nvSpPr>
          <p:spPr>
            <a:xfrm>
              <a:off x="4070" y="3294"/>
              <a:ext cx="49" cy="127"/>
            </a:xfrm>
            <a:custGeom>
              <a:avLst/>
              <a:gdLst/>
              <a:ahLst/>
              <a:cxnLst/>
              <a:rect l="l" t="t" r="r" b="b"/>
              <a:pathLst>
                <a:path w="56" h="214" extrusionOk="0">
                  <a:moveTo>
                    <a:pt x="27" y="214"/>
                  </a:moveTo>
                  <a:lnTo>
                    <a:pt x="34" y="210"/>
                  </a:lnTo>
                  <a:lnTo>
                    <a:pt x="41" y="202"/>
                  </a:lnTo>
                  <a:lnTo>
                    <a:pt x="47" y="186"/>
                  </a:lnTo>
                  <a:lnTo>
                    <a:pt x="50" y="167"/>
                  </a:lnTo>
                  <a:lnTo>
                    <a:pt x="54" y="144"/>
                  </a:lnTo>
                  <a:lnTo>
                    <a:pt x="56" y="120"/>
                  </a:lnTo>
                  <a:lnTo>
                    <a:pt x="56" y="94"/>
                  </a:lnTo>
                  <a:lnTo>
                    <a:pt x="54" y="70"/>
                  </a:lnTo>
                  <a:lnTo>
                    <a:pt x="50" y="45"/>
                  </a:lnTo>
                  <a:lnTo>
                    <a:pt x="47" y="26"/>
                  </a:lnTo>
                  <a:lnTo>
                    <a:pt x="41" y="13"/>
                  </a:lnTo>
                  <a:lnTo>
                    <a:pt x="34" y="4"/>
                  </a:lnTo>
                  <a:lnTo>
                    <a:pt x="27" y="0"/>
                  </a:lnTo>
                  <a:lnTo>
                    <a:pt x="21" y="4"/>
                  </a:lnTo>
                  <a:lnTo>
                    <a:pt x="14" y="13"/>
                  </a:lnTo>
                  <a:lnTo>
                    <a:pt x="9" y="26"/>
                  </a:lnTo>
                  <a:lnTo>
                    <a:pt x="5" y="45"/>
                  </a:lnTo>
                  <a:lnTo>
                    <a:pt x="1" y="70"/>
                  </a:lnTo>
                  <a:lnTo>
                    <a:pt x="0" y="94"/>
                  </a:lnTo>
                  <a:lnTo>
                    <a:pt x="0" y="120"/>
                  </a:lnTo>
                  <a:lnTo>
                    <a:pt x="1" y="144"/>
                  </a:lnTo>
                  <a:lnTo>
                    <a:pt x="5" y="167"/>
                  </a:lnTo>
                  <a:lnTo>
                    <a:pt x="9" y="186"/>
                  </a:lnTo>
                  <a:lnTo>
                    <a:pt x="14" y="202"/>
                  </a:lnTo>
                  <a:lnTo>
                    <a:pt x="21" y="210"/>
                  </a:lnTo>
                  <a:lnTo>
                    <a:pt x="27" y="214"/>
                  </a:lnTo>
                  <a:close/>
                </a:path>
              </a:pathLst>
            </a:custGeom>
            <a:solidFill>
              <a:srgbClr val="000000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409" name="Google Shape;409;p1"/>
            <p:cNvSpPr/>
            <p:nvPr/>
          </p:nvSpPr>
          <p:spPr>
            <a:xfrm>
              <a:off x="4070" y="3294"/>
              <a:ext cx="49" cy="127"/>
            </a:xfrm>
            <a:custGeom>
              <a:avLst/>
              <a:gdLst/>
              <a:ahLst/>
              <a:cxnLst/>
              <a:rect l="l" t="t" r="r" b="b"/>
              <a:pathLst>
                <a:path w="56" h="214" extrusionOk="0">
                  <a:moveTo>
                    <a:pt x="56" y="0"/>
                  </a:moveTo>
                  <a:lnTo>
                    <a:pt x="48" y="2"/>
                  </a:lnTo>
                  <a:lnTo>
                    <a:pt x="41" y="7"/>
                  </a:lnTo>
                  <a:lnTo>
                    <a:pt x="36" y="14"/>
                  </a:lnTo>
                  <a:lnTo>
                    <a:pt x="28" y="25"/>
                  </a:lnTo>
                  <a:lnTo>
                    <a:pt x="23" y="39"/>
                  </a:lnTo>
                  <a:lnTo>
                    <a:pt x="18" y="54"/>
                  </a:lnTo>
                  <a:lnTo>
                    <a:pt x="14" y="72"/>
                  </a:lnTo>
                  <a:lnTo>
                    <a:pt x="9" y="92"/>
                  </a:lnTo>
                  <a:lnTo>
                    <a:pt x="7" y="115"/>
                  </a:lnTo>
                  <a:lnTo>
                    <a:pt x="3" y="137"/>
                  </a:lnTo>
                  <a:lnTo>
                    <a:pt x="1" y="162"/>
                  </a:lnTo>
                  <a:lnTo>
                    <a:pt x="0" y="188"/>
                  </a:lnTo>
                  <a:lnTo>
                    <a:pt x="0" y="214"/>
                  </a:lnTo>
                  <a:lnTo>
                    <a:pt x="0" y="0"/>
                  </a:lnTo>
                  <a:lnTo>
                    <a:pt x="56" y="0"/>
                  </a:lnTo>
                  <a:close/>
                </a:path>
              </a:pathLst>
            </a:custGeom>
            <a:solidFill>
              <a:srgbClr val="9A9A9A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410" name="Google Shape;410;p1"/>
            <p:cNvSpPr/>
            <p:nvPr/>
          </p:nvSpPr>
          <p:spPr>
            <a:xfrm>
              <a:off x="4070" y="3294"/>
              <a:ext cx="49" cy="127"/>
            </a:xfrm>
            <a:custGeom>
              <a:avLst/>
              <a:gdLst/>
              <a:ahLst/>
              <a:cxnLst/>
              <a:rect l="l" t="t" r="r" b="b"/>
              <a:pathLst>
                <a:path w="56" h="214" extrusionOk="0">
                  <a:moveTo>
                    <a:pt x="56" y="0"/>
                  </a:moveTo>
                  <a:lnTo>
                    <a:pt x="48" y="2"/>
                  </a:lnTo>
                  <a:lnTo>
                    <a:pt x="41" y="7"/>
                  </a:lnTo>
                  <a:lnTo>
                    <a:pt x="36" y="14"/>
                  </a:lnTo>
                  <a:lnTo>
                    <a:pt x="28" y="25"/>
                  </a:lnTo>
                  <a:lnTo>
                    <a:pt x="23" y="39"/>
                  </a:lnTo>
                  <a:lnTo>
                    <a:pt x="18" y="54"/>
                  </a:lnTo>
                  <a:lnTo>
                    <a:pt x="14" y="72"/>
                  </a:lnTo>
                  <a:lnTo>
                    <a:pt x="9" y="92"/>
                  </a:lnTo>
                  <a:lnTo>
                    <a:pt x="7" y="115"/>
                  </a:lnTo>
                  <a:lnTo>
                    <a:pt x="3" y="137"/>
                  </a:lnTo>
                  <a:lnTo>
                    <a:pt x="1" y="162"/>
                  </a:lnTo>
                  <a:lnTo>
                    <a:pt x="0" y="188"/>
                  </a:lnTo>
                  <a:lnTo>
                    <a:pt x="0" y="214"/>
                  </a:lnTo>
                  <a:lnTo>
                    <a:pt x="1" y="214"/>
                  </a:lnTo>
                  <a:lnTo>
                    <a:pt x="1" y="188"/>
                  </a:lnTo>
                  <a:lnTo>
                    <a:pt x="3" y="163"/>
                  </a:lnTo>
                  <a:lnTo>
                    <a:pt x="5" y="139"/>
                  </a:lnTo>
                  <a:lnTo>
                    <a:pt x="7" y="117"/>
                  </a:lnTo>
                  <a:lnTo>
                    <a:pt x="10" y="96"/>
                  </a:lnTo>
                  <a:lnTo>
                    <a:pt x="14" y="75"/>
                  </a:lnTo>
                  <a:lnTo>
                    <a:pt x="19" y="58"/>
                  </a:lnTo>
                  <a:lnTo>
                    <a:pt x="25" y="42"/>
                  </a:lnTo>
                  <a:lnTo>
                    <a:pt x="30" y="30"/>
                  </a:lnTo>
                  <a:lnTo>
                    <a:pt x="36" y="19"/>
                  </a:lnTo>
                  <a:lnTo>
                    <a:pt x="43" y="11"/>
                  </a:lnTo>
                  <a:lnTo>
                    <a:pt x="48" y="7"/>
                  </a:lnTo>
                  <a:lnTo>
                    <a:pt x="56" y="6"/>
                  </a:lnTo>
                  <a:lnTo>
                    <a:pt x="56" y="0"/>
                  </a:lnTo>
                  <a:close/>
                </a:path>
              </a:pathLst>
            </a:custGeom>
            <a:solidFill>
              <a:srgbClr val="9A9A9A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411" name="Google Shape;411;p1"/>
            <p:cNvSpPr/>
            <p:nvPr/>
          </p:nvSpPr>
          <p:spPr>
            <a:xfrm>
              <a:off x="4072" y="3298"/>
              <a:ext cx="47" cy="123"/>
            </a:xfrm>
            <a:custGeom>
              <a:avLst/>
              <a:gdLst/>
              <a:ahLst/>
              <a:cxnLst/>
              <a:rect l="l" t="t" r="r" b="b"/>
              <a:pathLst>
                <a:path w="55" h="208" extrusionOk="0">
                  <a:moveTo>
                    <a:pt x="55" y="0"/>
                  </a:moveTo>
                  <a:lnTo>
                    <a:pt x="47" y="1"/>
                  </a:lnTo>
                  <a:lnTo>
                    <a:pt x="42" y="5"/>
                  </a:lnTo>
                  <a:lnTo>
                    <a:pt x="35" y="13"/>
                  </a:lnTo>
                  <a:lnTo>
                    <a:pt x="29" y="24"/>
                  </a:lnTo>
                  <a:lnTo>
                    <a:pt x="24" y="36"/>
                  </a:lnTo>
                  <a:lnTo>
                    <a:pt x="18" y="52"/>
                  </a:lnTo>
                  <a:lnTo>
                    <a:pt x="13" y="69"/>
                  </a:lnTo>
                  <a:lnTo>
                    <a:pt x="9" y="90"/>
                  </a:lnTo>
                  <a:lnTo>
                    <a:pt x="6" y="111"/>
                  </a:lnTo>
                  <a:lnTo>
                    <a:pt x="4" y="133"/>
                  </a:lnTo>
                  <a:lnTo>
                    <a:pt x="2" y="157"/>
                  </a:lnTo>
                  <a:lnTo>
                    <a:pt x="0" y="182"/>
                  </a:lnTo>
                  <a:lnTo>
                    <a:pt x="0" y="208"/>
                  </a:lnTo>
                  <a:lnTo>
                    <a:pt x="2" y="208"/>
                  </a:lnTo>
                  <a:lnTo>
                    <a:pt x="2" y="180"/>
                  </a:lnTo>
                  <a:lnTo>
                    <a:pt x="4" y="154"/>
                  </a:lnTo>
                  <a:lnTo>
                    <a:pt x="6" y="130"/>
                  </a:lnTo>
                  <a:lnTo>
                    <a:pt x="8" y="105"/>
                  </a:lnTo>
                  <a:lnTo>
                    <a:pt x="13" y="85"/>
                  </a:lnTo>
                  <a:lnTo>
                    <a:pt x="17" y="64"/>
                  </a:lnTo>
                  <a:lnTo>
                    <a:pt x="22" y="46"/>
                  </a:lnTo>
                  <a:lnTo>
                    <a:pt x="27" y="33"/>
                  </a:lnTo>
                  <a:lnTo>
                    <a:pt x="35" y="20"/>
                  </a:lnTo>
                  <a:lnTo>
                    <a:pt x="40" y="12"/>
                  </a:lnTo>
                  <a:lnTo>
                    <a:pt x="47" y="7"/>
                  </a:lnTo>
                  <a:lnTo>
                    <a:pt x="55" y="5"/>
                  </a:lnTo>
                  <a:lnTo>
                    <a:pt x="55" y="0"/>
                  </a:lnTo>
                  <a:close/>
                </a:path>
              </a:pathLst>
            </a:custGeom>
            <a:solidFill>
              <a:srgbClr val="9B9B9B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412" name="Google Shape;412;p1"/>
            <p:cNvSpPr/>
            <p:nvPr/>
          </p:nvSpPr>
          <p:spPr>
            <a:xfrm>
              <a:off x="4074" y="3300"/>
              <a:ext cx="45" cy="121"/>
            </a:xfrm>
            <a:custGeom>
              <a:avLst/>
              <a:gdLst/>
              <a:ahLst/>
              <a:cxnLst/>
              <a:rect l="l" t="t" r="r" b="b"/>
              <a:pathLst>
                <a:path w="53" h="203" extrusionOk="0">
                  <a:moveTo>
                    <a:pt x="53" y="0"/>
                  </a:moveTo>
                  <a:lnTo>
                    <a:pt x="45" y="2"/>
                  </a:lnTo>
                  <a:lnTo>
                    <a:pt x="38" y="7"/>
                  </a:lnTo>
                  <a:lnTo>
                    <a:pt x="33" y="15"/>
                  </a:lnTo>
                  <a:lnTo>
                    <a:pt x="25" y="28"/>
                  </a:lnTo>
                  <a:lnTo>
                    <a:pt x="20" y="41"/>
                  </a:lnTo>
                  <a:lnTo>
                    <a:pt x="15" y="59"/>
                  </a:lnTo>
                  <a:lnTo>
                    <a:pt x="11" y="80"/>
                  </a:lnTo>
                  <a:lnTo>
                    <a:pt x="6" y="100"/>
                  </a:lnTo>
                  <a:lnTo>
                    <a:pt x="4" y="125"/>
                  </a:lnTo>
                  <a:lnTo>
                    <a:pt x="2" y="149"/>
                  </a:lnTo>
                  <a:lnTo>
                    <a:pt x="0" y="175"/>
                  </a:lnTo>
                  <a:lnTo>
                    <a:pt x="0" y="203"/>
                  </a:lnTo>
                  <a:lnTo>
                    <a:pt x="0" y="203"/>
                  </a:lnTo>
                  <a:lnTo>
                    <a:pt x="2" y="177"/>
                  </a:lnTo>
                  <a:lnTo>
                    <a:pt x="2" y="151"/>
                  </a:lnTo>
                  <a:lnTo>
                    <a:pt x="4" y="126"/>
                  </a:lnTo>
                  <a:lnTo>
                    <a:pt x="7" y="104"/>
                  </a:lnTo>
                  <a:lnTo>
                    <a:pt x="11" y="81"/>
                  </a:lnTo>
                  <a:lnTo>
                    <a:pt x="16" y="62"/>
                  </a:lnTo>
                  <a:lnTo>
                    <a:pt x="20" y="45"/>
                  </a:lnTo>
                  <a:lnTo>
                    <a:pt x="27" y="31"/>
                  </a:lnTo>
                  <a:lnTo>
                    <a:pt x="33" y="21"/>
                  </a:lnTo>
                  <a:lnTo>
                    <a:pt x="38" y="12"/>
                  </a:lnTo>
                  <a:lnTo>
                    <a:pt x="45" y="7"/>
                  </a:lnTo>
                  <a:lnTo>
                    <a:pt x="53" y="5"/>
                  </a:lnTo>
                  <a:lnTo>
                    <a:pt x="53" y="0"/>
                  </a:lnTo>
                  <a:close/>
                </a:path>
              </a:pathLst>
            </a:custGeom>
            <a:solidFill>
              <a:srgbClr val="9D9D9D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413" name="Google Shape;413;p1"/>
            <p:cNvSpPr/>
            <p:nvPr/>
          </p:nvSpPr>
          <p:spPr>
            <a:xfrm>
              <a:off x="4074" y="3304"/>
              <a:ext cx="45" cy="117"/>
            </a:xfrm>
            <a:custGeom>
              <a:avLst/>
              <a:gdLst/>
              <a:ahLst/>
              <a:cxnLst/>
              <a:rect l="l" t="t" r="r" b="b"/>
              <a:pathLst>
                <a:path w="53" h="198" extrusionOk="0">
                  <a:moveTo>
                    <a:pt x="53" y="0"/>
                  </a:moveTo>
                  <a:lnTo>
                    <a:pt x="45" y="2"/>
                  </a:lnTo>
                  <a:lnTo>
                    <a:pt x="38" y="7"/>
                  </a:lnTo>
                  <a:lnTo>
                    <a:pt x="33" y="16"/>
                  </a:lnTo>
                  <a:lnTo>
                    <a:pt x="27" y="26"/>
                  </a:lnTo>
                  <a:lnTo>
                    <a:pt x="20" y="40"/>
                  </a:lnTo>
                  <a:lnTo>
                    <a:pt x="16" y="57"/>
                  </a:lnTo>
                  <a:lnTo>
                    <a:pt x="11" y="76"/>
                  </a:lnTo>
                  <a:lnTo>
                    <a:pt x="7" y="99"/>
                  </a:lnTo>
                  <a:lnTo>
                    <a:pt x="4" y="121"/>
                  </a:lnTo>
                  <a:lnTo>
                    <a:pt x="2" y="146"/>
                  </a:lnTo>
                  <a:lnTo>
                    <a:pt x="2" y="172"/>
                  </a:lnTo>
                  <a:lnTo>
                    <a:pt x="0" y="198"/>
                  </a:lnTo>
                  <a:lnTo>
                    <a:pt x="2" y="198"/>
                  </a:lnTo>
                  <a:lnTo>
                    <a:pt x="2" y="172"/>
                  </a:lnTo>
                  <a:lnTo>
                    <a:pt x="4" y="147"/>
                  </a:lnTo>
                  <a:lnTo>
                    <a:pt x="6" y="123"/>
                  </a:lnTo>
                  <a:lnTo>
                    <a:pt x="9" y="101"/>
                  </a:lnTo>
                  <a:lnTo>
                    <a:pt x="13" y="80"/>
                  </a:lnTo>
                  <a:lnTo>
                    <a:pt x="16" y="61"/>
                  </a:lnTo>
                  <a:lnTo>
                    <a:pt x="22" y="45"/>
                  </a:lnTo>
                  <a:lnTo>
                    <a:pt x="27" y="31"/>
                  </a:lnTo>
                  <a:lnTo>
                    <a:pt x="33" y="19"/>
                  </a:lnTo>
                  <a:lnTo>
                    <a:pt x="40" y="12"/>
                  </a:lnTo>
                  <a:lnTo>
                    <a:pt x="45" y="7"/>
                  </a:lnTo>
                  <a:lnTo>
                    <a:pt x="53" y="5"/>
                  </a:lnTo>
                  <a:lnTo>
                    <a:pt x="53" y="0"/>
                  </a:lnTo>
                  <a:close/>
                </a:path>
              </a:pathLst>
            </a:custGeom>
            <a:solidFill>
              <a:srgbClr val="9F9F9F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414" name="Google Shape;414;p1"/>
            <p:cNvSpPr/>
            <p:nvPr/>
          </p:nvSpPr>
          <p:spPr>
            <a:xfrm>
              <a:off x="4074" y="3307"/>
              <a:ext cx="45" cy="114"/>
            </a:xfrm>
            <a:custGeom>
              <a:avLst/>
              <a:gdLst/>
              <a:ahLst/>
              <a:cxnLst/>
              <a:rect l="l" t="t" r="r" b="b"/>
              <a:pathLst>
                <a:path w="51" h="193" extrusionOk="0">
                  <a:moveTo>
                    <a:pt x="51" y="0"/>
                  </a:moveTo>
                  <a:lnTo>
                    <a:pt x="43" y="2"/>
                  </a:lnTo>
                  <a:lnTo>
                    <a:pt x="38" y="7"/>
                  </a:lnTo>
                  <a:lnTo>
                    <a:pt x="31" y="14"/>
                  </a:lnTo>
                  <a:lnTo>
                    <a:pt x="25" y="26"/>
                  </a:lnTo>
                  <a:lnTo>
                    <a:pt x="20" y="40"/>
                  </a:lnTo>
                  <a:lnTo>
                    <a:pt x="14" y="56"/>
                  </a:lnTo>
                  <a:lnTo>
                    <a:pt x="11" y="75"/>
                  </a:lnTo>
                  <a:lnTo>
                    <a:pt x="7" y="96"/>
                  </a:lnTo>
                  <a:lnTo>
                    <a:pt x="4" y="118"/>
                  </a:lnTo>
                  <a:lnTo>
                    <a:pt x="2" y="142"/>
                  </a:lnTo>
                  <a:lnTo>
                    <a:pt x="0" y="167"/>
                  </a:lnTo>
                  <a:lnTo>
                    <a:pt x="0" y="193"/>
                  </a:lnTo>
                  <a:lnTo>
                    <a:pt x="2" y="193"/>
                  </a:lnTo>
                  <a:lnTo>
                    <a:pt x="2" y="168"/>
                  </a:lnTo>
                  <a:lnTo>
                    <a:pt x="4" y="144"/>
                  </a:lnTo>
                  <a:lnTo>
                    <a:pt x="5" y="120"/>
                  </a:lnTo>
                  <a:lnTo>
                    <a:pt x="7" y="99"/>
                  </a:lnTo>
                  <a:lnTo>
                    <a:pt x="11" y="78"/>
                  </a:lnTo>
                  <a:lnTo>
                    <a:pt x="16" y="59"/>
                  </a:lnTo>
                  <a:lnTo>
                    <a:pt x="20" y="44"/>
                  </a:lnTo>
                  <a:lnTo>
                    <a:pt x="25" y="30"/>
                  </a:lnTo>
                  <a:lnTo>
                    <a:pt x="31" y="19"/>
                  </a:lnTo>
                  <a:lnTo>
                    <a:pt x="38" y="12"/>
                  </a:lnTo>
                  <a:lnTo>
                    <a:pt x="43" y="7"/>
                  </a:lnTo>
                  <a:lnTo>
                    <a:pt x="51" y="5"/>
                  </a:lnTo>
                  <a:lnTo>
                    <a:pt x="51" y="0"/>
                  </a:lnTo>
                  <a:close/>
                </a:path>
              </a:pathLst>
            </a:custGeom>
            <a:solidFill>
              <a:srgbClr val="A1A1A1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415" name="Google Shape;415;p1"/>
            <p:cNvSpPr/>
            <p:nvPr/>
          </p:nvSpPr>
          <p:spPr>
            <a:xfrm>
              <a:off x="4075" y="3309"/>
              <a:ext cx="44" cy="112"/>
            </a:xfrm>
            <a:custGeom>
              <a:avLst/>
              <a:gdLst/>
              <a:ahLst/>
              <a:cxnLst/>
              <a:rect l="l" t="t" r="r" b="b"/>
              <a:pathLst>
                <a:path w="49" h="188" extrusionOk="0">
                  <a:moveTo>
                    <a:pt x="49" y="0"/>
                  </a:moveTo>
                  <a:lnTo>
                    <a:pt x="41" y="2"/>
                  </a:lnTo>
                  <a:lnTo>
                    <a:pt x="36" y="7"/>
                  </a:lnTo>
                  <a:lnTo>
                    <a:pt x="29" y="14"/>
                  </a:lnTo>
                  <a:lnTo>
                    <a:pt x="23" y="25"/>
                  </a:lnTo>
                  <a:lnTo>
                    <a:pt x="18" y="39"/>
                  </a:lnTo>
                  <a:lnTo>
                    <a:pt x="14" y="54"/>
                  </a:lnTo>
                  <a:lnTo>
                    <a:pt x="9" y="73"/>
                  </a:lnTo>
                  <a:lnTo>
                    <a:pt x="5" y="94"/>
                  </a:lnTo>
                  <a:lnTo>
                    <a:pt x="3" y="115"/>
                  </a:lnTo>
                  <a:lnTo>
                    <a:pt x="2" y="139"/>
                  </a:lnTo>
                  <a:lnTo>
                    <a:pt x="0" y="163"/>
                  </a:lnTo>
                  <a:lnTo>
                    <a:pt x="0" y="188"/>
                  </a:lnTo>
                  <a:lnTo>
                    <a:pt x="2" y="188"/>
                  </a:lnTo>
                  <a:lnTo>
                    <a:pt x="2" y="163"/>
                  </a:lnTo>
                  <a:lnTo>
                    <a:pt x="2" y="141"/>
                  </a:lnTo>
                  <a:lnTo>
                    <a:pt x="5" y="118"/>
                  </a:lnTo>
                  <a:lnTo>
                    <a:pt x="7" y="96"/>
                  </a:lnTo>
                  <a:lnTo>
                    <a:pt x="11" y="77"/>
                  </a:lnTo>
                  <a:lnTo>
                    <a:pt x="14" y="59"/>
                  </a:lnTo>
                  <a:lnTo>
                    <a:pt x="20" y="44"/>
                  </a:lnTo>
                  <a:lnTo>
                    <a:pt x="25" y="30"/>
                  </a:lnTo>
                  <a:lnTo>
                    <a:pt x="30" y="19"/>
                  </a:lnTo>
                  <a:lnTo>
                    <a:pt x="36" y="11"/>
                  </a:lnTo>
                  <a:lnTo>
                    <a:pt x="41" y="7"/>
                  </a:lnTo>
                  <a:lnTo>
                    <a:pt x="49" y="6"/>
                  </a:lnTo>
                  <a:lnTo>
                    <a:pt x="49" y="0"/>
                  </a:lnTo>
                  <a:close/>
                </a:path>
              </a:pathLst>
            </a:custGeom>
            <a:solidFill>
              <a:srgbClr val="A3A3A3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416" name="Google Shape;416;p1"/>
            <p:cNvSpPr/>
            <p:nvPr/>
          </p:nvSpPr>
          <p:spPr>
            <a:xfrm>
              <a:off x="4077" y="3313"/>
              <a:ext cx="42" cy="108"/>
            </a:xfrm>
            <a:custGeom>
              <a:avLst/>
              <a:gdLst/>
              <a:ahLst/>
              <a:cxnLst/>
              <a:rect l="l" t="t" r="r" b="b"/>
              <a:pathLst>
                <a:path w="47" h="182" extrusionOk="0">
                  <a:moveTo>
                    <a:pt x="47" y="0"/>
                  </a:moveTo>
                  <a:lnTo>
                    <a:pt x="39" y="1"/>
                  </a:lnTo>
                  <a:lnTo>
                    <a:pt x="34" y="5"/>
                  </a:lnTo>
                  <a:lnTo>
                    <a:pt x="28" y="13"/>
                  </a:lnTo>
                  <a:lnTo>
                    <a:pt x="23" y="24"/>
                  </a:lnTo>
                  <a:lnTo>
                    <a:pt x="18" y="38"/>
                  </a:lnTo>
                  <a:lnTo>
                    <a:pt x="12" y="53"/>
                  </a:lnTo>
                  <a:lnTo>
                    <a:pt x="9" y="71"/>
                  </a:lnTo>
                  <a:lnTo>
                    <a:pt x="5" y="90"/>
                  </a:lnTo>
                  <a:lnTo>
                    <a:pt x="3" y="112"/>
                  </a:lnTo>
                  <a:lnTo>
                    <a:pt x="0" y="135"/>
                  </a:lnTo>
                  <a:lnTo>
                    <a:pt x="0" y="157"/>
                  </a:lnTo>
                  <a:lnTo>
                    <a:pt x="0" y="182"/>
                  </a:lnTo>
                  <a:lnTo>
                    <a:pt x="0" y="182"/>
                  </a:lnTo>
                  <a:lnTo>
                    <a:pt x="1" y="157"/>
                  </a:lnTo>
                  <a:lnTo>
                    <a:pt x="1" y="135"/>
                  </a:lnTo>
                  <a:lnTo>
                    <a:pt x="3" y="114"/>
                  </a:lnTo>
                  <a:lnTo>
                    <a:pt x="7" y="93"/>
                  </a:lnTo>
                  <a:lnTo>
                    <a:pt x="10" y="74"/>
                  </a:lnTo>
                  <a:lnTo>
                    <a:pt x="14" y="57"/>
                  </a:lnTo>
                  <a:lnTo>
                    <a:pt x="18" y="41"/>
                  </a:lnTo>
                  <a:lnTo>
                    <a:pt x="23" y="29"/>
                  </a:lnTo>
                  <a:lnTo>
                    <a:pt x="28" y="19"/>
                  </a:lnTo>
                  <a:lnTo>
                    <a:pt x="34" y="10"/>
                  </a:lnTo>
                  <a:lnTo>
                    <a:pt x="39" y="7"/>
                  </a:lnTo>
                  <a:lnTo>
                    <a:pt x="47" y="5"/>
                  </a:lnTo>
                  <a:lnTo>
                    <a:pt x="47" y="0"/>
                  </a:lnTo>
                  <a:close/>
                </a:path>
              </a:pathLst>
            </a:custGeom>
            <a:solidFill>
              <a:srgbClr val="A5A5A5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417" name="Google Shape;417;p1"/>
            <p:cNvSpPr/>
            <p:nvPr/>
          </p:nvSpPr>
          <p:spPr>
            <a:xfrm>
              <a:off x="4077" y="3315"/>
              <a:ext cx="42" cy="106"/>
            </a:xfrm>
            <a:custGeom>
              <a:avLst/>
              <a:gdLst/>
              <a:ahLst/>
              <a:cxnLst/>
              <a:rect l="l" t="t" r="r" b="b"/>
              <a:pathLst>
                <a:path w="47" h="177" extrusionOk="0">
                  <a:moveTo>
                    <a:pt x="47" y="0"/>
                  </a:moveTo>
                  <a:lnTo>
                    <a:pt x="39" y="2"/>
                  </a:lnTo>
                  <a:lnTo>
                    <a:pt x="34" y="5"/>
                  </a:lnTo>
                  <a:lnTo>
                    <a:pt x="28" y="14"/>
                  </a:lnTo>
                  <a:lnTo>
                    <a:pt x="23" y="24"/>
                  </a:lnTo>
                  <a:lnTo>
                    <a:pt x="18" y="36"/>
                  </a:lnTo>
                  <a:lnTo>
                    <a:pt x="14" y="52"/>
                  </a:lnTo>
                  <a:lnTo>
                    <a:pt x="10" y="69"/>
                  </a:lnTo>
                  <a:lnTo>
                    <a:pt x="7" y="88"/>
                  </a:lnTo>
                  <a:lnTo>
                    <a:pt x="3" y="109"/>
                  </a:lnTo>
                  <a:lnTo>
                    <a:pt x="1" y="130"/>
                  </a:lnTo>
                  <a:lnTo>
                    <a:pt x="1" y="152"/>
                  </a:lnTo>
                  <a:lnTo>
                    <a:pt x="0" y="177"/>
                  </a:lnTo>
                  <a:lnTo>
                    <a:pt x="1" y="177"/>
                  </a:lnTo>
                  <a:lnTo>
                    <a:pt x="1" y="154"/>
                  </a:lnTo>
                  <a:lnTo>
                    <a:pt x="3" y="132"/>
                  </a:lnTo>
                  <a:lnTo>
                    <a:pt x="5" y="111"/>
                  </a:lnTo>
                  <a:lnTo>
                    <a:pt x="7" y="90"/>
                  </a:lnTo>
                  <a:lnTo>
                    <a:pt x="10" y="73"/>
                  </a:lnTo>
                  <a:lnTo>
                    <a:pt x="14" y="55"/>
                  </a:lnTo>
                  <a:lnTo>
                    <a:pt x="19" y="40"/>
                  </a:lnTo>
                  <a:lnTo>
                    <a:pt x="23" y="28"/>
                  </a:lnTo>
                  <a:lnTo>
                    <a:pt x="28" y="17"/>
                  </a:lnTo>
                  <a:lnTo>
                    <a:pt x="34" y="10"/>
                  </a:lnTo>
                  <a:lnTo>
                    <a:pt x="41" y="7"/>
                  </a:lnTo>
                  <a:lnTo>
                    <a:pt x="47" y="5"/>
                  </a:lnTo>
                  <a:lnTo>
                    <a:pt x="47" y="0"/>
                  </a:lnTo>
                  <a:close/>
                </a:path>
              </a:pathLst>
            </a:custGeom>
            <a:solidFill>
              <a:srgbClr val="A8A8A8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418" name="Google Shape;418;p1"/>
            <p:cNvSpPr/>
            <p:nvPr/>
          </p:nvSpPr>
          <p:spPr>
            <a:xfrm>
              <a:off x="4079" y="3319"/>
              <a:ext cx="40" cy="102"/>
            </a:xfrm>
            <a:custGeom>
              <a:avLst/>
              <a:gdLst/>
              <a:ahLst/>
              <a:cxnLst/>
              <a:rect l="l" t="t" r="r" b="b"/>
              <a:pathLst>
                <a:path w="46" h="172" extrusionOk="0">
                  <a:moveTo>
                    <a:pt x="46" y="0"/>
                  </a:moveTo>
                  <a:lnTo>
                    <a:pt x="40" y="2"/>
                  </a:lnTo>
                  <a:lnTo>
                    <a:pt x="33" y="5"/>
                  </a:lnTo>
                  <a:lnTo>
                    <a:pt x="27" y="12"/>
                  </a:lnTo>
                  <a:lnTo>
                    <a:pt x="22" y="23"/>
                  </a:lnTo>
                  <a:lnTo>
                    <a:pt x="18" y="35"/>
                  </a:lnTo>
                  <a:lnTo>
                    <a:pt x="13" y="50"/>
                  </a:lnTo>
                  <a:lnTo>
                    <a:pt x="9" y="68"/>
                  </a:lnTo>
                  <a:lnTo>
                    <a:pt x="6" y="85"/>
                  </a:lnTo>
                  <a:lnTo>
                    <a:pt x="4" y="106"/>
                  </a:lnTo>
                  <a:lnTo>
                    <a:pt x="2" y="127"/>
                  </a:lnTo>
                  <a:lnTo>
                    <a:pt x="0" y="149"/>
                  </a:lnTo>
                  <a:lnTo>
                    <a:pt x="0" y="172"/>
                  </a:lnTo>
                  <a:lnTo>
                    <a:pt x="2" y="172"/>
                  </a:lnTo>
                  <a:lnTo>
                    <a:pt x="2" y="147"/>
                  </a:lnTo>
                  <a:lnTo>
                    <a:pt x="4" y="125"/>
                  </a:lnTo>
                  <a:lnTo>
                    <a:pt x="6" y="102"/>
                  </a:lnTo>
                  <a:lnTo>
                    <a:pt x="9" y="82"/>
                  </a:lnTo>
                  <a:lnTo>
                    <a:pt x="13" y="62"/>
                  </a:lnTo>
                  <a:lnTo>
                    <a:pt x="17" y="45"/>
                  </a:lnTo>
                  <a:lnTo>
                    <a:pt x="22" y="31"/>
                  </a:lnTo>
                  <a:lnTo>
                    <a:pt x="27" y="21"/>
                  </a:lnTo>
                  <a:lnTo>
                    <a:pt x="33" y="12"/>
                  </a:lnTo>
                  <a:lnTo>
                    <a:pt x="38" y="7"/>
                  </a:lnTo>
                  <a:lnTo>
                    <a:pt x="46" y="5"/>
                  </a:lnTo>
                  <a:lnTo>
                    <a:pt x="46" y="0"/>
                  </a:lnTo>
                  <a:close/>
                </a:path>
              </a:pathLst>
            </a:custGeom>
            <a:solidFill>
              <a:srgbClr val="AAAAAA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419" name="Google Shape;419;p1"/>
            <p:cNvSpPr/>
            <p:nvPr/>
          </p:nvSpPr>
          <p:spPr>
            <a:xfrm>
              <a:off x="4081" y="3323"/>
              <a:ext cx="38" cy="98"/>
            </a:xfrm>
            <a:custGeom>
              <a:avLst/>
              <a:gdLst/>
              <a:ahLst/>
              <a:cxnLst/>
              <a:rect l="l" t="t" r="r" b="b"/>
              <a:pathLst>
                <a:path w="44" h="167" extrusionOk="0">
                  <a:moveTo>
                    <a:pt x="44" y="0"/>
                  </a:moveTo>
                  <a:lnTo>
                    <a:pt x="36" y="2"/>
                  </a:lnTo>
                  <a:lnTo>
                    <a:pt x="31" y="7"/>
                  </a:lnTo>
                  <a:lnTo>
                    <a:pt x="25" y="16"/>
                  </a:lnTo>
                  <a:lnTo>
                    <a:pt x="20" y="26"/>
                  </a:lnTo>
                  <a:lnTo>
                    <a:pt x="15" y="40"/>
                  </a:lnTo>
                  <a:lnTo>
                    <a:pt x="11" y="57"/>
                  </a:lnTo>
                  <a:lnTo>
                    <a:pt x="7" y="77"/>
                  </a:lnTo>
                  <a:lnTo>
                    <a:pt x="4" y="97"/>
                  </a:lnTo>
                  <a:lnTo>
                    <a:pt x="2" y="120"/>
                  </a:lnTo>
                  <a:lnTo>
                    <a:pt x="0" y="142"/>
                  </a:lnTo>
                  <a:lnTo>
                    <a:pt x="0" y="167"/>
                  </a:lnTo>
                  <a:lnTo>
                    <a:pt x="2" y="167"/>
                  </a:lnTo>
                  <a:lnTo>
                    <a:pt x="2" y="142"/>
                  </a:lnTo>
                  <a:lnTo>
                    <a:pt x="2" y="122"/>
                  </a:lnTo>
                  <a:lnTo>
                    <a:pt x="6" y="99"/>
                  </a:lnTo>
                  <a:lnTo>
                    <a:pt x="7" y="80"/>
                  </a:lnTo>
                  <a:lnTo>
                    <a:pt x="11" y="61"/>
                  </a:lnTo>
                  <a:lnTo>
                    <a:pt x="16" y="45"/>
                  </a:lnTo>
                  <a:lnTo>
                    <a:pt x="20" y="31"/>
                  </a:lnTo>
                  <a:lnTo>
                    <a:pt x="25" y="19"/>
                  </a:lnTo>
                  <a:lnTo>
                    <a:pt x="31" y="12"/>
                  </a:lnTo>
                  <a:lnTo>
                    <a:pt x="36" y="7"/>
                  </a:lnTo>
                  <a:lnTo>
                    <a:pt x="44" y="5"/>
                  </a:lnTo>
                  <a:lnTo>
                    <a:pt x="44" y="0"/>
                  </a:lnTo>
                  <a:close/>
                </a:path>
              </a:pathLst>
            </a:custGeom>
            <a:solidFill>
              <a:srgbClr val="ACACAC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420" name="Google Shape;420;p1"/>
            <p:cNvSpPr/>
            <p:nvPr/>
          </p:nvSpPr>
          <p:spPr>
            <a:xfrm>
              <a:off x="4082" y="3325"/>
              <a:ext cx="37" cy="96"/>
            </a:xfrm>
            <a:custGeom>
              <a:avLst/>
              <a:gdLst/>
              <a:ahLst/>
              <a:cxnLst/>
              <a:rect l="l" t="t" r="r" b="b"/>
              <a:pathLst>
                <a:path w="42" h="162" extrusionOk="0">
                  <a:moveTo>
                    <a:pt x="42" y="0"/>
                  </a:moveTo>
                  <a:lnTo>
                    <a:pt x="34" y="2"/>
                  </a:lnTo>
                  <a:lnTo>
                    <a:pt x="29" y="7"/>
                  </a:lnTo>
                  <a:lnTo>
                    <a:pt x="23" y="14"/>
                  </a:lnTo>
                  <a:lnTo>
                    <a:pt x="18" y="26"/>
                  </a:lnTo>
                  <a:lnTo>
                    <a:pt x="14" y="40"/>
                  </a:lnTo>
                  <a:lnTo>
                    <a:pt x="9" y="56"/>
                  </a:lnTo>
                  <a:lnTo>
                    <a:pt x="5" y="75"/>
                  </a:lnTo>
                  <a:lnTo>
                    <a:pt x="4" y="94"/>
                  </a:lnTo>
                  <a:lnTo>
                    <a:pt x="0" y="117"/>
                  </a:lnTo>
                  <a:lnTo>
                    <a:pt x="0" y="137"/>
                  </a:lnTo>
                  <a:lnTo>
                    <a:pt x="0" y="162"/>
                  </a:lnTo>
                  <a:lnTo>
                    <a:pt x="0" y="162"/>
                  </a:lnTo>
                  <a:lnTo>
                    <a:pt x="2" y="139"/>
                  </a:lnTo>
                  <a:lnTo>
                    <a:pt x="2" y="117"/>
                  </a:lnTo>
                  <a:lnTo>
                    <a:pt x="4" y="96"/>
                  </a:lnTo>
                  <a:lnTo>
                    <a:pt x="7" y="77"/>
                  </a:lnTo>
                  <a:lnTo>
                    <a:pt x="11" y="59"/>
                  </a:lnTo>
                  <a:lnTo>
                    <a:pt x="14" y="44"/>
                  </a:lnTo>
                  <a:lnTo>
                    <a:pt x="20" y="30"/>
                  </a:lnTo>
                  <a:lnTo>
                    <a:pt x="23" y="20"/>
                  </a:lnTo>
                  <a:lnTo>
                    <a:pt x="29" y="13"/>
                  </a:lnTo>
                  <a:lnTo>
                    <a:pt x="36" y="7"/>
                  </a:lnTo>
                  <a:lnTo>
                    <a:pt x="42" y="6"/>
                  </a:lnTo>
                  <a:lnTo>
                    <a:pt x="42" y="0"/>
                  </a:lnTo>
                  <a:close/>
                </a:path>
              </a:pathLst>
            </a:custGeom>
            <a:solidFill>
              <a:srgbClr val="AFAFAF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</p:grpSp>
      <p:grpSp>
        <p:nvGrpSpPr>
          <p:cNvPr id="421" name="Google Shape;421;p1"/>
          <p:cNvGrpSpPr/>
          <p:nvPr/>
        </p:nvGrpSpPr>
        <p:grpSpPr>
          <a:xfrm>
            <a:off x="4419600" y="990600"/>
            <a:ext cx="228600" cy="762000"/>
            <a:chOff x="3969" y="3294"/>
            <a:chExt cx="164" cy="567"/>
          </a:xfrm>
        </p:grpSpPr>
        <p:sp>
          <p:nvSpPr>
            <p:cNvPr id="422" name="Google Shape;422;p1"/>
            <p:cNvSpPr/>
            <p:nvPr/>
          </p:nvSpPr>
          <p:spPr>
            <a:xfrm>
              <a:off x="3969" y="3294"/>
              <a:ext cx="164" cy="567"/>
            </a:xfrm>
            <a:custGeom>
              <a:avLst/>
              <a:gdLst/>
              <a:ahLst/>
              <a:cxnLst/>
              <a:rect l="l" t="t" r="r" b="b"/>
              <a:pathLst>
                <a:path w="188" h="953" extrusionOk="0">
                  <a:moveTo>
                    <a:pt x="188" y="873"/>
                  </a:moveTo>
                  <a:lnTo>
                    <a:pt x="94" y="953"/>
                  </a:lnTo>
                  <a:lnTo>
                    <a:pt x="0" y="873"/>
                  </a:lnTo>
                  <a:lnTo>
                    <a:pt x="94" y="0"/>
                  </a:lnTo>
                  <a:lnTo>
                    <a:pt x="188" y="873"/>
                  </a:lnTo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423" name="Google Shape;423;p1"/>
            <p:cNvSpPr/>
            <p:nvPr/>
          </p:nvSpPr>
          <p:spPr>
            <a:xfrm>
              <a:off x="4035" y="3318"/>
              <a:ext cx="32" cy="59"/>
            </a:xfrm>
            <a:custGeom>
              <a:avLst/>
              <a:gdLst/>
              <a:ahLst/>
              <a:cxnLst/>
              <a:rect l="l" t="t" r="r" b="b"/>
              <a:pathLst>
                <a:path w="36" h="99" extrusionOk="0">
                  <a:moveTo>
                    <a:pt x="29" y="19"/>
                  </a:moveTo>
                  <a:lnTo>
                    <a:pt x="18" y="0"/>
                  </a:lnTo>
                  <a:lnTo>
                    <a:pt x="5" y="19"/>
                  </a:lnTo>
                  <a:lnTo>
                    <a:pt x="0" y="80"/>
                  </a:lnTo>
                  <a:lnTo>
                    <a:pt x="18" y="99"/>
                  </a:lnTo>
                  <a:lnTo>
                    <a:pt x="36" y="80"/>
                  </a:lnTo>
                  <a:lnTo>
                    <a:pt x="29" y="19"/>
                  </a:lnTo>
                  <a:close/>
                </a:path>
              </a:pathLst>
            </a:custGeom>
            <a:solidFill>
              <a:srgbClr val="666666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424" name="Google Shape;424;p1"/>
            <p:cNvSpPr/>
            <p:nvPr/>
          </p:nvSpPr>
          <p:spPr>
            <a:xfrm>
              <a:off x="3969" y="3767"/>
              <a:ext cx="164" cy="48"/>
            </a:xfrm>
            <a:custGeom>
              <a:avLst/>
              <a:gdLst/>
              <a:ahLst/>
              <a:cxnLst/>
              <a:rect l="l" t="t" r="r" b="b"/>
              <a:pathLst>
                <a:path w="188" h="78" extrusionOk="0">
                  <a:moveTo>
                    <a:pt x="188" y="78"/>
                  </a:moveTo>
                  <a:lnTo>
                    <a:pt x="94" y="0"/>
                  </a:lnTo>
                  <a:lnTo>
                    <a:pt x="0" y="78"/>
                  </a:lnTo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425" name="Google Shape;425;p1"/>
            <p:cNvSpPr/>
            <p:nvPr/>
          </p:nvSpPr>
          <p:spPr>
            <a:xfrm>
              <a:off x="3969" y="3294"/>
              <a:ext cx="164" cy="567"/>
            </a:xfrm>
            <a:custGeom>
              <a:avLst/>
              <a:gdLst/>
              <a:ahLst/>
              <a:cxnLst/>
              <a:rect l="l" t="t" r="r" b="b"/>
              <a:pathLst>
                <a:path w="188" h="953" extrusionOk="0">
                  <a:moveTo>
                    <a:pt x="94" y="0"/>
                  </a:moveTo>
                  <a:lnTo>
                    <a:pt x="94" y="953"/>
                  </a:lnTo>
                  <a:lnTo>
                    <a:pt x="188" y="873"/>
                  </a:lnTo>
                  <a:lnTo>
                    <a:pt x="94" y="0"/>
                  </a:lnTo>
                  <a:lnTo>
                    <a:pt x="0" y="873"/>
                  </a:lnTo>
                  <a:lnTo>
                    <a:pt x="94" y="953"/>
                  </a:lnTo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426" name="Google Shape;426;p1"/>
            <p:cNvSpPr/>
            <p:nvPr/>
          </p:nvSpPr>
          <p:spPr>
            <a:xfrm>
              <a:off x="4030" y="3424"/>
              <a:ext cx="42" cy="12"/>
            </a:xfrm>
            <a:custGeom>
              <a:avLst/>
              <a:gdLst/>
              <a:ahLst/>
              <a:cxnLst/>
              <a:rect l="l" t="t" r="r" b="b"/>
              <a:pathLst>
                <a:path w="47" h="19" extrusionOk="0">
                  <a:moveTo>
                    <a:pt x="47" y="0"/>
                  </a:moveTo>
                  <a:lnTo>
                    <a:pt x="24" y="19"/>
                  </a:lnTo>
                  <a:lnTo>
                    <a:pt x="0" y="0"/>
                  </a:lnTo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427" name="Google Shape;427;p1"/>
            <p:cNvSpPr/>
            <p:nvPr/>
          </p:nvSpPr>
          <p:spPr>
            <a:xfrm>
              <a:off x="4023" y="3468"/>
              <a:ext cx="54" cy="15"/>
            </a:xfrm>
            <a:custGeom>
              <a:avLst/>
              <a:gdLst/>
              <a:ahLst/>
              <a:cxnLst/>
              <a:rect l="l" t="t" r="r" b="b"/>
              <a:pathLst>
                <a:path w="64" h="26" extrusionOk="0">
                  <a:moveTo>
                    <a:pt x="64" y="0"/>
                  </a:moveTo>
                  <a:lnTo>
                    <a:pt x="33" y="26"/>
                  </a:lnTo>
                  <a:lnTo>
                    <a:pt x="0" y="0"/>
                  </a:lnTo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428" name="Google Shape;428;p1"/>
            <p:cNvSpPr/>
            <p:nvPr/>
          </p:nvSpPr>
          <p:spPr>
            <a:xfrm>
              <a:off x="4018" y="3510"/>
              <a:ext cx="68" cy="21"/>
            </a:xfrm>
            <a:custGeom>
              <a:avLst/>
              <a:gdLst/>
              <a:ahLst/>
              <a:cxnLst/>
              <a:rect l="l" t="t" r="r" b="b"/>
              <a:pathLst>
                <a:path w="78" h="35" extrusionOk="0">
                  <a:moveTo>
                    <a:pt x="78" y="2"/>
                  </a:moveTo>
                  <a:lnTo>
                    <a:pt x="38" y="35"/>
                  </a:lnTo>
                  <a:lnTo>
                    <a:pt x="0" y="0"/>
                  </a:lnTo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429" name="Google Shape;429;p1"/>
            <p:cNvSpPr/>
            <p:nvPr/>
          </p:nvSpPr>
          <p:spPr>
            <a:xfrm>
              <a:off x="4009" y="3555"/>
              <a:ext cx="82" cy="23"/>
            </a:xfrm>
            <a:custGeom>
              <a:avLst/>
              <a:gdLst/>
              <a:ahLst/>
              <a:cxnLst/>
              <a:rect l="l" t="t" r="r" b="b"/>
              <a:pathLst>
                <a:path w="94" h="38" extrusionOk="0">
                  <a:moveTo>
                    <a:pt x="94" y="0"/>
                  </a:moveTo>
                  <a:lnTo>
                    <a:pt x="47" y="38"/>
                  </a:lnTo>
                  <a:lnTo>
                    <a:pt x="0" y="0"/>
                  </a:lnTo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430" name="Google Shape;430;p1"/>
            <p:cNvSpPr/>
            <p:nvPr/>
          </p:nvSpPr>
          <p:spPr>
            <a:xfrm>
              <a:off x="4002" y="3598"/>
              <a:ext cx="96" cy="27"/>
            </a:xfrm>
            <a:custGeom>
              <a:avLst/>
              <a:gdLst/>
              <a:ahLst/>
              <a:cxnLst/>
              <a:rect l="l" t="t" r="r" b="b"/>
              <a:pathLst>
                <a:path w="110" h="46" extrusionOk="0">
                  <a:moveTo>
                    <a:pt x="110" y="0"/>
                  </a:moveTo>
                  <a:lnTo>
                    <a:pt x="56" y="46"/>
                  </a:lnTo>
                  <a:lnTo>
                    <a:pt x="0" y="0"/>
                  </a:lnTo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431" name="Google Shape;431;p1"/>
            <p:cNvSpPr/>
            <p:nvPr/>
          </p:nvSpPr>
          <p:spPr>
            <a:xfrm>
              <a:off x="3997" y="3641"/>
              <a:ext cx="110" cy="32"/>
            </a:xfrm>
            <a:custGeom>
              <a:avLst/>
              <a:gdLst/>
              <a:ahLst/>
              <a:cxnLst/>
              <a:rect l="l" t="t" r="r" b="b"/>
              <a:pathLst>
                <a:path w="125" h="53" extrusionOk="0">
                  <a:moveTo>
                    <a:pt x="125" y="0"/>
                  </a:moveTo>
                  <a:lnTo>
                    <a:pt x="62" y="53"/>
                  </a:lnTo>
                  <a:lnTo>
                    <a:pt x="0" y="0"/>
                  </a:lnTo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432" name="Google Shape;432;p1"/>
            <p:cNvSpPr/>
            <p:nvPr/>
          </p:nvSpPr>
          <p:spPr>
            <a:xfrm>
              <a:off x="3990" y="3684"/>
              <a:ext cx="122" cy="36"/>
            </a:xfrm>
            <a:custGeom>
              <a:avLst/>
              <a:gdLst/>
              <a:ahLst/>
              <a:cxnLst/>
              <a:rect l="l" t="t" r="r" b="b"/>
              <a:pathLst>
                <a:path w="141" h="61" extrusionOk="0">
                  <a:moveTo>
                    <a:pt x="141" y="0"/>
                  </a:moveTo>
                  <a:lnTo>
                    <a:pt x="71" y="61"/>
                  </a:lnTo>
                  <a:lnTo>
                    <a:pt x="0" y="0"/>
                  </a:lnTo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433" name="Google Shape;433;p1"/>
            <p:cNvSpPr/>
            <p:nvPr/>
          </p:nvSpPr>
          <p:spPr>
            <a:xfrm>
              <a:off x="3981" y="3728"/>
              <a:ext cx="138" cy="39"/>
            </a:xfrm>
            <a:custGeom>
              <a:avLst/>
              <a:gdLst/>
              <a:ahLst/>
              <a:cxnLst/>
              <a:rect l="l" t="t" r="r" b="b"/>
              <a:pathLst>
                <a:path w="158" h="68" extrusionOk="0">
                  <a:moveTo>
                    <a:pt x="158" y="0"/>
                  </a:moveTo>
                  <a:lnTo>
                    <a:pt x="80" y="68"/>
                  </a:lnTo>
                  <a:lnTo>
                    <a:pt x="0" y="2"/>
                  </a:lnTo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434" name="Google Shape;434;p1"/>
            <p:cNvSpPr/>
            <p:nvPr/>
          </p:nvSpPr>
          <p:spPr>
            <a:xfrm>
              <a:off x="3978" y="3769"/>
              <a:ext cx="148" cy="46"/>
            </a:xfrm>
            <a:custGeom>
              <a:avLst/>
              <a:gdLst/>
              <a:ahLst/>
              <a:cxnLst/>
              <a:rect l="l" t="t" r="r" b="b"/>
              <a:pathLst>
                <a:path w="172" h="75" extrusionOk="0">
                  <a:moveTo>
                    <a:pt x="172" y="2"/>
                  </a:moveTo>
                  <a:lnTo>
                    <a:pt x="85" y="75"/>
                  </a:lnTo>
                  <a:lnTo>
                    <a:pt x="0" y="0"/>
                  </a:lnTo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435" name="Google Shape;435;p1"/>
            <p:cNvSpPr/>
            <p:nvPr/>
          </p:nvSpPr>
          <p:spPr>
            <a:xfrm>
              <a:off x="4035" y="3318"/>
              <a:ext cx="32" cy="59"/>
            </a:xfrm>
            <a:custGeom>
              <a:avLst/>
              <a:gdLst/>
              <a:ahLst/>
              <a:cxnLst/>
              <a:rect l="l" t="t" r="r" b="b"/>
              <a:pathLst>
                <a:path w="36" h="99" extrusionOk="0">
                  <a:moveTo>
                    <a:pt x="29" y="19"/>
                  </a:moveTo>
                  <a:lnTo>
                    <a:pt x="18" y="0"/>
                  </a:lnTo>
                  <a:lnTo>
                    <a:pt x="5" y="19"/>
                  </a:lnTo>
                  <a:lnTo>
                    <a:pt x="0" y="80"/>
                  </a:lnTo>
                  <a:lnTo>
                    <a:pt x="18" y="99"/>
                  </a:lnTo>
                  <a:lnTo>
                    <a:pt x="36" y="80"/>
                  </a:lnTo>
                  <a:lnTo>
                    <a:pt x="29" y="19"/>
                  </a:lnTo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436" name="Google Shape;436;p1"/>
            <p:cNvSpPr/>
            <p:nvPr/>
          </p:nvSpPr>
          <p:spPr>
            <a:xfrm>
              <a:off x="4070" y="3294"/>
              <a:ext cx="49" cy="127"/>
            </a:xfrm>
            <a:custGeom>
              <a:avLst/>
              <a:gdLst/>
              <a:ahLst/>
              <a:cxnLst/>
              <a:rect l="l" t="t" r="r" b="b"/>
              <a:pathLst>
                <a:path w="56" h="214" extrusionOk="0">
                  <a:moveTo>
                    <a:pt x="56" y="0"/>
                  </a:moveTo>
                  <a:lnTo>
                    <a:pt x="48" y="2"/>
                  </a:lnTo>
                  <a:lnTo>
                    <a:pt x="41" y="7"/>
                  </a:lnTo>
                  <a:lnTo>
                    <a:pt x="36" y="14"/>
                  </a:lnTo>
                  <a:lnTo>
                    <a:pt x="28" y="25"/>
                  </a:lnTo>
                  <a:lnTo>
                    <a:pt x="23" y="39"/>
                  </a:lnTo>
                  <a:lnTo>
                    <a:pt x="18" y="54"/>
                  </a:lnTo>
                  <a:lnTo>
                    <a:pt x="14" y="72"/>
                  </a:lnTo>
                  <a:lnTo>
                    <a:pt x="9" y="92"/>
                  </a:lnTo>
                  <a:lnTo>
                    <a:pt x="7" y="115"/>
                  </a:lnTo>
                  <a:lnTo>
                    <a:pt x="3" y="137"/>
                  </a:lnTo>
                  <a:lnTo>
                    <a:pt x="1" y="162"/>
                  </a:lnTo>
                  <a:lnTo>
                    <a:pt x="0" y="188"/>
                  </a:lnTo>
                  <a:lnTo>
                    <a:pt x="0" y="214"/>
                  </a:lnTo>
                  <a:lnTo>
                    <a:pt x="0" y="0"/>
                  </a:lnTo>
                  <a:lnTo>
                    <a:pt x="56" y="0"/>
                  </a:lnTo>
                  <a:close/>
                </a:path>
              </a:pathLst>
            </a:custGeom>
            <a:solidFill>
              <a:srgbClr val="9A9A9A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437" name="Google Shape;437;p1"/>
            <p:cNvSpPr/>
            <p:nvPr/>
          </p:nvSpPr>
          <p:spPr>
            <a:xfrm>
              <a:off x="4070" y="3294"/>
              <a:ext cx="49" cy="127"/>
            </a:xfrm>
            <a:custGeom>
              <a:avLst/>
              <a:gdLst/>
              <a:ahLst/>
              <a:cxnLst/>
              <a:rect l="l" t="t" r="r" b="b"/>
              <a:pathLst>
                <a:path w="56" h="214" extrusionOk="0">
                  <a:moveTo>
                    <a:pt x="56" y="0"/>
                  </a:moveTo>
                  <a:lnTo>
                    <a:pt x="48" y="2"/>
                  </a:lnTo>
                  <a:lnTo>
                    <a:pt x="41" y="7"/>
                  </a:lnTo>
                  <a:lnTo>
                    <a:pt x="36" y="14"/>
                  </a:lnTo>
                  <a:lnTo>
                    <a:pt x="28" y="25"/>
                  </a:lnTo>
                  <a:lnTo>
                    <a:pt x="23" y="39"/>
                  </a:lnTo>
                  <a:lnTo>
                    <a:pt x="18" y="54"/>
                  </a:lnTo>
                  <a:lnTo>
                    <a:pt x="14" y="72"/>
                  </a:lnTo>
                  <a:lnTo>
                    <a:pt x="9" y="92"/>
                  </a:lnTo>
                  <a:lnTo>
                    <a:pt x="7" y="115"/>
                  </a:lnTo>
                  <a:lnTo>
                    <a:pt x="3" y="137"/>
                  </a:lnTo>
                  <a:lnTo>
                    <a:pt x="1" y="162"/>
                  </a:lnTo>
                  <a:lnTo>
                    <a:pt x="0" y="188"/>
                  </a:lnTo>
                  <a:lnTo>
                    <a:pt x="0" y="214"/>
                  </a:lnTo>
                  <a:lnTo>
                    <a:pt x="1" y="214"/>
                  </a:lnTo>
                  <a:lnTo>
                    <a:pt x="1" y="188"/>
                  </a:lnTo>
                  <a:lnTo>
                    <a:pt x="3" y="163"/>
                  </a:lnTo>
                  <a:lnTo>
                    <a:pt x="5" y="139"/>
                  </a:lnTo>
                  <a:lnTo>
                    <a:pt x="7" y="117"/>
                  </a:lnTo>
                  <a:lnTo>
                    <a:pt x="10" y="96"/>
                  </a:lnTo>
                  <a:lnTo>
                    <a:pt x="14" y="75"/>
                  </a:lnTo>
                  <a:lnTo>
                    <a:pt x="19" y="58"/>
                  </a:lnTo>
                  <a:lnTo>
                    <a:pt x="25" y="42"/>
                  </a:lnTo>
                  <a:lnTo>
                    <a:pt x="30" y="30"/>
                  </a:lnTo>
                  <a:lnTo>
                    <a:pt x="36" y="19"/>
                  </a:lnTo>
                  <a:lnTo>
                    <a:pt x="43" y="11"/>
                  </a:lnTo>
                  <a:lnTo>
                    <a:pt x="48" y="7"/>
                  </a:lnTo>
                  <a:lnTo>
                    <a:pt x="56" y="6"/>
                  </a:lnTo>
                  <a:lnTo>
                    <a:pt x="56" y="0"/>
                  </a:lnTo>
                  <a:close/>
                </a:path>
              </a:pathLst>
            </a:custGeom>
            <a:solidFill>
              <a:srgbClr val="9A9A9A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438" name="Google Shape;438;p1"/>
            <p:cNvSpPr/>
            <p:nvPr/>
          </p:nvSpPr>
          <p:spPr>
            <a:xfrm>
              <a:off x="4072" y="3298"/>
              <a:ext cx="47" cy="123"/>
            </a:xfrm>
            <a:custGeom>
              <a:avLst/>
              <a:gdLst/>
              <a:ahLst/>
              <a:cxnLst/>
              <a:rect l="l" t="t" r="r" b="b"/>
              <a:pathLst>
                <a:path w="55" h="208" extrusionOk="0">
                  <a:moveTo>
                    <a:pt x="55" y="0"/>
                  </a:moveTo>
                  <a:lnTo>
                    <a:pt x="47" y="1"/>
                  </a:lnTo>
                  <a:lnTo>
                    <a:pt x="42" y="5"/>
                  </a:lnTo>
                  <a:lnTo>
                    <a:pt x="35" y="13"/>
                  </a:lnTo>
                  <a:lnTo>
                    <a:pt x="29" y="24"/>
                  </a:lnTo>
                  <a:lnTo>
                    <a:pt x="24" y="36"/>
                  </a:lnTo>
                  <a:lnTo>
                    <a:pt x="18" y="52"/>
                  </a:lnTo>
                  <a:lnTo>
                    <a:pt x="13" y="69"/>
                  </a:lnTo>
                  <a:lnTo>
                    <a:pt x="9" y="90"/>
                  </a:lnTo>
                  <a:lnTo>
                    <a:pt x="6" y="111"/>
                  </a:lnTo>
                  <a:lnTo>
                    <a:pt x="4" y="133"/>
                  </a:lnTo>
                  <a:lnTo>
                    <a:pt x="2" y="157"/>
                  </a:lnTo>
                  <a:lnTo>
                    <a:pt x="0" y="182"/>
                  </a:lnTo>
                  <a:lnTo>
                    <a:pt x="0" y="208"/>
                  </a:lnTo>
                  <a:lnTo>
                    <a:pt x="2" y="208"/>
                  </a:lnTo>
                  <a:lnTo>
                    <a:pt x="2" y="180"/>
                  </a:lnTo>
                  <a:lnTo>
                    <a:pt x="4" y="154"/>
                  </a:lnTo>
                  <a:lnTo>
                    <a:pt x="6" y="130"/>
                  </a:lnTo>
                  <a:lnTo>
                    <a:pt x="8" y="105"/>
                  </a:lnTo>
                  <a:lnTo>
                    <a:pt x="13" y="85"/>
                  </a:lnTo>
                  <a:lnTo>
                    <a:pt x="17" y="64"/>
                  </a:lnTo>
                  <a:lnTo>
                    <a:pt x="22" y="46"/>
                  </a:lnTo>
                  <a:lnTo>
                    <a:pt x="27" y="33"/>
                  </a:lnTo>
                  <a:lnTo>
                    <a:pt x="35" y="20"/>
                  </a:lnTo>
                  <a:lnTo>
                    <a:pt x="40" y="12"/>
                  </a:lnTo>
                  <a:lnTo>
                    <a:pt x="47" y="7"/>
                  </a:lnTo>
                  <a:lnTo>
                    <a:pt x="55" y="5"/>
                  </a:lnTo>
                  <a:lnTo>
                    <a:pt x="55" y="0"/>
                  </a:lnTo>
                  <a:close/>
                </a:path>
              </a:pathLst>
            </a:custGeom>
            <a:solidFill>
              <a:srgbClr val="9B9B9B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439" name="Google Shape;439;p1"/>
            <p:cNvSpPr/>
            <p:nvPr/>
          </p:nvSpPr>
          <p:spPr>
            <a:xfrm>
              <a:off x="4074" y="3300"/>
              <a:ext cx="45" cy="121"/>
            </a:xfrm>
            <a:custGeom>
              <a:avLst/>
              <a:gdLst/>
              <a:ahLst/>
              <a:cxnLst/>
              <a:rect l="l" t="t" r="r" b="b"/>
              <a:pathLst>
                <a:path w="53" h="203" extrusionOk="0">
                  <a:moveTo>
                    <a:pt x="53" y="0"/>
                  </a:moveTo>
                  <a:lnTo>
                    <a:pt x="45" y="2"/>
                  </a:lnTo>
                  <a:lnTo>
                    <a:pt x="38" y="7"/>
                  </a:lnTo>
                  <a:lnTo>
                    <a:pt x="33" y="15"/>
                  </a:lnTo>
                  <a:lnTo>
                    <a:pt x="25" y="28"/>
                  </a:lnTo>
                  <a:lnTo>
                    <a:pt x="20" y="41"/>
                  </a:lnTo>
                  <a:lnTo>
                    <a:pt x="15" y="59"/>
                  </a:lnTo>
                  <a:lnTo>
                    <a:pt x="11" y="80"/>
                  </a:lnTo>
                  <a:lnTo>
                    <a:pt x="6" y="100"/>
                  </a:lnTo>
                  <a:lnTo>
                    <a:pt x="4" y="125"/>
                  </a:lnTo>
                  <a:lnTo>
                    <a:pt x="2" y="149"/>
                  </a:lnTo>
                  <a:lnTo>
                    <a:pt x="0" y="175"/>
                  </a:lnTo>
                  <a:lnTo>
                    <a:pt x="0" y="203"/>
                  </a:lnTo>
                  <a:lnTo>
                    <a:pt x="0" y="203"/>
                  </a:lnTo>
                  <a:lnTo>
                    <a:pt x="2" y="177"/>
                  </a:lnTo>
                  <a:lnTo>
                    <a:pt x="2" y="151"/>
                  </a:lnTo>
                  <a:lnTo>
                    <a:pt x="4" y="126"/>
                  </a:lnTo>
                  <a:lnTo>
                    <a:pt x="7" y="104"/>
                  </a:lnTo>
                  <a:lnTo>
                    <a:pt x="11" y="81"/>
                  </a:lnTo>
                  <a:lnTo>
                    <a:pt x="16" y="62"/>
                  </a:lnTo>
                  <a:lnTo>
                    <a:pt x="20" y="45"/>
                  </a:lnTo>
                  <a:lnTo>
                    <a:pt x="27" y="31"/>
                  </a:lnTo>
                  <a:lnTo>
                    <a:pt x="33" y="21"/>
                  </a:lnTo>
                  <a:lnTo>
                    <a:pt x="38" y="12"/>
                  </a:lnTo>
                  <a:lnTo>
                    <a:pt x="45" y="7"/>
                  </a:lnTo>
                  <a:lnTo>
                    <a:pt x="53" y="5"/>
                  </a:lnTo>
                  <a:lnTo>
                    <a:pt x="53" y="0"/>
                  </a:lnTo>
                  <a:close/>
                </a:path>
              </a:pathLst>
            </a:custGeom>
            <a:solidFill>
              <a:srgbClr val="9D9D9D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440" name="Google Shape;440;p1"/>
            <p:cNvSpPr/>
            <p:nvPr/>
          </p:nvSpPr>
          <p:spPr>
            <a:xfrm>
              <a:off x="4074" y="3304"/>
              <a:ext cx="45" cy="117"/>
            </a:xfrm>
            <a:custGeom>
              <a:avLst/>
              <a:gdLst/>
              <a:ahLst/>
              <a:cxnLst/>
              <a:rect l="l" t="t" r="r" b="b"/>
              <a:pathLst>
                <a:path w="53" h="198" extrusionOk="0">
                  <a:moveTo>
                    <a:pt x="53" y="0"/>
                  </a:moveTo>
                  <a:lnTo>
                    <a:pt x="45" y="2"/>
                  </a:lnTo>
                  <a:lnTo>
                    <a:pt x="38" y="7"/>
                  </a:lnTo>
                  <a:lnTo>
                    <a:pt x="33" y="16"/>
                  </a:lnTo>
                  <a:lnTo>
                    <a:pt x="27" y="26"/>
                  </a:lnTo>
                  <a:lnTo>
                    <a:pt x="20" y="40"/>
                  </a:lnTo>
                  <a:lnTo>
                    <a:pt x="16" y="57"/>
                  </a:lnTo>
                  <a:lnTo>
                    <a:pt x="11" y="76"/>
                  </a:lnTo>
                  <a:lnTo>
                    <a:pt x="7" y="99"/>
                  </a:lnTo>
                  <a:lnTo>
                    <a:pt x="4" y="121"/>
                  </a:lnTo>
                  <a:lnTo>
                    <a:pt x="2" y="146"/>
                  </a:lnTo>
                  <a:lnTo>
                    <a:pt x="2" y="172"/>
                  </a:lnTo>
                  <a:lnTo>
                    <a:pt x="0" y="198"/>
                  </a:lnTo>
                  <a:lnTo>
                    <a:pt x="2" y="198"/>
                  </a:lnTo>
                  <a:lnTo>
                    <a:pt x="2" y="172"/>
                  </a:lnTo>
                  <a:lnTo>
                    <a:pt x="4" y="147"/>
                  </a:lnTo>
                  <a:lnTo>
                    <a:pt x="6" y="123"/>
                  </a:lnTo>
                  <a:lnTo>
                    <a:pt x="9" y="101"/>
                  </a:lnTo>
                  <a:lnTo>
                    <a:pt x="13" y="80"/>
                  </a:lnTo>
                  <a:lnTo>
                    <a:pt x="16" y="61"/>
                  </a:lnTo>
                  <a:lnTo>
                    <a:pt x="22" y="45"/>
                  </a:lnTo>
                  <a:lnTo>
                    <a:pt x="27" y="31"/>
                  </a:lnTo>
                  <a:lnTo>
                    <a:pt x="33" y="19"/>
                  </a:lnTo>
                  <a:lnTo>
                    <a:pt x="40" y="12"/>
                  </a:lnTo>
                  <a:lnTo>
                    <a:pt x="45" y="7"/>
                  </a:lnTo>
                  <a:lnTo>
                    <a:pt x="53" y="5"/>
                  </a:lnTo>
                  <a:lnTo>
                    <a:pt x="53" y="0"/>
                  </a:lnTo>
                  <a:close/>
                </a:path>
              </a:pathLst>
            </a:custGeom>
            <a:solidFill>
              <a:srgbClr val="9F9F9F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441" name="Google Shape;441;p1"/>
            <p:cNvSpPr/>
            <p:nvPr/>
          </p:nvSpPr>
          <p:spPr>
            <a:xfrm>
              <a:off x="4074" y="3307"/>
              <a:ext cx="45" cy="114"/>
            </a:xfrm>
            <a:custGeom>
              <a:avLst/>
              <a:gdLst/>
              <a:ahLst/>
              <a:cxnLst/>
              <a:rect l="l" t="t" r="r" b="b"/>
              <a:pathLst>
                <a:path w="51" h="193" extrusionOk="0">
                  <a:moveTo>
                    <a:pt x="51" y="0"/>
                  </a:moveTo>
                  <a:lnTo>
                    <a:pt x="43" y="2"/>
                  </a:lnTo>
                  <a:lnTo>
                    <a:pt x="38" y="7"/>
                  </a:lnTo>
                  <a:lnTo>
                    <a:pt x="31" y="14"/>
                  </a:lnTo>
                  <a:lnTo>
                    <a:pt x="25" y="26"/>
                  </a:lnTo>
                  <a:lnTo>
                    <a:pt x="20" y="40"/>
                  </a:lnTo>
                  <a:lnTo>
                    <a:pt x="14" y="56"/>
                  </a:lnTo>
                  <a:lnTo>
                    <a:pt x="11" y="75"/>
                  </a:lnTo>
                  <a:lnTo>
                    <a:pt x="7" y="96"/>
                  </a:lnTo>
                  <a:lnTo>
                    <a:pt x="4" y="118"/>
                  </a:lnTo>
                  <a:lnTo>
                    <a:pt x="2" y="142"/>
                  </a:lnTo>
                  <a:lnTo>
                    <a:pt x="0" y="167"/>
                  </a:lnTo>
                  <a:lnTo>
                    <a:pt x="0" y="193"/>
                  </a:lnTo>
                  <a:lnTo>
                    <a:pt x="2" y="193"/>
                  </a:lnTo>
                  <a:lnTo>
                    <a:pt x="2" y="168"/>
                  </a:lnTo>
                  <a:lnTo>
                    <a:pt x="4" y="144"/>
                  </a:lnTo>
                  <a:lnTo>
                    <a:pt x="5" y="120"/>
                  </a:lnTo>
                  <a:lnTo>
                    <a:pt x="7" y="99"/>
                  </a:lnTo>
                  <a:lnTo>
                    <a:pt x="11" y="78"/>
                  </a:lnTo>
                  <a:lnTo>
                    <a:pt x="16" y="59"/>
                  </a:lnTo>
                  <a:lnTo>
                    <a:pt x="20" y="44"/>
                  </a:lnTo>
                  <a:lnTo>
                    <a:pt x="25" y="30"/>
                  </a:lnTo>
                  <a:lnTo>
                    <a:pt x="31" y="19"/>
                  </a:lnTo>
                  <a:lnTo>
                    <a:pt x="38" y="12"/>
                  </a:lnTo>
                  <a:lnTo>
                    <a:pt x="43" y="7"/>
                  </a:lnTo>
                  <a:lnTo>
                    <a:pt x="51" y="5"/>
                  </a:lnTo>
                  <a:lnTo>
                    <a:pt x="51" y="0"/>
                  </a:lnTo>
                  <a:close/>
                </a:path>
              </a:pathLst>
            </a:custGeom>
            <a:solidFill>
              <a:srgbClr val="A1A1A1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442" name="Google Shape;442;p1"/>
            <p:cNvSpPr/>
            <p:nvPr/>
          </p:nvSpPr>
          <p:spPr>
            <a:xfrm>
              <a:off x="4075" y="3309"/>
              <a:ext cx="44" cy="112"/>
            </a:xfrm>
            <a:custGeom>
              <a:avLst/>
              <a:gdLst/>
              <a:ahLst/>
              <a:cxnLst/>
              <a:rect l="l" t="t" r="r" b="b"/>
              <a:pathLst>
                <a:path w="49" h="188" extrusionOk="0">
                  <a:moveTo>
                    <a:pt x="49" y="0"/>
                  </a:moveTo>
                  <a:lnTo>
                    <a:pt x="41" y="2"/>
                  </a:lnTo>
                  <a:lnTo>
                    <a:pt x="36" y="7"/>
                  </a:lnTo>
                  <a:lnTo>
                    <a:pt x="29" y="14"/>
                  </a:lnTo>
                  <a:lnTo>
                    <a:pt x="23" y="25"/>
                  </a:lnTo>
                  <a:lnTo>
                    <a:pt x="18" y="39"/>
                  </a:lnTo>
                  <a:lnTo>
                    <a:pt x="14" y="54"/>
                  </a:lnTo>
                  <a:lnTo>
                    <a:pt x="9" y="73"/>
                  </a:lnTo>
                  <a:lnTo>
                    <a:pt x="5" y="94"/>
                  </a:lnTo>
                  <a:lnTo>
                    <a:pt x="3" y="115"/>
                  </a:lnTo>
                  <a:lnTo>
                    <a:pt x="2" y="139"/>
                  </a:lnTo>
                  <a:lnTo>
                    <a:pt x="0" y="163"/>
                  </a:lnTo>
                  <a:lnTo>
                    <a:pt x="0" y="188"/>
                  </a:lnTo>
                  <a:lnTo>
                    <a:pt x="2" y="188"/>
                  </a:lnTo>
                  <a:lnTo>
                    <a:pt x="2" y="163"/>
                  </a:lnTo>
                  <a:lnTo>
                    <a:pt x="2" y="141"/>
                  </a:lnTo>
                  <a:lnTo>
                    <a:pt x="5" y="118"/>
                  </a:lnTo>
                  <a:lnTo>
                    <a:pt x="7" y="96"/>
                  </a:lnTo>
                  <a:lnTo>
                    <a:pt x="11" y="77"/>
                  </a:lnTo>
                  <a:lnTo>
                    <a:pt x="14" y="59"/>
                  </a:lnTo>
                  <a:lnTo>
                    <a:pt x="20" y="44"/>
                  </a:lnTo>
                  <a:lnTo>
                    <a:pt x="25" y="30"/>
                  </a:lnTo>
                  <a:lnTo>
                    <a:pt x="30" y="19"/>
                  </a:lnTo>
                  <a:lnTo>
                    <a:pt x="36" y="11"/>
                  </a:lnTo>
                  <a:lnTo>
                    <a:pt x="41" y="7"/>
                  </a:lnTo>
                  <a:lnTo>
                    <a:pt x="49" y="6"/>
                  </a:lnTo>
                  <a:lnTo>
                    <a:pt x="49" y="0"/>
                  </a:lnTo>
                  <a:close/>
                </a:path>
              </a:pathLst>
            </a:custGeom>
            <a:solidFill>
              <a:srgbClr val="A3A3A3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443" name="Google Shape;443;p1"/>
            <p:cNvSpPr/>
            <p:nvPr/>
          </p:nvSpPr>
          <p:spPr>
            <a:xfrm>
              <a:off x="4077" y="3313"/>
              <a:ext cx="42" cy="108"/>
            </a:xfrm>
            <a:custGeom>
              <a:avLst/>
              <a:gdLst/>
              <a:ahLst/>
              <a:cxnLst/>
              <a:rect l="l" t="t" r="r" b="b"/>
              <a:pathLst>
                <a:path w="47" h="182" extrusionOk="0">
                  <a:moveTo>
                    <a:pt x="47" y="0"/>
                  </a:moveTo>
                  <a:lnTo>
                    <a:pt x="39" y="1"/>
                  </a:lnTo>
                  <a:lnTo>
                    <a:pt x="34" y="5"/>
                  </a:lnTo>
                  <a:lnTo>
                    <a:pt x="28" y="13"/>
                  </a:lnTo>
                  <a:lnTo>
                    <a:pt x="23" y="24"/>
                  </a:lnTo>
                  <a:lnTo>
                    <a:pt x="18" y="38"/>
                  </a:lnTo>
                  <a:lnTo>
                    <a:pt x="12" y="53"/>
                  </a:lnTo>
                  <a:lnTo>
                    <a:pt x="9" y="71"/>
                  </a:lnTo>
                  <a:lnTo>
                    <a:pt x="5" y="90"/>
                  </a:lnTo>
                  <a:lnTo>
                    <a:pt x="3" y="112"/>
                  </a:lnTo>
                  <a:lnTo>
                    <a:pt x="0" y="135"/>
                  </a:lnTo>
                  <a:lnTo>
                    <a:pt x="0" y="157"/>
                  </a:lnTo>
                  <a:lnTo>
                    <a:pt x="0" y="182"/>
                  </a:lnTo>
                  <a:lnTo>
                    <a:pt x="0" y="182"/>
                  </a:lnTo>
                  <a:lnTo>
                    <a:pt x="1" y="157"/>
                  </a:lnTo>
                  <a:lnTo>
                    <a:pt x="1" y="135"/>
                  </a:lnTo>
                  <a:lnTo>
                    <a:pt x="3" y="114"/>
                  </a:lnTo>
                  <a:lnTo>
                    <a:pt x="7" y="93"/>
                  </a:lnTo>
                  <a:lnTo>
                    <a:pt x="10" y="74"/>
                  </a:lnTo>
                  <a:lnTo>
                    <a:pt x="14" y="57"/>
                  </a:lnTo>
                  <a:lnTo>
                    <a:pt x="18" y="41"/>
                  </a:lnTo>
                  <a:lnTo>
                    <a:pt x="23" y="29"/>
                  </a:lnTo>
                  <a:lnTo>
                    <a:pt x="28" y="19"/>
                  </a:lnTo>
                  <a:lnTo>
                    <a:pt x="34" y="10"/>
                  </a:lnTo>
                  <a:lnTo>
                    <a:pt x="39" y="7"/>
                  </a:lnTo>
                  <a:lnTo>
                    <a:pt x="47" y="5"/>
                  </a:lnTo>
                  <a:lnTo>
                    <a:pt x="47" y="0"/>
                  </a:lnTo>
                  <a:close/>
                </a:path>
              </a:pathLst>
            </a:custGeom>
            <a:solidFill>
              <a:srgbClr val="A5A5A5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444" name="Google Shape;444;p1"/>
            <p:cNvSpPr/>
            <p:nvPr/>
          </p:nvSpPr>
          <p:spPr>
            <a:xfrm>
              <a:off x="4077" y="3315"/>
              <a:ext cx="42" cy="106"/>
            </a:xfrm>
            <a:custGeom>
              <a:avLst/>
              <a:gdLst/>
              <a:ahLst/>
              <a:cxnLst/>
              <a:rect l="l" t="t" r="r" b="b"/>
              <a:pathLst>
                <a:path w="47" h="177" extrusionOk="0">
                  <a:moveTo>
                    <a:pt x="47" y="0"/>
                  </a:moveTo>
                  <a:lnTo>
                    <a:pt x="39" y="2"/>
                  </a:lnTo>
                  <a:lnTo>
                    <a:pt x="34" y="5"/>
                  </a:lnTo>
                  <a:lnTo>
                    <a:pt x="28" y="14"/>
                  </a:lnTo>
                  <a:lnTo>
                    <a:pt x="23" y="24"/>
                  </a:lnTo>
                  <a:lnTo>
                    <a:pt x="18" y="36"/>
                  </a:lnTo>
                  <a:lnTo>
                    <a:pt x="14" y="52"/>
                  </a:lnTo>
                  <a:lnTo>
                    <a:pt x="10" y="69"/>
                  </a:lnTo>
                  <a:lnTo>
                    <a:pt x="7" y="88"/>
                  </a:lnTo>
                  <a:lnTo>
                    <a:pt x="3" y="109"/>
                  </a:lnTo>
                  <a:lnTo>
                    <a:pt x="1" y="130"/>
                  </a:lnTo>
                  <a:lnTo>
                    <a:pt x="1" y="152"/>
                  </a:lnTo>
                  <a:lnTo>
                    <a:pt x="0" y="177"/>
                  </a:lnTo>
                  <a:lnTo>
                    <a:pt x="1" y="177"/>
                  </a:lnTo>
                  <a:lnTo>
                    <a:pt x="1" y="154"/>
                  </a:lnTo>
                  <a:lnTo>
                    <a:pt x="3" y="132"/>
                  </a:lnTo>
                  <a:lnTo>
                    <a:pt x="5" y="111"/>
                  </a:lnTo>
                  <a:lnTo>
                    <a:pt x="7" y="90"/>
                  </a:lnTo>
                  <a:lnTo>
                    <a:pt x="10" y="73"/>
                  </a:lnTo>
                  <a:lnTo>
                    <a:pt x="14" y="55"/>
                  </a:lnTo>
                  <a:lnTo>
                    <a:pt x="19" y="40"/>
                  </a:lnTo>
                  <a:lnTo>
                    <a:pt x="23" y="28"/>
                  </a:lnTo>
                  <a:lnTo>
                    <a:pt x="28" y="17"/>
                  </a:lnTo>
                  <a:lnTo>
                    <a:pt x="34" y="10"/>
                  </a:lnTo>
                  <a:lnTo>
                    <a:pt x="41" y="7"/>
                  </a:lnTo>
                  <a:lnTo>
                    <a:pt x="47" y="5"/>
                  </a:lnTo>
                  <a:lnTo>
                    <a:pt x="47" y="0"/>
                  </a:lnTo>
                  <a:close/>
                </a:path>
              </a:pathLst>
            </a:custGeom>
            <a:solidFill>
              <a:srgbClr val="A8A8A8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445" name="Google Shape;445;p1"/>
            <p:cNvSpPr/>
            <p:nvPr/>
          </p:nvSpPr>
          <p:spPr>
            <a:xfrm>
              <a:off x="4079" y="3319"/>
              <a:ext cx="40" cy="102"/>
            </a:xfrm>
            <a:custGeom>
              <a:avLst/>
              <a:gdLst/>
              <a:ahLst/>
              <a:cxnLst/>
              <a:rect l="l" t="t" r="r" b="b"/>
              <a:pathLst>
                <a:path w="46" h="172" extrusionOk="0">
                  <a:moveTo>
                    <a:pt x="46" y="0"/>
                  </a:moveTo>
                  <a:lnTo>
                    <a:pt x="40" y="2"/>
                  </a:lnTo>
                  <a:lnTo>
                    <a:pt x="33" y="5"/>
                  </a:lnTo>
                  <a:lnTo>
                    <a:pt x="27" y="12"/>
                  </a:lnTo>
                  <a:lnTo>
                    <a:pt x="22" y="23"/>
                  </a:lnTo>
                  <a:lnTo>
                    <a:pt x="18" y="35"/>
                  </a:lnTo>
                  <a:lnTo>
                    <a:pt x="13" y="50"/>
                  </a:lnTo>
                  <a:lnTo>
                    <a:pt x="9" y="68"/>
                  </a:lnTo>
                  <a:lnTo>
                    <a:pt x="6" y="85"/>
                  </a:lnTo>
                  <a:lnTo>
                    <a:pt x="4" y="106"/>
                  </a:lnTo>
                  <a:lnTo>
                    <a:pt x="2" y="127"/>
                  </a:lnTo>
                  <a:lnTo>
                    <a:pt x="0" y="149"/>
                  </a:lnTo>
                  <a:lnTo>
                    <a:pt x="0" y="172"/>
                  </a:lnTo>
                  <a:lnTo>
                    <a:pt x="2" y="172"/>
                  </a:lnTo>
                  <a:lnTo>
                    <a:pt x="2" y="147"/>
                  </a:lnTo>
                  <a:lnTo>
                    <a:pt x="4" y="125"/>
                  </a:lnTo>
                  <a:lnTo>
                    <a:pt x="6" y="102"/>
                  </a:lnTo>
                  <a:lnTo>
                    <a:pt x="9" y="82"/>
                  </a:lnTo>
                  <a:lnTo>
                    <a:pt x="13" y="62"/>
                  </a:lnTo>
                  <a:lnTo>
                    <a:pt x="17" y="45"/>
                  </a:lnTo>
                  <a:lnTo>
                    <a:pt x="22" y="31"/>
                  </a:lnTo>
                  <a:lnTo>
                    <a:pt x="27" y="21"/>
                  </a:lnTo>
                  <a:lnTo>
                    <a:pt x="33" y="12"/>
                  </a:lnTo>
                  <a:lnTo>
                    <a:pt x="38" y="7"/>
                  </a:lnTo>
                  <a:lnTo>
                    <a:pt x="46" y="5"/>
                  </a:lnTo>
                  <a:lnTo>
                    <a:pt x="46" y="0"/>
                  </a:lnTo>
                  <a:close/>
                </a:path>
              </a:pathLst>
            </a:custGeom>
            <a:solidFill>
              <a:srgbClr val="AAAAAA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446" name="Google Shape;446;p1"/>
            <p:cNvSpPr/>
            <p:nvPr/>
          </p:nvSpPr>
          <p:spPr>
            <a:xfrm>
              <a:off x="4081" y="3323"/>
              <a:ext cx="38" cy="98"/>
            </a:xfrm>
            <a:custGeom>
              <a:avLst/>
              <a:gdLst/>
              <a:ahLst/>
              <a:cxnLst/>
              <a:rect l="l" t="t" r="r" b="b"/>
              <a:pathLst>
                <a:path w="44" h="167" extrusionOk="0">
                  <a:moveTo>
                    <a:pt x="44" y="0"/>
                  </a:moveTo>
                  <a:lnTo>
                    <a:pt x="36" y="2"/>
                  </a:lnTo>
                  <a:lnTo>
                    <a:pt x="31" y="7"/>
                  </a:lnTo>
                  <a:lnTo>
                    <a:pt x="25" y="16"/>
                  </a:lnTo>
                  <a:lnTo>
                    <a:pt x="20" y="26"/>
                  </a:lnTo>
                  <a:lnTo>
                    <a:pt x="15" y="40"/>
                  </a:lnTo>
                  <a:lnTo>
                    <a:pt x="11" y="57"/>
                  </a:lnTo>
                  <a:lnTo>
                    <a:pt x="7" y="77"/>
                  </a:lnTo>
                  <a:lnTo>
                    <a:pt x="4" y="97"/>
                  </a:lnTo>
                  <a:lnTo>
                    <a:pt x="2" y="120"/>
                  </a:lnTo>
                  <a:lnTo>
                    <a:pt x="0" y="142"/>
                  </a:lnTo>
                  <a:lnTo>
                    <a:pt x="0" y="167"/>
                  </a:lnTo>
                  <a:lnTo>
                    <a:pt x="2" y="167"/>
                  </a:lnTo>
                  <a:lnTo>
                    <a:pt x="2" y="142"/>
                  </a:lnTo>
                  <a:lnTo>
                    <a:pt x="2" y="122"/>
                  </a:lnTo>
                  <a:lnTo>
                    <a:pt x="6" y="99"/>
                  </a:lnTo>
                  <a:lnTo>
                    <a:pt x="7" y="80"/>
                  </a:lnTo>
                  <a:lnTo>
                    <a:pt x="11" y="61"/>
                  </a:lnTo>
                  <a:lnTo>
                    <a:pt x="16" y="45"/>
                  </a:lnTo>
                  <a:lnTo>
                    <a:pt x="20" y="31"/>
                  </a:lnTo>
                  <a:lnTo>
                    <a:pt x="25" y="19"/>
                  </a:lnTo>
                  <a:lnTo>
                    <a:pt x="31" y="12"/>
                  </a:lnTo>
                  <a:lnTo>
                    <a:pt x="36" y="7"/>
                  </a:lnTo>
                  <a:lnTo>
                    <a:pt x="44" y="5"/>
                  </a:lnTo>
                  <a:lnTo>
                    <a:pt x="44" y="0"/>
                  </a:lnTo>
                  <a:close/>
                </a:path>
              </a:pathLst>
            </a:custGeom>
            <a:solidFill>
              <a:srgbClr val="ACACAC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447" name="Google Shape;447;p1"/>
            <p:cNvSpPr/>
            <p:nvPr/>
          </p:nvSpPr>
          <p:spPr>
            <a:xfrm>
              <a:off x="4082" y="3325"/>
              <a:ext cx="37" cy="96"/>
            </a:xfrm>
            <a:custGeom>
              <a:avLst/>
              <a:gdLst/>
              <a:ahLst/>
              <a:cxnLst/>
              <a:rect l="l" t="t" r="r" b="b"/>
              <a:pathLst>
                <a:path w="42" h="162" extrusionOk="0">
                  <a:moveTo>
                    <a:pt x="42" y="0"/>
                  </a:moveTo>
                  <a:lnTo>
                    <a:pt x="34" y="2"/>
                  </a:lnTo>
                  <a:lnTo>
                    <a:pt x="29" y="7"/>
                  </a:lnTo>
                  <a:lnTo>
                    <a:pt x="23" y="14"/>
                  </a:lnTo>
                  <a:lnTo>
                    <a:pt x="18" y="26"/>
                  </a:lnTo>
                  <a:lnTo>
                    <a:pt x="14" y="40"/>
                  </a:lnTo>
                  <a:lnTo>
                    <a:pt x="9" y="56"/>
                  </a:lnTo>
                  <a:lnTo>
                    <a:pt x="5" y="75"/>
                  </a:lnTo>
                  <a:lnTo>
                    <a:pt x="4" y="94"/>
                  </a:lnTo>
                  <a:lnTo>
                    <a:pt x="0" y="117"/>
                  </a:lnTo>
                  <a:lnTo>
                    <a:pt x="0" y="137"/>
                  </a:lnTo>
                  <a:lnTo>
                    <a:pt x="0" y="162"/>
                  </a:lnTo>
                  <a:lnTo>
                    <a:pt x="0" y="162"/>
                  </a:lnTo>
                  <a:lnTo>
                    <a:pt x="2" y="139"/>
                  </a:lnTo>
                  <a:lnTo>
                    <a:pt x="2" y="117"/>
                  </a:lnTo>
                  <a:lnTo>
                    <a:pt x="4" y="96"/>
                  </a:lnTo>
                  <a:lnTo>
                    <a:pt x="7" y="77"/>
                  </a:lnTo>
                  <a:lnTo>
                    <a:pt x="11" y="59"/>
                  </a:lnTo>
                  <a:lnTo>
                    <a:pt x="14" y="44"/>
                  </a:lnTo>
                  <a:lnTo>
                    <a:pt x="20" y="30"/>
                  </a:lnTo>
                  <a:lnTo>
                    <a:pt x="23" y="20"/>
                  </a:lnTo>
                  <a:lnTo>
                    <a:pt x="29" y="13"/>
                  </a:lnTo>
                  <a:lnTo>
                    <a:pt x="36" y="7"/>
                  </a:lnTo>
                  <a:lnTo>
                    <a:pt x="42" y="6"/>
                  </a:lnTo>
                  <a:lnTo>
                    <a:pt x="42" y="0"/>
                  </a:lnTo>
                  <a:close/>
                </a:path>
              </a:pathLst>
            </a:custGeom>
            <a:solidFill>
              <a:srgbClr val="AFAFAF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448" name="Google Shape;448;p1"/>
            <p:cNvSpPr/>
            <p:nvPr/>
          </p:nvSpPr>
          <p:spPr>
            <a:xfrm>
              <a:off x="4082" y="3329"/>
              <a:ext cx="37" cy="92"/>
            </a:xfrm>
            <a:custGeom>
              <a:avLst/>
              <a:gdLst/>
              <a:ahLst/>
              <a:cxnLst/>
              <a:rect l="l" t="t" r="r" b="b"/>
              <a:pathLst>
                <a:path w="42" h="156" extrusionOk="0">
                  <a:moveTo>
                    <a:pt x="42" y="0"/>
                  </a:moveTo>
                  <a:lnTo>
                    <a:pt x="36" y="1"/>
                  </a:lnTo>
                  <a:lnTo>
                    <a:pt x="29" y="7"/>
                  </a:lnTo>
                  <a:lnTo>
                    <a:pt x="23" y="14"/>
                  </a:lnTo>
                  <a:lnTo>
                    <a:pt x="20" y="24"/>
                  </a:lnTo>
                  <a:lnTo>
                    <a:pt x="14" y="38"/>
                  </a:lnTo>
                  <a:lnTo>
                    <a:pt x="11" y="53"/>
                  </a:lnTo>
                  <a:lnTo>
                    <a:pt x="7" y="71"/>
                  </a:lnTo>
                  <a:lnTo>
                    <a:pt x="4" y="90"/>
                  </a:lnTo>
                  <a:lnTo>
                    <a:pt x="2" y="111"/>
                  </a:lnTo>
                  <a:lnTo>
                    <a:pt x="2" y="133"/>
                  </a:lnTo>
                  <a:lnTo>
                    <a:pt x="0" y="156"/>
                  </a:lnTo>
                  <a:lnTo>
                    <a:pt x="2" y="156"/>
                  </a:lnTo>
                  <a:lnTo>
                    <a:pt x="2" y="133"/>
                  </a:lnTo>
                  <a:lnTo>
                    <a:pt x="4" y="112"/>
                  </a:lnTo>
                  <a:lnTo>
                    <a:pt x="5" y="93"/>
                  </a:lnTo>
                  <a:lnTo>
                    <a:pt x="7" y="74"/>
                  </a:lnTo>
                  <a:lnTo>
                    <a:pt x="11" y="57"/>
                  </a:lnTo>
                  <a:lnTo>
                    <a:pt x="16" y="41"/>
                  </a:lnTo>
                  <a:lnTo>
                    <a:pt x="20" y="29"/>
                  </a:lnTo>
                  <a:lnTo>
                    <a:pt x="25" y="19"/>
                  </a:lnTo>
                  <a:lnTo>
                    <a:pt x="31" y="10"/>
                  </a:lnTo>
                  <a:lnTo>
                    <a:pt x="36" y="7"/>
                  </a:lnTo>
                  <a:lnTo>
                    <a:pt x="42" y="5"/>
                  </a:lnTo>
                  <a:lnTo>
                    <a:pt x="42" y="0"/>
                  </a:lnTo>
                  <a:close/>
                </a:path>
              </a:pathLst>
            </a:custGeom>
            <a:solidFill>
              <a:srgbClr val="B1B1B1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449" name="Google Shape;449;p1"/>
            <p:cNvSpPr/>
            <p:nvPr/>
          </p:nvSpPr>
          <p:spPr>
            <a:xfrm>
              <a:off x="4084" y="3331"/>
              <a:ext cx="35" cy="90"/>
            </a:xfrm>
            <a:custGeom>
              <a:avLst/>
              <a:gdLst/>
              <a:ahLst/>
              <a:cxnLst/>
              <a:rect l="l" t="t" r="r" b="b"/>
              <a:pathLst>
                <a:path w="40" h="151" extrusionOk="0">
                  <a:moveTo>
                    <a:pt x="40" y="0"/>
                  </a:moveTo>
                  <a:lnTo>
                    <a:pt x="34" y="2"/>
                  </a:lnTo>
                  <a:lnTo>
                    <a:pt x="29" y="5"/>
                  </a:lnTo>
                  <a:lnTo>
                    <a:pt x="23" y="14"/>
                  </a:lnTo>
                  <a:lnTo>
                    <a:pt x="18" y="24"/>
                  </a:lnTo>
                  <a:lnTo>
                    <a:pt x="14" y="36"/>
                  </a:lnTo>
                  <a:lnTo>
                    <a:pt x="9" y="52"/>
                  </a:lnTo>
                  <a:lnTo>
                    <a:pt x="5" y="69"/>
                  </a:lnTo>
                  <a:lnTo>
                    <a:pt x="3" y="88"/>
                  </a:lnTo>
                  <a:lnTo>
                    <a:pt x="2" y="107"/>
                  </a:lnTo>
                  <a:lnTo>
                    <a:pt x="0" y="128"/>
                  </a:lnTo>
                  <a:lnTo>
                    <a:pt x="0" y="151"/>
                  </a:lnTo>
                  <a:lnTo>
                    <a:pt x="2" y="151"/>
                  </a:lnTo>
                  <a:lnTo>
                    <a:pt x="2" y="130"/>
                  </a:lnTo>
                  <a:lnTo>
                    <a:pt x="3" y="109"/>
                  </a:lnTo>
                  <a:lnTo>
                    <a:pt x="5" y="90"/>
                  </a:lnTo>
                  <a:lnTo>
                    <a:pt x="7" y="71"/>
                  </a:lnTo>
                  <a:lnTo>
                    <a:pt x="11" y="55"/>
                  </a:lnTo>
                  <a:lnTo>
                    <a:pt x="14" y="40"/>
                  </a:lnTo>
                  <a:lnTo>
                    <a:pt x="18" y="28"/>
                  </a:lnTo>
                  <a:lnTo>
                    <a:pt x="23" y="17"/>
                  </a:lnTo>
                  <a:lnTo>
                    <a:pt x="29" y="10"/>
                  </a:lnTo>
                  <a:lnTo>
                    <a:pt x="34" y="7"/>
                  </a:lnTo>
                  <a:lnTo>
                    <a:pt x="40" y="5"/>
                  </a:lnTo>
                  <a:lnTo>
                    <a:pt x="40" y="0"/>
                  </a:lnTo>
                  <a:close/>
                </a:path>
              </a:pathLst>
            </a:custGeom>
            <a:solidFill>
              <a:srgbClr val="B4B4B4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450" name="Google Shape;450;p1"/>
            <p:cNvSpPr/>
            <p:nvPr/>
          </p:nvSpPr>
          <p:spPr>
            <a:xfrm>
              <a:off x="4086" y="3335"/>
              <a:ext cx="33" cy="86"/>
            </a:xfrm>
            <a:custGeom>
              <a:avLst/>
              <a:gdLst/>
              <a:ahLst/>
              <a:cxnLst/>
              <a:rect l="l" t="t" r="r" b="b"/>
              <a:pathLst>
                <a:path w="38" h="146" extrusionOk="0">
                  <a:moveTo>
                    <a:pt x="38" y="0"/>
                  </a:moveTo>
                  <a:lnTo>
                    <a:pt x="32" y="2"/>
                  </a:lnTo>
                  <a:lnTo>
                    <a:pt x="27" y="5"/>
                  </a:lnTo>
                  <a:lnTo>
                    <a:pt x="21" y="12"/>
                  </a:lnTo>
                  <a:lnTo>
                    <a:pt x="16" y="23"/>
                  </a:lnTo>
                  <a:lnTo>
                    <a:pt x="12" y="35"/>
                  </a:lnTo>
                  <a:lnTo>
                    <a:pt x="9" y="50"/>
                  </a:lnTo>
                  <a:lnTo>
                    <a:pt x="5" y="66"/>
                  </a:lnTo>
                  <a:lnTo>
                    <a:pt x="3" y="85"/>
                  </a:lnTo>
                  <a:lnTo>
                    <a:pt x="1" y="104"/>
                  </a:lnTo>
                  <a:lnTo>
                    <a:pt x="0" y="125"/>
                  </a:lnTo>
                  <a:lnTo>
                    <a:pt x="0" y="146"/>
                  </a:lnTo>
                  <a:lnTo>
                    <a:pt x="1" y="146"/>
                  </a:lnTo>
                  <a:lnTo>
                    <a:pt x="1" y="123"/>
                  </a:lnTo>
                  <a:lnTo>
                    <a:pt x="3" y="102"/>
                  </a:lnTo>
                  <a:lnTo>
                    <a:pt x="5" y="82"/>
                  </a:lnTo>
                  <a:lnTo>
                    <a:pt x="7" y="63"/>
                  </a:lnTo>
                  <a:lnTo>
                    <a:pt x="10" y="47"/>
                  </a:lnTo>
                  <a:lnTo>
                    <a:pt x="16" y="31"/>
                  </a:lnTo>
                  <a:lnTo>
                    <a:pt x="21" y="21"/>
                  </a:lnTo>
                  <a:lnTo>
                    <a:pt x="25" y="12"/>
                  </a:lnTo>
                  <a:lnTo>
                    <a:pt x="32" y="7"/>
                  </a:lnTo>
                  <a:lnTo>
                    <a:pt x="38" y="5"/>
                  </a:lnTo>
                  <a:lnTo>
                    <a:pt x="38" y="0"/>
                  </a:lnTo>
                  <a:close/>
                </a:path>
              </a:pathLst>
            </a:custGeom>
            <a:solidFill>
              <a:srgbClr val="B7B7B7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451" name="Google Shape;451;p1"/>
            <p:cNvSpPr/>
            <p:nvPr/>
          </p:nvSpPr>
          <p:spPr>
            <a:xfrm>
              <a:off x="4088" y="3338"/>
              <a:ext cx="31" cy="83"/>
            </a:xfrm>
            <a:custGeom>
              <a:avLst/>
              <a:gdLst/>
              <a:ahLst/>
              <a:cxnLst/>
              <a:rect l="l" t="t" r="r" b="b"/>
              <a:pathLst>
                <a:path w="37" h="141" extrusionOk="0">
                  <a:moveTo>
                    <a:pt x="37" y="0"/>
                  </a:moveTo>
                  <a:lnTo>
                    <a:pt x="31" y="2"/>
                  </a:lnTo>
                  <a:lnTo>
                    <a:pt x="24" y="7"/>
                  </a:lnTo>
                  <a:lnTo>
                    <a:pt x="20" y="16"/>
                  </a:lnTo>
                  <a:lnTo>
                    <a:pt x="15" y="26"/>
                  </a:lnTo>
                  <a:lnTo>
                    <a:pt x="9" y="42"/>
                  </a:lnTo>
                  <a:lnTo>
                    <a:pt x="6" y="58"/>
                  </a:lnTo>
                  <a:lnTo>
                    <a:pt x="4" y="77"/>
                  </a:lnTo>
                  <a:lnTo>
                    <a:pt x="2" y="97"/>
                  </a:lnTo>
                  <a:lnTo>
                    <a:pt x="0" y="118"/>
                  </a:lnTo>
                  <a:lnTo>
                    <a:pt x="0" y="141"/>
                  </a:lnTo>
                  <a:lnTo>
                    <a:pt x="0" y="141"/>
                  </a:lnTo>
                  <a:lnTo>
                    <a:pt x="2" y="118"/>
                  </a:lnTo>
                  <a:lnTo>
                    <a:pt x="2" y="99"/>
                  </a:lnTo>
                  <a:lnTo>
                    <a:pt x="4" y="78"/>
                  </a:lnTo>
                  <a:lnTo>
                    <a:pt x="8" y="61"/>
                  </a:lnTo>
                  <a:lnTo>
                    <a:pt x="11" y="45"/>
                  </a:lnTo>
                  <a:lnTo>
                    <a:pt x="15" y="31"/>
                  </a:lnTo>
                  <a:lnTo>
                    <a:pt x="20" y="19"/>
                  </a:lnTo>
                  <a:lnTo>
                    <a:pt x="26" y="12"/>
                  </a:lnTo>
                  <a:lnTo>
                    <a:pt x="31" y="7"/>
                  </a:lnTo>
                  <a:lnTo>
                    <a:pt x="37" y="5"/>
                  </a:lnTo>
                  <a:lnTo>
                    <a:pt x="37" y="0"/>
                  </a:lnTo>
                  <a:close/>
                </a:path>
              </a:pathLst>
            </a:custGeom>
            <a:solidFill>
              <a:srgbClr val="BABABA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452" name="Google Shape;452;p1"/>
            <p:cNvSpPr/>
            <p:nvPr/>
          </p:nvSpPr>
          <p:spPr>
            <a:xfrm>
              <a:off x="4088" y="3340"/>
              <a:ext cx="31" cy="81"/>
            </a:xfrm>
            <a:custGeom>
              <a:avLst/>
              <a:gdLst/>
              <a:ahLst/>
              <a:cxnLst/>
              <a:rect l="l" t="t" r="r" b="b"/>
              <a:pathLst>
                <a:path w="37" h="136" extrusionOk="0">
                  <a:moveTo>
                    <a:pt x="37" y="0"/>
                  </a:moveTo>
                  <a:lnTo>
                    <a:pt x="31" y="2"/>
                  </a:lnTo>
                  <a:lnTo>
                    <a:pt x="26" y="7"/>
                  </a:lnTo>
                  <a:lnTo>
                    <a:pt x="20" y="14"/>
                  </a:lnTo>
                  <a:lnTo>
                    <a:pt x="15" y="26"/>
                  </a:lnTo>
                  <a:lnTo>
                    <a:pt x="11" y="40"/>
                  </a:lnTo>
                  <a:lnTo>
                    <a:pt x="8" y="56"/>
                  </a:lnTo>
                  <a:lnTo>
                    <a:pt x="4" y="73"/>
                  </a:lnTo>
                  <a:lnTo>
                    <a:pt x="2" y="94"/>
                  </a:lnTo>
                  <a:lnTo>
                    <a:pt x="2" y="113"/>
                  </a:lnTo>
                  <a:lnTo>
                    <a:pt x="0" y="136"/>
                  </a:lnTo>
                  <a:lnTo>
                    <a:pt x="2" y="136"/>
                  </a:lnTo>
                  <a:lnTo>
                    <a:pt x="2" y="115"/>
                  </a:lnTo>
                  <a:lnTo>
                    <a:pt x="4" y="96"/>
                  </a:lnTo>
                  <a:lnTo>
                    <a:pt x="6" y="77"/>
                  </a:lnTo>
                  <a:lnTo>
                    <a:pt x="9" y="59"/>
                  </a:lnTo>
                  <a:lnTo>
                    <a:pt x="13" y="44"/>
                  </a:lnTo>
                  <a:lnTo>
                    <a:pt x="17" y="30"/>
                  </a:lnTo>
                  <a:lnTo>
                    <a:pt x="20" y="20"/>
                  </a:lnTo>
                  <a:lnTo>
                    <a:pt x="26" y="13"/>
                  </a:lnTo>
                  <a:lnTo>
                    <a:pt x="31" y="7"/>
                  </a:lnTo>
                  <a:lnTo>
                    <a:pt x="37" y="6"/>
                  </a:lnTo>
                  <a:lnTo>
                    <a:pt x="37" y="0"/>
                  </a:lnTo>
                  <a:close/>
                </a:path>
              </a:pathLst>
            </a:custGeom>
            <a:solidFill>
              <a:srgbClr val="BDBDBD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453" name="Google Shape;453;p1"/>
            <p:cNvSpPr/>
            <p:nvPr/>
          </p:nvSpPr>
          <p:spPr>
            <a:xfrm>
              <a:off x="4089" y="3344"/>
              <a:ext cx="30" cy="77"/>
            </a:xfrm>
            <a:custGeom>
              <a:avLst/>
              <a:gdLst/>
              <a:ahLst/>
              <a:cxnLst/>
              <a:rect l="l" t="t" r="r" b="b"/>
              <a:pathLst>
                <a:path w="35" h="130" extrusionOk="0">
                  <a:moveTo>
                    <a:pt x="35" y="0"/>
                  </a:moveTo>
                  <a:lnTo>
                    <a:pt x="29" y="1"/>
                  </a:lnTo>
                  <a:lnTo>
                    <a:pt x="24" y="7"/>
                  </a:lnTo>
                  <a:lnTo>
                    <a:pt x="18" y="14"/>
                  </a:lnTo>
                  <a:lnTo>
                    <a:pt x="15" y="24"/>
                  </a:lnTo>
                  <a:lnTo>
                    <a:pt x="11" y="38"/>
                  </a:lnTo>
                  <a:lnTo>
                    <a:pt x="7" y="53"/>
                  </a:lnTo>
                  <a:lnTo>
                    <a:pt x="4" y="71"/>
                  </a:lnTo>
                  <a:lnTo>
                    <a:pt x="2" y="90"/>
                  </a:lnTo>
                  <a:lnTo>
                    <a:pt x="0" y="109"/>
                  </a:lnTo>
                  <a:lnTo>
                    <a:pt x="0" y="130"/>
                  </a:lnTo>
                  <a:lnTo>
                    <a:pt x="2" y="130"/>
                  </a:lnTo>
                  <a:lnTo>
                    <a:pt x="2" y="109"/>
                  </a:lnTo>
                  <a:lnTo>
                    <a:pt x="4" y="90"/>
                  </a:lnTo>
                  <a:lnTo>
                    <a:pt x="6" y="73"/>
                  </a:lnTo>
                  <a:lnTo>
                    <a:pt x="7" y="55"/>
                  </a:lnTo>
                  <a:lnTo>
                    <a:pt x="11" y="41"/>
                  </a:lnTo>
                  <a:lnTo>
                    <a:pt x="15" y="29"/>
                  </a:lnTo>
                  <a:lnTo>
                    <a:pt x="20" y="19"/>
                  </a:lnTo>
                  <a:lnTo>
                    <a:pt x="24" y="10"/>
                  </a:lnTo>
                  <a:lnTo>
                    <a:pt x="29" y="7"/>
                  </a:lnTo>
                  <a:lnTo>
                    <a:pt x="35" y="5"/>
                  </a:lnTo>
                  <a:lnTo>
                    <a:pt x="35" y="0"/>
                  </a:lnTo>
                  <a:close/>
                </a:path>
              </a:pathLst>
            </a:custGeom>
            <a:solidFill>
              <a:srgbClr val="C0C0C0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454" name="Google Shape;454;p1"/>
            <p:cNvSpPr/>
            <p:nvPr/>
          </p:nvSpPr>
          <p:spPr>
            <a:xfrm>
              <a:off x="4091" y="3346"/>
              <a:ext cx="28" cy="75"/>
            </a:xfrm>
            <a:custGeom>
              <a:avLst/>
              <a:gdLst/>
              <a:ahLst/>
              <a:cxnLst/>
              <a:rect l="l" t="t" r="r" b="b"/>
              <a:pathLst>
                <a:path w="33" h="125" extrusionOk="0">
                  <a:moveTo>
                    <a:pt x="33" y="0"/>
                  </a:moveTo>
                  <a:lnTo>
                    <a:pt x="27" y="2"/>
                  </a:lnTo>
                  <a:lnTo>
                    <a:pt x="22" y="5"/>
                  </a:lnTo>
                  <a:lnTo>
                    <a:pt x="18" y="14"/>
                  </a:lnTo>
                  <a:lnTo>
                    <a:pt x="13" y="24"/>
                  </a:lnTo>
                  <a:lnTo>
                    <a:pt x="9" y="36"/>
                  </a:lnTo>
                  <a:lnTo>
                    <a:pt x="5" y="50"/>
                  </a:lnTo>
                  <a:lnTo>
                    <a:pt x="4" y="68"/>
                  </a:lnTo>
                  <a:lnTo>
                    <a:pt x="2" y="85"/>
                  </a:lnTo>
                  <a:lnTo>
                    <a:pt x="0" y="104"/>
                  </a:lnTo>
                  <a:lnTo>
                    <a:pt x="0" y="125"/>
                  </a:lnTo>
                  <a:lnTo>
                    <a:pt x="2" y="125"/>
                  </a:lnTo>
                  <a:lnTo>
                    <a:pt x="2" y="106"/>
                  </a:lnTo>
                  <a:lnTo>
                    <a:pt x="2" y="87"/>
                  </a:lnTo>
                  <a:lnTo>
                    <a:pt x="4" y="69"/>
                  </a:lnTo>
                  <a:lnTo>
                    <a:pt x="7" y="54"/>
                  </a:lnTo>
                  <a:lnTo>
                    <a:pt x="11" y="40"/>
                  </a:lnTo>
                  <a:lnTo>
                    <a:pt x="14" y="28"/>
                  </a:lnTo>
                  <a:lnTo>
                    <a:pt x="18" y="17"/>
                  </a:lnTo>
                  <a:lnTo>
                    <a:pt x="22" y="10"/>
                  </a:lnTo>
                  <a:lnTo>
                    <a:pt x="27" y="7"/>
                  </a:lnTo>
                  <a:lnTo>
                    <a:pt x="33" y="5"/>
                  </a:lnTo>
                  <a:lnTo>
                    <a:pt x="33" y="0"/>
                  </a:lnTo>
                  <a:close/>
                </a:path>
              </a:pathLst>
            </a:custGeom>
            <a:solidFill>
              <a:srgbClr val="C3C3C3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455" name="Google Shape;455;p1"/>
            <p:cNvSpPr/>
            <p:nvPr/>
          </p:nvSpPr>
          <p:spPr>
            <a:xfrm>
              <a:off x="4091" y="3350"/>
              <a:ext cx="28" cy="71"/>
            </a:xfrm>
            <a:custGeom>
              <a:avLst/>
              <a:gdLst/>
              <a:ahLst/>
              <a:cxnLst/>
              <a:rect l="l" t="t" r="r" b="b"/>
              <a:pathLst>
                <a:path w="31" h="120" extrusionOk="0">
                  <a:moveTo>
                    <a:pt x="31" y="0"/>
                  </a:moveTo>
                  <a:lnTo>
                    <a:pt x="25" y="2"/>
                  </a:lnTo>
                  <a:lnTo>
                    <a:pt x="20" y="5"/>
                  </a:lnTo>
                  <a:lnTo>
                    <a:pt x="16" y="12"/>
                  </a:lnTo>
                  <a:lnTo>
                    <a:pt x="12" y="23"/>
                  </a:lnTo>
                  <a:lnTo>
                    <a:pt x="9" y="35"/>
                  </a:lnTo>
                  <a:lnTo>
                    <a:pt x="5" y="49"/>
                  </a:lnTo>
                  <a:lnTo>
                    <a:pt x="2" y="64"/>
                  </a:lnTo>
                  <a:lnTo>
                    <a:pt x="0" y="82"/>
                  </a:lnTo>
                  <a:lnTo>
                    <a:pt x="0" y="101"/>
                  </a:lnTo>
                  <a:lnTo>
                    <a:pt x="0" y="120"/>
                  </a:lnTo>
                  <a:lnTo>
                    <a:pt x="0" y="120"/>
                  </a:lnTo>
                  <a:lnTo>
                    <a:pt x="0" y="101"/>
                  </a:lnTo>
                  <a:lnTo>
                    <a:pt x="2" y="83"/>
                  </a:lnTo>
                  <a:lnTo>
                    <a:pt x="3" y="68"/>
                  </a:lnTo>
                  <a:lnTo>
                    <a:pt x="5" y="52"/>
                  </a:lnTo>
                  <a:lnTo>
                    <a:pt x="9" y="38"/>
                  </a:lnTo>
                  <a:lnTo>
                    <a:pt x="12" y="26"/>
                  </a:lnTo>
                  <a:lnTo>
                    <a:pt x="16" y="17"/>
                  </a:lnTo>
                  <a:lnTo>
                    <a:pt x="22" y="10"/>
                  </a:lnTo>
                  <a:lnTo>
                    <a:pt x="25" y="7"/>
                  </a:lnTo>
                  <a:lnTo>
                    <a:pt x="31" y="5"/>
                  </a:lnTo>
                  <a:lnTo>
                    <a:pt x="31" y="0"/>
                  </a:lnTo>
                  <a:close/>
                </a:path>
              </a:pathLst>
            </a:custGeom>
            <a:solidFill>
              <a:srgbClr val="C7C7C7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456" name="Google Shape;456;p1"/>
            <p:cNvSpPr/>
            <p:nvPr/>
          </p:nvSpPr>
          <p:spPr>
            <a:xfrm>
              <a:off x="4091" y="3354"/>
              <a:ext cx="28" cy="67"/>
            </a:xfrm>
            <a:custGeom>
              <a:avLst/>
              <a:gdLst/>
              <a:ahLst/>
              <a:cxnLst/>
              <a:rect l="l" t="t" r="r" b="b"/>
              <a:pathLst>
                <a:path w="31" h="115" extrusionOk="0">
                  <a:moveTo>
                    <a:pt x="31" y="0"/>
                  </a:moveTo>
                  <a:lnTo>
                    <a:pt x="25" y="2"/>
                  </a:lnTo>
                  <a:lnTo>
                    <a:pt x="22" y="5"/>
                  </a:lnTo>
                  <a:lnTo>
                    <a:pt x="16" y="12"/>
                  </a:lnTo>
                  <a:lnTo>
                    <a:pt x="12" y="21"/>
                  </a:lnTo>
                  <a:lnTo>
                    <a:pt x="9" y="33"/>
                  </a:lnTo>
                  <a:lnTo>
                    <a:pt x="5" y="47"/>
                  </a:lnTo>
                  <a:lnTo>
                    <a:pt x="3" y="63"/>
                  </a:lnTo>
                  <a:lnTo>
                    <a:pt x="2" y="78"/>
                  </a:lnTo>
                  <a:lnTo>
                    <a:pt x="0" y="96"/>
                  </a:lnTo>
                  <a:lnTo>
                    <a:pt x="0" y="115"/>
                  </a:lnTo>
                  <a:lnTo>
                    <a:pt x="2" y="115"/>
                  </a:lnTo>
                  <a:lnTo>
                    <a:pt x="2" y="96"/>
                  </a:lnTo>
                  <a:lnTo>
                    <a:pt x="3" y="77"/>
                  </a:lnTo>
                  <a:lnTo>
                    <a:pt x="5" y="59"/>
                  </a:lnTo>
                  <a:lnTo>
                    <a:pt x="9" y="44"/>
                  </a:lnTo>
                  <a:lnTo>
                    <a:pt x="12" y="32"/>
                  </a:lnTo>
                  <a:lnTo>
                    <a:pt x="16" y="19"/>
                  </a:lnTo>
                  <a:lnTo>
                    <a:pt x="20" y="12"/>
                  </a:lnTo>
                  <a:lnTo>
                    <a:pt x="25" y="7"/>
                  </a:lnTo>
                  <a:lnTo>
                    <a:pt x="31" y="5"/>
                  </a:lnTo>
                  <a:lnTo>
                    <a:pt x="31" y="0"/>
                  </a:lnTo>
                  <a:close/>
                </a:path>
              </a:pathLst>
            </a:custGeom>
            <a:solidFill>
              <a:srgbClr val="CACACA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457" name="Google Shape;457;p1"/>
            <p:cNvSpPr/>
            <p:nvPr/>
          </p:nvSpPr>
          <p:spPr>
            <a:xfrm>
              <a:off x="4093" y="3356"/>
              <a:ext cx="26" cy="65"/>
            </a:xfrm>
            <a:custGeom>
              <a:avLst/>
              <a:gdLst/>
              <a:ahLst/>
              <a:cxnLst/>
              <a:rect l="l" t="t" r="r" b="b"/>
              <a:pathLst>
                <a:path w="29" h="110" extrusionOk="0">
                  <a:moveTo>
                    <a:pt x="29" y="0"/>
                  </a:moveTo>
                  <a:lnTo>
                    <a:pt x="23" y="2"/>
                  </a:lnTo>
                  <a:lnTo>
                    <a:pt x="18" y="7"/>
                  </a:lnTo>
                  <a:lnTo>
                    <a:pt x="14" y="14"/>
                  </a:lnTo>
                  <a:lnTo>
                    <a:pt x="10" y="27"/>
                  </a:lnTo>
                  <a:lnTo>
                    <a:pt x="7" y="39"/>
                  </a:lnTo>
                  <a:lnTo>
                    <a:pt x="3" y="54"/>
                  </a:lnTo>
                  <a:lnTo>
                    <a:pt x="1" y="72"/>
                  </a:lnTo>
                  <a:lnTo>
                    <a:pt x="0" y="91"/>
                  </a:lnTo>
                  <a:lnTo>
                    <a:pt x="0" y="110"/>
                  </a:lnTo>
                  <a:lnTo>
                    <a:pt x="1" y="110"/>
                  </a:lnTo>
                  <a:lnTo>
                    <a:pt x="1" y="91"/>
                  </a:lnTo>
                  <a:lnTo>
                    <a:pt x="3" y="73"/>
                  </a:lnTo>
                  <a:lnTo>
                    <a:pt x="5" y="58"/>
                  </a:lnTo>
                  <a:lnTo>
                    <a:pt x="7" y="42"/>
                  </a:lnTo>
                  <a:lnTo>
                    <a:pt x="10" y="30"/>
                  </a:lnTo>
                  <a:lnTo>
                    <a:pt x="14" y="20"/>
                  </a:lnTo>
                  <a:lnTo>
                    <a:pt x="20" y="11"/>
                  </a:lnTo>
                  <a:lnTo>
                    <a:pt x="23" y="7"/>
                  </a:lnTo>
                  <a:lnTo>
                    <a:pt x="29" y="6"/>
                  </a:lnTo>
                  <a:lnTo>
                    <a:pt x="29" y="0"/>
                  </a:lnTo>
                  <a:close/>
                </a:path>
              </a:pathLst>
            </a:custGeom>
            <a:solidFill>
              <a:srgbClr val="CDCDCD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458" name="Google Shape;458;p1"/>
            <p:cNvSpPr/>
            <p:nvPr/>
          </p:nvSpPr>
          <p:spPr>
            <a:xfrm>
              <a:off x="4095" y="3360"/>
              <a:ext cx="24" cy="61"/>
            </a:xfrm>
            <a:custGeom>
              <a:avLst/>
              <a:gdLst/>
              <a:ahLst/>
              <a:cxnLst/>
              <a:rect l="l" t="t" r="r" b="b"/>
              <a:pathLst>
                <a:path w="28" h="104" extrusionOk="0">
                  <a:moveTo>
                    <a:pt x="28" y="0"/>
                  </a:moveTo>
                  <a:lnTo>
                    <a:pt x="22" y="1"/>
                  </a:lnTo>
                  <a:lnTo>
                    <a:pt x="19" y="5"/>
                  </a:lnTo>
                  <a:lnTo>
                    <a:pt x="13" y="14"/>
                  </a:lnTo>
                  <a:lnTo>
                    <a:pt x="9" y="24"/>
                  </a:lnTo>
                  <a:lnTo>
                    <a:pt x="6" y="36"/>
                  </a:lnTo>
                  <a:lnTo>
                    <a:pt x="4" y="52"/>
                  </a:lnTo>
                  <a:lnTo>
                    <a:pt x="2" y="67"/>
                  </a:lnTo>
                  <a:lnTo>
                    <a:pt x="0" y="85"/>
                  </a:lnTo>
                  <a:lnTo>
                    <a:pt x="0" y="104"/>
                  </a:lnTo>
                  <a:lnTo>
                    <a:pt x="2" y="104"/>
                  </a:lnTo>
                  <a:lnTo>
                    <a:pt x="2" y="86"/>
                  </a:lnTo>
                  <a:lnTo>
                    <a:pt x="2" y="69"/>
                  </a:lnTo>
                  <a:lnTo>
                    <a:pt x="4" y="53"/>
                  </a:lnTo>
                  <a:lnTo>
                    <a:pt x="8" y="40"/>
                  </a:lnTo>
                  <a:lnTo>
                    <a:pt x="11" y="27"/>
                  </a:lnTo>
                  <a:lnTo>
                    <a:pt x="15" y="17"/>
                  </a:lnTo>
                  <a:lnTo>
                    <a:pt x="19" y="10"/>
                  </a:lnTo>
                  <a:lnTo>
                    <a:pt x="22" y="7"/>
                  </a:lnTo>
                  <a:lnTo>
                    <a:pt x="28" y="5"/>
                  </a:lnTo>
                  <a:lnTo>
                    <a:pt x="28" y="0"/>
                  </a:lnTo>
                  <a:close/>
                </a:path>
              </a:pathLst>
            </a:custGeom>
            <a:solidFill>
              <a:srgbClr val="CFCFCF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459" name="Google Shape;459;p1"/>
            <p:cNvSpPr/>
            <p:nvPr/>
          </p:nvSpPr>
          <p:spPr>
            <a:xfrm>
              <a:off x="4096" y="3362"/>
              <a:ext cx="23" cy="59"/>
            </a:xfrm>
            <a:custGeom>
              <a:avLst/>
              <a:gdLst/>
              <a:ahLst/>
              <a:cxnLst/>
              <a:rect l="l" t="t" r="r" b="b"/>
              <a:pathLst>
                <a:path w="26" h="99" extrusionOk="0">
                  <a:moveTo>
                    <a:pt x="26" y="0"/>
                  </a:moveTo>
                  <a:lnTo>
                    <a:pt x="20" y="2"/>
                  </a:lnTo>
                  <a:lnTo>
                    <a:pt x="17" y="5"/>
                  </a:lnTo>
                  <a:lnTo>
                    <a:pt x="13" y="12"/>
                  </a:lnTo>
                  <a:lnTo>
                    <a:pt x="9" y="22"/>
                  </a:lnTo>
                  <a:lnTo>
                    <a:pt x="6" y="35"/>
                  </a:lnTo>
                  <a:lnTo>
                    <a:pt x="2" y="48"/>
                  </a:lnTo>
                  <a:lnTo>
                    <a:pt x="0" y="64"/>
                  </a:lnTo>
                  <a:lnTo>
                    <a:pt x="0" y="81"/>
                  </a:lnTo>
                  <a:lnTo>
                    <a:pt x="0" y="99"/>
                  </a:lnTo>
                  <a:lnTo>
                    <a:pt x="0" y="99"/>
                  </a:lnTo>
                  <a:lnTo>
                    <a:pt x="0" y="81"/>
                  </a:lnTo>
                  <a:lnTo>
                    <a:pt x="2" y="66"/>
                  </a:lnTo>
                  <a:lnTo>
                    <a:pt x="4" y="52"/>
                  </a:lnTo>
                  <a:lnTo>
                    <a:pt x="6" y="38"/>
                  </a:lnTo>
                  <a:lnTo>
                    <a:pt x="9" y="26"/>
                  </a:lnTo>
                  <a:lnTo>
                    <a:pt x="13" y="17"/>
                  </a:lnTo>
                  <a:lnTo>
                    <a:pt x="17" y="10"/>
                  </a:lnTo>
                  <a:lnTo>
                    <a:pt x="20" y="7"/>
                  </a:lnTo>
                  <a:lnTo>
                    <a:pt x="26" y="5"/>
                  </a:lnTo>
                  <a:lnTo>
                    <a:pt x="26" y="0"/>
                  </a:lnTo>
                  <a:close/>
                </a:path>
              </a:pathLst>
            </a:custGeom>
            <a:solidFill>
              <a:srgbClr val="D2D2D2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460" name="Google Shape;460;p1"/>
            <p:cNvSpPr/>
            <p:nvPr/>
          </p:nvSpPr>
          <p:spPr>
            <a:xfrm>
              <a:off x="4096" y="3365"/>
              <a:ext cx="23" cy="56"/>
            </a:xfrm>
            <a:custGeom>
              <a:avLst/>
              <a:gdLst/>
              <a:ahLst/>
              <a:cxnLst/>
              <a:rect l="l" t="t" r="r" b="b"/>
              <a:pathLst>
                <a:path w="26" h="94" extrusionOk="0">
                  <a:moveTo>
                    <a:pt x="26" y="0"/>
                  </a:moveTo>
                  <a:lnTo>
                    <a:pt x="20" y="2"/>
                  </a:lnTo>
                  <a:lnTo>
                    <a:pt x="17" y="5"/>
                  </a:lnTo>
                  <a:lnTo>
                    <a:pt x="13" y="12"/>
                  </a:lnTo>
                  <a:lnTo>
                    <a:pt x="9" y="21"/>
                  </a:lnTo>
                  <a:lnTo>
                    <a:pt x="6" y="33"/>
                  </a:lnTo>
                  <a:lnTo>
                    <a:pt x="4" y="47"/>
                  </a:lnTo>
                  <a:lnTo>
                    <a:pt x="2" y="61"/>
                  </a:lnTo>
                  <a:lnTo>
                    <a:pt x="0" y="76"/>
                  </a:lnTo>
                  <a:lnTo>
                    <a:pt x="0" y="94"/>
                  </a:lnTo>
                  <a:lnTo>
                    <a:pt x="2" y="94"/>
                  </a:lnTo>
                  <a:lnTo>
                    <a:pt x="2" y="76"/>
                  </a:lnTo>
                  <a:lnTo>
                    <a:pt x="4" y="59"/>
                  </a:lnTo>
                  <a:lnTo>
                    <a:pt x="6" y="43"/>
                  </a:lnTo>
                  <a:lnTo>
                    <a:pt x="9" y="31"/>
                  </a:lnTo>
                  <a:lnTo>
                    <a:pt x="13" y="19"/>
                  </a:lnTo>
                  <a:lnTo>
                    <a:pt x="17" y="12"/>
                  </a:lnTo>
                  <a:lnTo>
                    <a:pt x="20" y="7"/>
                  </a:lnTo>
                  <a:lnTo>
                    <a:pt x="26" y="5"/>
                  </a:lnTo>
                  <a:lnTo>
                    <a:pt x="26" y="0"/>
                  </a:lnTo>
                  <a:close/>
                </a:path>
              </a:pathLst>
            </a:custGeom>
            <a:solidFill>
              <a:srgbClr val="D4D4D4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461" name="Google Shape;461;p1"/>
            <p:cNvSpPr/>
            <p:nvPr/>
          </p:nvSpPr>
          <p:spPr>
            <a:xfrm>
              <a:off x="4098" y="3369"/>
              <a:ext cx="21" cy="52"/>
            </a:xfrm>
            <a:custGeom>
              <a:avLst/>
              <a:gdLst/>
              <a:ahLst/>
              <a:cxnLst/>
              <a:rect l="l" t="t" r="r" b="b"/>
              <a:pathLst>
                <a:path w="24" h="89" extrusionOk="0">
                  <a:moveTo>
                    <a:pt x="24" y="0"/>
                  </a:moveTo>
                  <a:lnTo>
                    <a:pt x="18" y="2"/>
                  </a:lnTo>
                  <a:lnTo>
                    <a:pt x="15" y="7"/>
                  </a:lnTo>
                  <a:lnTo>
                    <a:pt x="11" y="14"/>
                  </a:lnTo>
                  <a:lnTo>
                    <a:pt x="7" y="26"/>
                  </a:lnTo>
                  <a:lnTo>
                    <a:pt x="4" y="38"/>
                  </a:lnTo>
                  <a:lnTo>
                    <a:pt x="2" y="54"/>
                  </a:lnTo>
                  <a:lnTo>
                    <a:pt x="0" y="71"/>
                  </a:lnTo>
                  <a:lnTo>
                    <a:pt x="0" y="89"/>
                  </a:lnTo>
                  <a:lnTo>
                    <a:pt x="2" y="89"/>
                  </a:lnTo>
                  <a:lnTo>
                    <a:pt x="2" y="71"/>
                  </a:lnTo>
                  <a:lnTo>
                    <a:pt x="4" y="56"/>
                  </a:lnTo>
                  <a:lnTo>
                    <a:pt x="5" y="42"/>
                  </a:lnTo>
                  <a:lnTo>
                    <a:pt x="7" y="30"/>
                  </a:lnTo>
                  <a:lnTo>
                    <a:pt x="11" y="19"/>
                  </a:lnTo>
                  <a:lnTo>
                    <a:pt x="15" y="11"/>
                  </a:lnTo>
                  <a:lnTo>
                    <a:pt x="18" y="7"/>
                  </a:lnTo>
                  <a:lnTo>
                    <a:pt x="24" y="6"/>
                  </a:lnTo>
                  <a:lnTo>
                    <a:pt x="24" y="0"/>
                  </a:lnTo>
                  <a:close/>
                </a:path>
              </a:pathLst>
            </a:custGeom>
            <a:solidFill>
              <a:srgbClr val="D6D6D6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462" name="Google Shape;462;p1"/>
            <p:cNvSpPr/>
            <p:nvPr/>
          </p:nvSpPr>
          <p:spPr>
            <a:xfrm>
              <a:off x="4100" y="3371"/>
              <a:ext cx="19" cy="50"/>
            </a:xfrm>
            <a:custGeom>
              <a:avLst/>
              <a:gdLst/>
              <a:ahLst/>
              <a:cxnLst/>
              <a:rect l="l" t="t" r="r" b="b"/>
              <a:pathLst>
                <a:path w="22" h="83" extrusionOk="0">
                  <a:moveTo>
                    <a:pt x="22" y="0"/>
                  </a:moveTo>
                  <a:lnTo>
                    <a:pt x="16" y="1"/>
                  </a:lnTo>
                  <a:lnTo>
                    <a:pt x="13" y="5"/>
                  </a:lnTo>
                  <a:lnTo>
                    <a:pt x="9" y="13"/>
                  </a:lnTo>
                  <a:lnTo>
                    <a:pt x="5" y="24"/>
                  </a:lnTo>
                  <a:lnTo>
                    <a:pt x="3" y="36"/>
                  </a:lnTo>
                  <a:lnTo>
                    <a:pt x="2" y="50"/>
                  </a:lnTo>
                  <a:lnTo>
                    <a:pt x="0" y="65"/>
                  </a:lnTo>
                  <a:lnTo>
                    <a:pt x="0" y="83"/>
                  </a:lnTo>
                  <a:lnTo>
                    <a:pt x="2" y="83"/>
                  </a:lnTo>
                  <a:lnTo>
                    <a:pt x="2" y="67"/>
                  </a:lnTo>
                  <a:lnTo>
                    <a:pt x="2" y="52"/>
                  </a:lnTo>
                  <a:lnTo>
                    <a:pt x="3" y="39"/>
                  </a:lnTo>
                  <a:lnTo>
                    <a:pt x="7" y="27"/>
                  </a:lnTo>
                  <a:lnTo>
                    <a:pt x="11" y="17"/>
                  </a:lnTo>
                  <a:lnTo>
                    <a:pt x="13" y="10"/>
                  </a:lnTo>
                  <a:lnTo>
                    <a:pt x="18" y="6"/>
                  </a:lnTo>
                  <a:lnTo>
                    <a:pt x="22" y="5"/>
                  </a:lnTo>
                  <a:lnTo>
                    <a:pt x="22" y="0"/>
                  </a:lnTo>
                  <a:close/>
                </a:path>
              </a:pathLst>
            </a:custGeom>
            <a:solidFill>
              <a:srgbClr val="D8D8D8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463" name="Google Shape;463;p1"/>
            <p:cNvSpPr/>
            <p:nvPr/>
          </p:nvSpPr>
          <p:spPr>
            <a:xfrm>
              <a:off x="4102" y="3375"/>
              <a:ext cx="17" cy="46"/>
            </a:xfrm>
            <a:custGeom>
              <a:avLst/>
              <a:gdLst/>
              <a:ahLst/>
              <a:cxnLst/>
              <a:rect l="l" t="t" r="r" b="b"/>
              <a:pathLst>
                <a:path w="20" h="78" extrusionOk="0">
                  <a:moveTo>
                    <a:pt x="20" y="0"/>
                  </a:moveTo>
                  <a:lnTo>
                    <a:pt x="16" y="1"/>
                  </a:lnTo>
                  <a:lnTo>
                    <a:pt x="11" y="5"/>
                  </a:lnTo>
                  <a:lnTo>
                    <a:pt x="9" y="12"/>
                  </a:lnTo>
                  <a:lnTo>
                    <a:pt x="5" y="22"/>
                  </a:lnTo>
                  <a:lnTo>
                    <a:pt x="1" y="34"/>
                  </a:lnTo>
                  <a:lnTo>
                    <a:pt x="0" y="47"/>
                  </a:lnTo>
                  <a:lnTo>
                    <a:pt x="0" y="62"/>
                  </a:lnTo>
                  <a:lnTo>
                    <a:pt x="0" y="78"/>
                  </a:lnTo>
                  <a:lnTo>
                    <a:pt x="0" y="78"/>
                  </a:lnTo>
                  <a:lnTo>
                    <a:pt x="0" y="62"/>
                  </a:lnTo>
                  <a:lnTo>
                    <a:pt x="1" y="50"/>
                  </a:lnTo>
                  <a:lnTo>
                    <a:pt x="3" y="36"/>
                  </a:lnTo>
                  <a:lnTo>
                    <a:pt x="5" y="26"/>
                  </a:lnTo>
                  <a:lnTo>
                    <a:pt x="9" y="17"/>
                  </a:lnTo>
                  <a:lnTo>
                    <a:pt x="12" y="10"/>
                  </a:lnTo>
                  <a:lnTo>
                    <a:pt x="16" y="7"/>
                  </a:lnTo>
                  <a:lnTo>
                    <a:pt x="20" y="5"/>
                  </a:lnTo>
                  <a:lnTo>
                    <a:pt x="20" y="0"/>
                  </a:lnTo>
                  <a:close/>
                </a:path>
              </a:pathLst>
            </a:custGeom>
            <a:solidFill>
              <a:srgbClr val="DADADA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464" name="Google Shape;464;p1"/>
            <p:cNvSpPr/>
            <p:nvPr/>
          </p:nvSpPr>
          <p:spPr>
            <a:xfrm>
              <a:off x="4102" y="3377"/>
              <a:ext cx="17" cy="44"/>
            </a:xfrm>
            <a:custGeom>
              <a:avLst/>
              <a:gdLst/>
              <a:ahLst/>
              <a:cxnLst/>
              <a:rect l="l" t="t" r="r" b="b"/>
              <a:pathLst>
                <a:path w="20" h="73" extrusionOk="0">
                  <a:moveTo>
                    <a:pt x="20" y="0"/>
                  </a:moveTo>
                  <a:lnTo>
                    <a:pt x="16" y="2"/>
                  </a:lnTo>
                  <a:lnTo>
                    <a:pt x="12" y="5"/>
                  </a:lnTo>
                  <a:lnTo>
                    <a:pt x="9" y="12"/>
                  </a:lnTo>
                  <a:lnTo>
                    <a:pt x="5" y="21"/>
                  </a:lnTo>
                  <a:lnTo>
                    <a:pt x="3" y="31"/>
                  </a:lnTo>
                  <a:lnTo>
                    <a:pt x="1" y="45"/>
                  </a:lnTo>
                  <a:lnTo>
                    <a:pt x="0" y="57"/>
                  </a:lnTo>
                  <a:lnTo>
                    <a:pt x="0" y="73"/>
                  </a:lnTo>
                  <a:lnTo>
                    <a:pt x="1" y="73"/>
                  </a:lnTo>
                  <a:lnTo>
                    <a:pt x="1" y="57"/>
                  </a:lnTo>
                  <a:lnTo>
                    <a:pt x="3" y="43"/>
                  </a:lnTo>
                  <a:lnTo>
                    <a:pt x="5" y="29"/>
                  </a:lnTo>
                  <a:lnTo>
                    <a:pt x="9" y="19"/>
                  </a:lnTo>
                  <a:lnTo>
                    <a:pt x="12" y="12"/>
                  </a:lnTo>
                  <a:lnTo>
                    <a:pt x="16" y="7"/>
                  </a:lnTo>
                  <a:lnTo>
                    <a:pt x="20" y="5"/>
                  </a:lnTo>
                  <a:lnTo>
                    <a:pt x="20" y="0"/>
                  </a:lnTo>
                  <a:close/>
                </a:path>
              </a:pathLst>
            </a:custGeom>
            <a:solidFill>
              <a:srgbClr val="DBDBDB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465" name="Google Shape;465;p1"/>
            <p:cNvSpPr/>
            <p:nvPr/>
          </p:nvSpPr>
          <p:spPr>
            <a:xfrm>
              <a:off x="4103" y="3381"/>
              <a:ext cx="16" cy="40"/>
            </a:xfrm>
            <a:custGeom>
              <a:avLst/>
              <a:gdLst/>
              <a:ahLst/>
              <a:cxnLst/>
              <a:rect l="l" t="t" r="r" b="b"/>
              <a:pathLst>
                <a:path w="19" h="68" extrusionOk="0">
                  <a:moveTo>
                    <a:pt x="19" y="0"/>
                  </a:moveTo>
                  <a:lnTo>
                    <a:pt x="15" y="2"/>
                  </a:lnTo>
                  <a:lnTo>
                    <a:pt x="11" y="7"/>
                  </a:lnTo>
                  <a:lnTo>
                    <a:pt x="8" y="14"/>
                  </a:lnTo>
                  <a:lnTo>
                    <a:pt x="4" y="24"/>
                  </a:lnTo>
                  <a:lnTo>
                    <a:pt x="2" y="38"/>
                  </a:lnTo>
                  <a:lnTo>
                    <a:pt x="0" y="52"/>
                  </a:lnTo>
                  <a:lnTo>
                    <a:pt x="0" y="68"/>
                  </a:lnTo>
                  <a:lnTo>
                    <a:pt x="2" y="68"/>
                  </a:lnTo>
                  <a:lnTo>
                    <a:pt x="2" y="54"/>
                  </a:lnTo>
                  <a:lnTo>
                    <a:pt x="4" y="40"/>
                  </a:lnTo>
                  <a:lnTo>
                    <a:pt x="6" y="28"/>
                  </a:lnTo>
                  <a:lnTo>
                    <a:pt x="8" y="19"/>
                  </a:lnTo>
                  <a:lnTo>
                    <a:pt x="11" y="11"/>
                  </a:lnTo>
                  <a:lnTo>
                    <a:pt x="15" y="7"/>
                  </a:lnTo>
                  <a:lnTo>
                    <a:pt x="19" y="5"/>
                  </a:lnTo>
                  <a:lnTo>
                    <a:pt x="19" y="0"/>
                  </a:lnTo>
                  <a:close/>
                </a:path>
              </a:pathLst>
            </a:custGeom>
            <a:solidFill>
              <a:srgbClr val="DDDDDD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466" name="Google Shape;466;p1"/>
            <p:cNvSpPr/>
            <p:nvPr/>
          </p:nvSpPr>
          <p:spPr>
            <a:xfrm>
              <a:off x="4105" y="3385"/>
              <a:ext cx="14" cy="36"/>
            </a:xfrm>
            <a:custGeom>
              <a:avLst/>
              <a:gdLst/>
              <a:ahLst/>
              <a:cxnLst/>
              <a:rect l="l" t="t" r="r" b="b"/>
              <a:pathLst>
                <a:path w="17" h="63" extrusionOk="0">
                  <a:moveTo>
                    <a:pt x="17" y="0"/>
                  </a:moveTo>
                  <a:lnTo>
                    <a:pt x="13" y="2"/>
                  </a:lnTo>
                  <a:lnTo>
                    <a:pt x="9" y="6"/>
                  </a:lnTo>
                  <a:lnTo>
                    <a:pt x="6" y="14"/>
                  </a:lnTo>
                  <a:lnTo>
                    <a:pt x="4" y="23"/>
                  </a:lnTo>
                  <a:lnTo>
                    <a:pt x="2" y="35"/>
                  </a:lnTo>
                  <a:lnTo>
                    <a:pt x="0" y="49"/>
                  </a:lnTo>
                  <a:lnTo>
                    <a:pt x="0" y="63"/>
                  </a:lnTo>
                  <a:lnTo>
                    <a:pt x="2" y="63"/>
                  </a:lnTo>
                  <a:lnTo>
                    <a:pt x="2" y="49"/>
                  </a:lnTo>
                  <a:lnTo>
                    <a:pt x="2" y="37"/>
                  </a:lnTo>
                  <a:lnTo>
                    <a:pt x="4" y="26"/>
                  </a:lnTo>
                  <a:lnTo>
                    <a:pt x="8" y="18"/>
                  </a:lnTo>
                  <a:lnTo>
                    <a:pt x="9" y="11"/>
                  </a:lnTo>
                  <a:lnTo>
                    <a:pt x="13" y="7"/>
                  </a:lnTo>
                  <a:lnTo>
                    <a:pt x="17" y="6"/>
                  </a:lnTo>
                  <a:lnTo>
                    <a:pt x="17" y="0"/>
                  </a:lnTo>
                  <a:close/>
                </a:path>
              </a:pathLst>
            </a:custGeom>
            <a:solidFill>
              <a:srgbClr val="DEDEDE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467" name="Google Shape;467;p1"/>
            <p:cNvSpPr/>
            <p:nvPr/>
          </p:nvSpPr>
          <p:spPr>
            <a:xfrm>
              <a:off x="4107" y="3387"/>
              <a:ext cx="12" cy="34"/>
            </a:xfrm>
            <a:custGeom>
              <a:avLst/>
              <a:gdLst/>
              <a:ahLst/>
              <a:cxnLst/>
              <a:rect l="l" t="t" r="r" b="b"/>
              <a:pathLst>
                <a:path w="15" h="57" extrusionOk="0">
                  <a:moveTo>
                    <a:pt x="15" y="0"/>
                  </a:moveTo>
                  <a:lnTo>
                    <a:pt x="11" y="1"/>
                  </a:lnTo>
                  <a:lnTo>
                    <a:pt x="7" y="5"/>
                  </a:lnTo>
                  <a:lnTo>
                    <a:pt x="6" y="12"/>
                  </a:lnTo>
                  <a:lnTo>
                    <a:pt x="2" y="20"/>
                  </a:lnTo>
                  <a:lnTo>
                    <a:pt x="0" y="31"/>
                  </a:lnTo>
                  <a:lnTo>
                    <a:pt x="0" y="43"/>
                  </a:lnTo>
                  <a:lnTo>
                    <a:pt x="0" y="57"/>
                  </a:lnTo>
                  <a:lnTo>
                    <a:pt x="0" y="57"/>
                  </a:lnTo>
                  <a:lnTo>
                    <a:pt x="0" y="45"/>
                  </a:lnTo>
                  <a:lnTo>
                    <a:pt x="2" y="34"/>
                  </a:lnTo>
                  <a:lnTo>
                    <a:pt x="4" y="24"/>
                  </a:lnTo>
                  <a:lnTo>
                    <a:pt x="6" y="15"/>
                  </a:lnTo>
                  <a:lnTo>
                    <a:pt x="7" y="10"/>
                  </a:lnTo>
                  <a:lnTo>
                    <a:pt x="11" y="5"/>
                  </a:lnTo>
                  <a:lnTo>
                    <a:pt x="15" y="5"/>
                  </a:lnTo>
                  <a:lnTo>
                    <a:pt x="15" y="0"/>
                  </a:lnTo>
                  <a:close/>
                </a:path>
              </a:pathLst>
            </a:custGeom>
            <a:solidFill>
              <a:srgbClr val="DFDFDF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468" name="Google Shape;468;p1"/>
            <p:cNvSpPr/>
            <p:nvPr/>
          </p:nvSpPr>
          <p:spPr>
            <a:xfrm>
              <a:off x="4107" y="3390"/>
              <a:ext cx="12" cy="31"/>
            </a:xfrm>
            <a:custGeom>
              <a:avLst/>
              <a:gdLst/>
              <a:ahLst/>
              <a:cxnLst/>
              <a:rect l="l" t="t" r="r" b="b"/>
              <a:pathLst>
                <a:path w="15" h="52" extrusionOk="0">
                  <a:moveTo>
                    <a:pt x="15" y="0"/>
                  </a:moveTo>
                  <a:lnTo>
                    <a:pt x="11" y="0"/>
                  </a:lnTo>
                  <a:lnTo>
                    <a:pt x="7" y="5"/>
                  </a:lnTo>
                  <a:lnTo>
                    <a:pt x="6" y="10"/>
                  </a:lnTo>
                  <a:lnTo>
                    <a:pt x="4" y="19"/>
                  </a:lnTo>
                  <a:lnTo>
                    <a:pt x="2" y="29"/>
                  </a:lnTo>
                  <a:lnTo>
                    <a:pt x="0" y="40"/>
                  </a:lnTo>
                  <a:lnTo>
                    <a:pt x="0" y="52"/>
                  </a:lnTo>
                  <a:lnTo>
                    <a:pt x="2" y="52"/>
                  </a:lnTo>
                  <a:lnTo>
                    <a:pt x="2" y="40"/>
                  </a:lnTo>
                  <a:lnTo>
                    <a:pt x="4" y="27"/>
                  </a:lnTo>
                  <a:lnTo>
                    <a:pt x="6" y="19"/>
                  </a:lnTo>
                  <a:lnTo>
                    <a:pt x="7" y="10"/>
                  </a:lnTo>
                  <a:lnTo>
                    <a:pt x="11" y="7"/>
                  </a:lnTo>
                  <a:lnTo>
                    <a:pt x="15" y="5"/>
                  </a:lnTo>
                  <a:lnTo>
                    <a:pt x="15" y="0"/>
                  </a:lnTo>
                  <a:close/>
                </a:path>
              </a:pathLst>
            </a:custGeom>
            <a:solidFill>
              <a:srgbClr val="E1E1E1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469" name="Google Shape;469;p1"/>
            <p:cNvSpPr/>
            <p:nvPr/>
          </p:nvSpPr>
          <p:spPr>
            <a:xfrm>
              <a:off x="4107" y="3393"/>
              <a:ext cx="12" cy="28"/>
            </a:xfrm>
            <a:custGeom>
              <a:avLst/>
              <a:gdLst/>
              <a:ahLst/>
              <a:cxnLst/>
              <a:rect l="l" t="t" r="r" b="b"/>
              <a:pathLst>
                <a:path w="13" h="47" extrusionOk="0">
                  <a:moveTo>
                    <a:pt x="13" y="0"/>
                  </a:moveTo>
                  <a:lnTo>
                    <a:pt x="9" y="2"/>
                  </a:lnTo>
                  <a:lnTo>
                    <a:pt x="5" y="5"/>
                  </a:lnTo>
                  <a:lnTo>
                    <a:pt x="4" y="14"/>
                  </a:lnTo>
                  <a:lnTo>
                    <a:pt x="2" y="22"/>
                  </a:lnTo>
                  <a:lnTo>
                    <a:pt x="0" y="35"/>
                  </a:lnTo>
                  <a:lnTo>
                    <a:pt x="0" y="47"/>
                  </a:lnTo>
                  <a:lnTo>
                    <a:pt x="2" y="47"/>
                  </a:lnTo>
                  <a:lnTo>
                    <a:pt x="2" y="35"/>
                  </a:lnTo>
                  <a:lnTo>
                    <a:pt x="4" y="26"/>
                  </a:lnTo>
                  <a:lnTo>
                    <a:pt x="5" y="17"/>
                  </a:lnTo>
                  <a:lnTo>
                    <a:pt x="7" y="10"/>
                  </a:lnTo>
                  <a:lnTo>
                    <a:pt x="9" y="7"/>
                  </a:lnTo>
                  <a:lnTo>
                    <a:pt x="13" y="5"/>
                  </a:lnTo>
                  <a:lnTo>
                    <a:pt x="13" y="0"/>
                  </a:lnTo>
                  <a:close/>
                </a:path>
              </a:pathLst>
            </a:custGeom>
            <a:solidFill>
              <a:srgbClr val="E2E2E2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470" name="Google Shape;470;p1"/>
            <p:cNvSpPr/>
            <p:nvPr/>
          </p:nvSpPr>
          <p:spPr>
            <a:xfrm>
              <a:off x="4109" y="3396"/>
              <a:ext cx="10" cy="25"/>
            </a:xfrm>
            <a:custGeom>
              <a:avLst/>
              <a:gdLst/>
              <a:ahLst/>
              <a:cxnLst/>
              <a:rect l="l" t="t" r="r" b="b"/>
              <a:pathLst>
                <a:path w="11" h="42" extrusionOk="0">
                  <a:moveTo>
                    <a:pt x="11" y="0"/>
                  </a:moveTo>
                  <a:lnTo>
                    <a:pt x="7" y="2"/>
                  </a:lnTo>
                  <a:lnTo>
                    <a:pt x="5" y="5"/>
                  </a:lnTo>
                  <a:lnTo>
                    <a:pt x="3" y="12"/>
                  </a:lnTo>
                  <a:lnTo>
                    <a:pt x="2" y="21"/>
                  </a:lnTo>
                  <a:lnTo>
                    <a:pt x="0" y="30"/>
                  </a:lnTo>
                  <a:lnTo>
                    <a:pt x="0" y="42"/>
                  </a:lnTo>
                  <a:lnTo>
                    <a:pt x="0" y="42"/>
                  </a:lnTo>
                  <a:lnTo>
                    <a:pt x="2" y="31"/>
                  </a:lnTo>
                  <a:lnTo>
                    <a:pt x="2" y="23"/>
                  </a:lnTo>
                  <a:lnTo>
                    <a:pt x="3" y="16"/>
                  </a:lnTo>
                  <a:lnTo>
                    <a:pt x="5" y="11"/>
                  </a:lnTo>
                  <a:lnTo>
                    <a:pt x="7" y="5"/>
                  </a:lnTo>
                  <a:lnTo>
                    <a:pt x="11" y="5"/>
                  </a:lnTo>
                  <a:lnTo>
                    <a:pt x="11" y="0"/>
                  </a:lnTo>
                  <a:close/>
                </a:path>
              </a:pathLst>
            </a:custGeom>
            <a:solidFill>
              <a:srgbClr val="E3E3E3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471" name="Google Shape;471;p1"/>
            <p:cNvSpPr/>
            <p:nvPr/>
          </p:nvSpPr>
          <p:spPr>
            <a:xfrm>
              <a:off x="4109" y="3400"/>
              <a:ext cx="10" cy="21"/>
            </a:xfrm>
            <a:custGeom>
              <a:avLst/>
              <a:gdLst/>
              <a:ahLst/>
              <a:cxnLst/>
              <a:rect l="l" t="t" r="r" b="b"/>
              <a:pathLst>
                <a:path w="11" h="37" extrusionOk="0">
                  <a:moveTo>
                    <a:pt x="11" y="0"/>
                  </a:moveTo>
                  <a:lnTo>
                    <a:pt x="7" y="0"/>
                  </a:lnTo>
                  <a:lnTo>
                    <a:pt x="5" y="6"/>
                  </a:lnTo>
                  <a:lnTo>
                    <a:pt x="3" y="11"/>
                  </a:lnTo>
                  <a:lnTo>
                    <a:pt x="2" y="18"/>
                  </a:lnTo>
                  <a:lnTo>
                    <a:pt x="2" y="26"/>
                  </a:lnTo>
                  <a:lnTo>
                    <a:pt x="0" y="37"/>
                  </a:lnTo>
                  <a:lnTo>
                    <a:pt x="2" y="37"/>
                  </a:lnTo>
                  <a:lnTo>
                    <a:pt x="2" y="26"/>
                  </a:lnTo>
                  <a:lnTo>
                    <a:pt x="3" y="18"/>
                  </a:lnTo>
                  <a:lnTo>
                    <a:pt x="5" y="11"/>
                  </a:lnTo>
                  <a:lnTo>
                    <a:pt x="7" y="7"/>
                  </a:lnTo>
                  <a:lnTo>
                    <a:pt x="11" y="6"/>
                  </a:lnTo>
                  <a:lnTo>
                    <a:pt x="11" y="0"/>
                  </a:lnTo>
                  <a:close/>
                </a:path>
              </a:pathLst>
            </a:custGeom>
            <a:solidFill>
              <a:srgbClr val="E4E4E4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472" name="Google Shape;472;p1"/>
            <p:cNvSpPr/>
            <p:nvPr/>
          </p:nvSpPr>
          <p:spPr>
            <a:xfrm>
              <a:off x="4110" y="3402"/>
              <a:ext cx="9" cy="19"/>
            </a:xfrm>
            <a:custGeom>
              <a:avLst/>
              <a:gdLst/>
              <a:ahLst/>
              <a:cxnLst/>
              <a:rect l="l" t="t" r="r" b="b"/>
              <a:pathLst>
                <a:path w="9" h="31" extrusionOk="0">
                  <a:moveTo>
                    <a:pt x="9" y="0"/>
                  </a:moveTo>
                  <a:lnTo>
                    <a:pt x="5" y="1"/>
                  </a:lnTo>
                  <a:lnTo>
                    <a:pt x="3" y="5"/>
                  </a:lnTo>
                  <a:lnTo>
                    <a:pt x="1" y="12"/>
                  </a:lnTo>
                  <a:lnTo>
                    <a:pt x="0" y="20"/>
                  </a:lnTo>
                  <a:lnTo>
                    <a:pt x="0" y="31"/>
                  </a:lnTo>
                  <a:lnTo>
                    <a:pt x="1" y="31"/>
                  </a:lnTo>
                  <a:lnTo>
                    <a:pt x="1" y="22"/>
                  </a:lnTo>
                  <a:lnTo>
                    <a:pt x="3" y="15"/>
                  </a:lnTo>
                  <a:lnTo>
                    <a:pt x="5" y="10"/>
                  </a:lnTo>
                  <a:lnTo>
                    <a:pt x="7" y="5"/>
                  </a:lnTo>
                  <a:lnTo>
                    <a:pt x="9" y="5"/>
                  </a:lnTo>
                  <a:lnTo>
                    <a:pt x="9" y="0"/>
                  </a:lnTo>
                  <a:close/>
                </a:path>
              </a:pathLst>
            </a:custGeom>
            <a:solidFill>
              <a:srgbClr val="E5E5E5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473" name="Google Shape;473;p1"/>
            <p:cNvSpPr/>
            <p:nvPr/>
          </p:nvSpPr>
          <p:spPr>
            <a:xfrm>
              <a:off x="4112" y="3406"/>
              <a:ext cx="7" cy="15"/>
            </a:xfrm>
            <a:custGeom>
              <a:avLst/>
              <a:gdLst/>
              <a:ahLst/>
              <a:cxnLst/>
              <a:rect l="l" t="t" r="r" b="b"/>
              <a:pathLst>
                <a:path w="8" h="26" extrusionOk="0">
                  <a:moveTo>
                    <a:pt x="8" y="0"/>
                  </a:moveTo>
                  <a:lnTo>
                    <a:pt x="6" y="0"/>
                  </a:lnTo>
                  <a:lnTo>
                    <a:pt x="4" y="5"/>
                  </a:lnTo>
                  <a:lnTo>
                    <a:pt x="2" y="10"/>
                  </a:lnTo>
                  <a:lnTo>
                    <a:pt x="0" y="17"/>
                  </a:lnTo>
                  <a:lnTo>
                    <a:pt x="0" y="26"/>
                  </a:lnTo>
                  <a:lnTo>
                    <a:pt x="2" y="26"/>
                  </a:lnTo>
                  <a:lnTo>
                    <a:pt x="2" y="17"/>
                  </a:lnTo>
                  <a:lnTo>
                    <a:pt x="4" y="10"/>
                  </a:lnTo>
                  <a:lnTo>
                    <a:pt x="6" y="7"/>
                  </a:lnTo>
                  <a:lnTo>
                    <a:pt x="8" y="5"/>
                  </a:lnTo>
                  <a:lnTo>
                    <a:pt x="8" y="0"/>
                  </a:lnTo>
                  <a:close/>
                </a:path>
              </a:pathLst>
            </a:custGeom>
            <a:solidFill>
              <a:srgbClr val="E6E6E6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474" name="Google Shape;474;p1"/>
            <p:cNvSpPr/>
            <p:nvPr/>
          </p:nvSpPr>
          <p:spPr>
            <a:xfrm>
              <a:off x="4114" y="3408"/>
              <a:ext cx="5" cy="13"/>
            </a:xfrm>
            <a:custGeom>
              <a:avLst/>
              <a:gdLst/>
              <a:ahLst/>
              <a:cxnLst/>
              <a:rect l="l" t="t" r="r" b="b"/>
              <a:pathLst>
                <a:path w="6" h="21" extrusionOk="0">
                  <a:moveTo>
                    <a:pt x="6" y="0"/>
                  </a:moveTo>
                  <a:lnTo>
                    <a:pt x="4" y="2"/>
                  </a:lnTo>
                  <a:lnTo>
                    <a:pt x="2" y="5"/>
                  </a:lnTo>
                  <a:lnTo>
                    <a:pt x="0" y="12"/>
                  </a:lnTo>
                  <a:lnTo>
                    <a:pt x="0" y="21"/>
                  </a:lnTo>
                  <a:lnTo>
                    <a:pt x="0" y="21"/>
                  </a:lnTo>
                  <a:lnTo>
                    <a:pt x="2" y="14"/>
                  </a:lnTo>
                  <a:lnTo>
                    <a:pt x="2" y="9"/>
                  </a:lnTo>
                  <a:lnTo>
                    <a:pt x="4" y="5"/>
                  </a:lnTo>
                  <a:lnTo>
                    <a:pt x="6" y="5"/>
                  </a:lnTo>
                  <a:lnTo>
                    <a:pt x="6" y="0"/>
                  </a:lnTo>
                  <a:close/>
                </a:path>
              </a:pathLst>
            </a:custGeom>
            <a:solidFill>
              <a:srgbClr val="E6E6E6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475" name="Google Shape;475;p1"/>
            <p:cNvSpPr/>
            <p:nvPr/>
          </p:nvSpPr>
          <p:spPr>
            <a:xfrm>
              <a:off x="4114" y="3412"/>
              <a:ext cx="5" cy="9"/>
            </a:xfrm>
            <a:custGeom>
              <a:avLst/>
              <a:gdLst/>
              <a:ahLst/>
              <a:cxnLst/>
              <a:rect l="l" t="t" r="r" b="b"/>
              <a:pathLst>
                <a:path w="6" h="16" extrusionOk="0">
                  <a:moveTo>
                    <a:pt x="6" y="0"/>
                  </a:moveTo>
                  <a:lnTo>
                    <a:pt x="4" y="0"/>
                  </a:lnTo>
                  <a:lnTo>
                    <a:pt x="2" y="4"/>
                  </a:lnTo>
                  <a:lnTo>
                    <a:pt x="2" y="9"/>
                  </a:lnTo>
                  <a:lnTo>
                    <a:pt x="0" y="16"/>
                  </a:lnTo>
                  <a:lnTo>
                    <a:pt x="2" y="16"/>
                  </a:lnTo>
                  <a:lnTo>
                    <a:pt x="2" y="11"/>
                  </a:lnTo>
                  <a:lnTo>
                    <a:pt x="4" y="5"/>
                  </a:lnTo>
                  <a:lnTo>
                    <a:pt x="6" y="5"/>
                  </a:lnTo>
                  <a:lnTo>
                    <a:pt x="6" y="0"/>
                  </a:lnTo>
                  <a:close/>
                </a:path>
              </a:pathLst>
            </a:custGeom>
            <a:solidFill>
              <a:srgbClr val="E6E6E6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476" name="Google Shape;476;p1"/>
            <p:cNvSpPr/>
            <p:nvPr/>
          </p:nvSpPr>
          <p:spPr>
            <a:xfrm>
              <a:off x="4116" y="3416"/>
              <a:ext cx="3" cy="5"/>
            </a:xfrm>
            <a:custGeom>
              <a:avLst/>
              <a:gdLst/>
              <a:ahLst/>
              <a:cxnLst/>
              <a:rect l="l" t="t" r="r" b="b"/>
              <a:pathLst>
                <a:path w="4" h="11" extrusionOk="0">
                  <a:moveTo>
                    <a:pt x="4" y="0"/>
                  </a:moveTo>
                  <a:lnTo>
                    <a:pt x="2" y="0"/>
                  </a:lnTo>
                  <a:lnTo>
                    <a:pt x="0" y="6"/>
                  </a:lnTo>
                  <a:lnTo>
                    <a:pt x="0" y="11"/>
                  </a:lnTo>
                  <a:lnTo>
                    <a:pt x="2" y="11"/>
                  </a:lnTo>
                  <a:lnTo>
                    <a:pt x="2" y="7"/>
                  </a:lnTo>
                  <a:lnTo>
                    <a:pt x="4" y="6"/>
                  </a:lnTo>
                  <a:lnTo>
                    <a:pt x="4" y="0"/>
                  </a:lnTo>
                  <a:close/>
                </a:path>
              </a:pathLst>
            </a:custGeom>
            <a:solidFill>
              <a:srgbClr val="E6E6E6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477" name="Google Shape;477;p1"/>
            <p:cNvSpPr/>
            <p:nvPr/>
          </p:nvSpPr>
          <p:spPr>
            <a:xfrm>
              <a:off x="4117" y="3418"/>
              <a:ext cx="2" cy="3"/>
            </a:xfrm>
            <a:custGeom>
              <a:avLst/>
              <a:gdLst/>
              <a:ahLst/>
              <a:cxnLst/>
              <a:rect l="l" t="t" r="r" b="b"/>
              <a:pathLst>
                <a:path w="2" h="5" extrusionOk="0">
                  <a:moveTo>
                    <a:pt x="2" y="0"/>
                  </a:moveTo>
                  <a:lnTo>
                    <a:pt x="0" y="1"/>
                  </a:lnTo>
                  <a:lnTo>
                    <a:pt x="0" y="5"/>
                  </a:lnTo>
                  <a:lnTo>
                    <a:pt x="2" y="5"/>
                  </a:lnTo>
                  <a:lnTo>
                    <a:pt x="2" y="5"/>
                  </a:lnTo>
                  <a:lnTo>
                    <a:pt x="2" y="0"/>
                  </a:lnTo>
                  <a:close/>
                </a:path>
              </a:pathLst>
            </a:custGeom>
            <a:solidFill>
              <a:srgbClr val="E6E6E6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478" name="Google Shape;478;p1"/>
            <p:cNvSpPr/>
            <p:nvPr/>
          </p:nvSpPr>
          <p:spPr>
            <a:xfrm>
              <a:off x="4070" y="3294"/>
              <a:ext cx="49" cy="127"/>
            </a:xfrm>
            <a:custGeom>
              <a:avLst/>
              <a:gdLst/>
              <a:ahLst/>
              <a:cxnLst/>
              <a:rect l="l" t="t" r="r" b="b"/>
              <a:pathLst>
                <a:path w="56" h="214" extrusionOk="0">
                  <a:moveTo>
                    <a:pt x="27" y="214"/>
                  </a:moveTo>
                  <a:lnTo>
                    <a:pt x="34" y="210"/>
                  </a:lnTo>
                  <a:lnTo>
                    <a:pt x="41" y="202"/>
                  </a:lnTo>
                  <a:lnTo>
                    <a:pt x="47" y="186"/>
                  </a:lnTo>
                  <a:lnTo>
                    <a:pt x="50" y="167"/>
                  </a:lnTo>
                  <a:lnTo>
                    <a:pt x="54" y="144"/>
                  </a:lnTo>
                  <a:lnTo>
                    <a:pt x="56" y="120"/>
                  </a:lnTo>
                  <a:lnTo>
                    <a:pt x="56" y="94"/>
                  </a:lnTo>
                  <a:lnTo>
                    <a:pt x="54" y="70"/>
                  </a:lnTo>
                  <a:lnTo>
                    <a:pt x="50" y="45"/>
                  </a:lnTo>
                  <a:lnTo>
                    <a:pt x="47" y="26"/>
                  </a:lnTo>
                  <a:lnTo>
                    <a:pt x="41" y="13"/>
                  </a:lnTo>
                  <a:lnTo>
                    <a:pt x="34" y="4"/>
                  </a:lnTo>
                  <a:lnTo>
                    <a:pt x="27" y="0"/>
                  </a:lnTo>
                  <a:lnTo>
                    <a:pt x="21" y="4"/>
                  </a:lnTo>
                  <a:lnTo>
                    <a:pt x="14" y="13"/>
                  </a:lnTo>
                  <a:lnTo>
                    <a:pt x="9" y="26"/>
                  </a:lnTo>
                  <a:lnTo>
                    <a:pt x="5" y="45"/>
                  </a:lnTo>
                  <a:lnTo>
                    <a:pt x="1" y="70"/>
                  </a:lnTo>
                  <a:lnTo>
                    <a:pt x="0" y="94"/>
                  </a:lnTo>
                  <a:lnTo>
                    <a:pt x="0" y="120"/>
                  </a:lnTo>
                  <a:lnTo>
                    <a:pt x="1" y="144"/>
                  </a:lnTo>
                  <a:lnTo>
                    <a:pt x="5" y="167"/>
                  </a:lnTo>
                  <a:lnTo>
                    <a:pt x="9" y="186"/>
                  </a:lnTo>
                  <a:lnTo>
                    <a:pt x="14" y="202"/>
                  </a:lnTo>
                  <a:lnTo>
                    <a:pt x="21" y="210"/>
                  </a:lnTo>
                  <a:lnTo>
                    <a:pt x="27" y="214"/>
                  </a:lnTo>
                  <a:close/>
                </a:path>
              </a:pathLst>
            </a:custGeom>
            <a:solidFill>
              <a:srgbClr val="000000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479" name="Google Shape;479;p1"/>
            <p:cNvSpPr/>
            <p:nvPr/>
          </p:nvSpPr>
          <p:spPr>
            <a:xfrm>
              <a:off x="4070" y="3294"/>
              <a:ext cx="49" cy="127"/>
            </a:xfrm>
            <a:custGeom>
              <a:avLst/>
              <a:gdLst/>
              <a:ahLst/>
              <a:cxnLst/>
              <a:rect l="l" t="t" r="r" b="b"/>
              <a:pathLst>
                <a:path w="56" h="214" extrusionOk="0">
                  <a:moveTo>
                    <a:pt x="56" y="0"/>
                  </a:moveTo>
                  <a:lnTo>
                    <a:pt x="48" y="2"/>
                  </a:lnTo>
                  <a:lnTo>
                    <a:pt x="41" y="7"/>
                  </a:lnTo>
                  <a:lnTo>
                    <a:pt x="36" y="14"/>
                  </a:lnTo>
                  <a:lnTo>
                    <a:pt x="28" y="25"/>
                  </a:lnTo>
                  <a:lnTo>
                    <a:pt x="23" y="39"/>
                  </a:lnTo>
                  <a:lnTo>
                    <a:pt x="18" y="54"/>
                  </a:lnTo>
                  <a:lnTo>
                    <a:pt x="14" y="72"/>
                  </a:lnTo>
                  <a:lnTo>
                    <a:pt x="9" y="92"/>
                  </a:lnTo>
                  <a:lnTo>
                    <a:pt x="7" y="115"/>
                  </a:lnTo>
                  <a:lnTo>
                    <a:pt x="3" y="137"/>
                  </a:lnTo>
                  <a:lnTo>
                    <a:pt x="1" y="162"/>
                  </a:lnTo>
                  <a:lnTo>
                    <a:pt x="0" y="188"/>
                  </a:lnTo>
                  <a:lnTo>
                    <a:pt x="0" y="214"/>
                  </a:lnTo>
                  <a:lnTo>
                    <a:pt x="0" y="0"/>
                  </a:lnTo>
                  <a:lnTo>
                    <a:pt x="56" y="0"/>
                  </a:lnTo>
                  <a:close/>
                </a:path>
              </a:pathLst>
            </a:custGeom>
            <a:solidFill>
              <a:srgbClr val="9A9A9A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480" name="Google Shape;480;p1"/>
            <p:cNvSpPr/>
            <p:nvPr/>
          </p:nvSpPr>
          <p:spPr>
            <a:xfrm>
              <a:off x="4070" y="3294"/>
              <a:ext cx="49" cy="127"/>
            </a:xfrm>
            <a:custGeom>
              <a:avLst/>
              <a:gdLst/>
              <a:ahLst/>
              <a:cxnLst/>
              <a:rect l="l" t="t" r="r" b="b"/>
              <a:pathLst>
                <a:path w="56" h="214" extrusionOk="0">
                  <a:moveTo>
                    <a:pt x="56" y="0"/>
                  </a:moveTo>
                  <a:lnTo>
                    <a:pt x="48" y="2"/>
                  </a:lnTo>
                  <a:lnTo>
                    <a:pt x="41" y="7"/>
                  </a:lnTo>
                  <a:lnTo>
                    <a:pt x="36" y="14"/>
                  </a:lnTo>
                  <a:lnTo>
                    <a:pt x="28" y="25"/>
                  </a:lnTo>
                  <a:lnTo>
                    <a:pt x="23" y="39"/>
                  </a:lnTo>
                  <a:lnTo>
                    <a:pt x="18" y="54"/>
                  </a:lnTo>
                  <a:lnTo>
                    <a:pt x="14" y="72"/>
                  </a:lnTo>
                  <a:lnTo>
                    <a:pt x="9" y="92"/>
                  </a:lnTo>
                  <a:lnTo>
                    <a:pt x="7" y="115"/>
                  </a:lnTo>
                  <a:lnTo>
                    <a:pt x="3" y="137"/>
                  </a:lnTo>
                  <a:lnTo>
                    <a:pt x="1" y="162"/>
                  </a:lnTo>
                  <a:lnTo>
                    <a:pt x="0" y="188"/>
                  </a:lnTo>
                  <a:lnTo>
                    <a:pt x="0" y="214"/>
                  </a:lnTo>
                  <a:lnTo>
                    <a:pt x="1" y="214"/>
                  </a:lnTo>
                  <a:lnTo>
                    <a:pt x="1" y="188"/>
                  </a:lnTo>
                  <a:lnTo>
                    <a:pt x="3" y="163"/>
                  </a:lnTo>
                  <a:lnTo>
                    <a:pt x="5" y="139"/>
                  </a:lnTo>
                  <a:lnTo>
                    <a:pt x="7" y="117"/>
                  </a:lnTo>
                  <a:lnTo>
                    <a:pt x="10" y="96"/>
                  </a:lnTo>
                  <a:lnTo>
                    <a:pt x="14" y="75"/>
                  </a:lnTo>
                  <a:lnTo>
                    <a:pt x="19" y="58"/>
                  </a:lnTo>
                  <a:lnTo>
                    <a:pt x="25" y="42"/>
                  </a:lnTo>
                  <a:lnTo>
                    <a:pt x="30" y="30"/>
                  </a:lnTo>
                  <a:lnTo>
                    <a:pt x="36" y="19"/>
                  </a:lnTo>
                  <a:lnTo>
                    <a:pt x="43" y="11"/>
                  </a:lnTo>
                  <a:lnTo>
                    <a:pt x="48" y="7"/>
                  </a:lnTo>
                  <a:lnTo>
                    <a:pt x="56" y="6"/>
                  </a:lnTo>
                  <a:lnTo>
                    <a:pt x="56" y="0"/>
                  </a:lnTo>
                  <a:close/>
                </a:path>
              </a:pathLst>
            </a:custGeom>
            <a:solidFill>
              <a:srgbClr val="9A9A9A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481" name="Google Shape;481;p1"/>
            <p:cNvSpPr/>
            <p:nvPr/>
          </p:nvSpPr>
          <p:spPr>
            <a:xfrm>
              <a:off x="4072" y="3298"/>
              <a:ext cx="47" cy="123"/>
            </a:xfrm>
            <a:custGeom>
              <a:avLst/>
              <a:gdLst/>
              <a:ahLst/>
              <a:cxnLst/>
              <a:rect l="l" t="t" r="r" b="b"/>
              <a:pathLst>
                <a:path w="55" h="208" extrusionOk="0">
                  <a:moveTo>
                    <a:pt x="55" y="0"/>
                  </a:moveTo>
                  <a:lnTo>
                    <a:pt x="47" y="1"/>
                  </a:lnTo>
                  <a:lnTo>
                    <a:pt x="42" y="5"/>
                  </a:lnTo>
                  <a:lnTo>
                    <a:pt x="35" y="13"/>
                  </a:lnTo>
                  <a:lnTo>
                    <a:pt x="29" y="24"/>
                  </a:lnTo>
                  <a:lnTo>
                    <a:pt x="24" y="36"/>
                  </a:lnTo>
                  <a:lnTo>
                    <a:pt x="18" y="52"/>
                  </a:lnTo>
                  <a:lnTo>
                    <a:pt x="13" y="69"/>
                  </a:lnTo>
                  <a:lnTo>
                    <a:pt x="9" y="90"/>
                  </a:lnTo>
                  <a:lnTo>
                    <a:pt x="6" y="111"/>
                  </a:lnTo>
                  <a:lnTo>
                    <a:pt x="4" y="133"/>
                  </a:lnTo>
                  <a:lnTo>
                    <a:pt x="2" y="157"/>
                  </a:lnTo>
                  <a:lnTo>
                    <a:pt x="0" y="182"/>
                  </a:lnTo>
                  <a:lnTo>
                    <a:pt x="0" y="208"/>
                  </a:lnTo>
                  <a:lnTo>
                    <a:pt x="2" y="208"/>
                  </a:lnTo>
                  <a:lnTo>
                    <a:pt x="2" y="180"/>
                  </a:lnTo>
                  <a:lnTo>
                    <a:pt x="4" y="154"/>
                  </a:lnTo>
                  <a:lnTo>
                    <a:pt x="6" y="130"/>
                  </a:lnTo>
                  <a:lnTo>
                    <a:pt x="8" y="105"/>
                  </a:lnTo>
                  <a:lnTo>
                    <a:pt x="13" y="85"/>
                  </a:lnTo>
                  <a:lnTo>
                    <a:pt x="17" y="64"/>
                  </a:lnTo>
                  <a:lnTo>
                    <a:pt x="22" y="46"/>
                  </a:lnTo>
                  <a:lnTo>
                    <a:pt x="27" y="33"/>
                  </a:lnTo>
                  <a:lnTo>
                    <a:pt x="35" y="20"/>
                  </a:lnTo>
                  <a:lnTo>
                    <a:pt x="40" y="12"/>
                  </a:lnTo>
                  <a:lnTo>
                    <a:pt x="47" y="7"/>
                  </a:lnTo>
                  <a:lnTo>
                    <a:pt x="55" y="5"/>
                  </a:lnTo>
                  <a:lnTo>
                    <a:pt x="55" y="0"/>
                  </a:lnTo>
                  <a:close/>
                </a:path>
              </a:pathLst>
            </a:custGeom>
            <a:solidFill>
              <a:srgbClr val="9B9B9B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482" name="Google Shape;482;p1"/>
            <p:cNvSpPr/>
            <p:nvPr/>
          </p:nvSpPr>
          <p:spPr>
            <a:xfrm>
              <a:off x="4074" y="3300"/>
              <a:ext cx="45" cy="121"/>
            </a:xfrm>
            <a:custGeom>
              <a:avLst/>
              <a:gdLst/>
              <a:ahLst/>
              <a:cxnLst/>
              <a:rect l="l" t="t" r="r" b="b"/>
              <a:pathLst>
                <a:path w="53" h="203" extrusionOk="0">
                  <a:moveTo>
                    <a:pt x="53" y="0"/>
                  </a:moveTo>
                  <a:lnTo>
                    <a:pt x="45" y="2"/>
                  </a:lnTo>
                  <a:lnTo>
                    <a:pt x="38" y="7"/>
                  </a:lnTo>
                  <a:lnTo>
                    <a:pt x="33" y="15"/>
                  </a:lnTo>
                  <a:lnTo>
                    <a:pt x="25" y="28"/>
                  </a:lnTo>
                  <a:lnTo>
                    <a:pt x="20" y="41"/>
                  </a:lnTo>
                  <a:lnTo>
                    <a:pt x="15" y="59"/>
                  </a:lnTo>
                  <a:lnTo>
                    <a:pt x="11" y="80"/>
                  </a:lnTo>
                  <a:lnTo>
                    <a:pt x="6" y="100"/>
                  </a:lnTo>
                  <a:lnTo>
                    <a:pt x="4" y="125"/>
                  </a:lnTo>
                  <a:lnTo>
                    <a:pt x="2" y="149"/>
                  </a:lnTo>
                  <a:lnTo>
                    <a:pt x="0" y="175"/>
                  </a:lnTo>
                  <a:lnTo>
                    <a:pt x="0" y="203"/>
                  </a:lnTo>
                  <a:lnTo>
                    <a:pt x="0" y="203"/>
                  </a:lnTo>
                  <a:lnTo>
                    <a:pt x="2" y="177"/>
                  </a:lnTo>
                  <a:lnTo>
                    <a:pt x="2" y="151"/>
                  </a:lnTo>
                  <a:lnTo>
                    <a:pt x="4" y="126"/>
                  </a:lnTo>
                  <a:lnTo>
                    <a:pt x="7" y="104"/>
                  </a:lnTo>
                  <a:lnTo>
                    <a:pt x="11" y="81"/>
                  </a:lnTo>
                  <a:lnTo>
                    <a:pt x="16" y="62"/>
                  </a:lnTo>
                  <a:lnTo>
                    <a:pt x="20" y="45"/>
                  </a:lnTo>
                  <a:lnTo>
                    <a:pt x="27" y="31"/>
                  </a:lnTo>
                  <a:lnTo>
                    <a:pt x="33" y="21"/>
                  </a:lnTo>
                  <a:lnTo>
                    <a:pt x="38" y="12"/>
                  </a:lnTo>
                  <a:lnTo>
                    <a:pt x="45" y="7"/>
                  </a:lnTo>
                  <a:lnTo>
                    <a:pt x="53" y="5"/>
                  </a:lnTo>
                  <a:lnTo>
                    <a:pt x="53" y="0"/>
                  </a:lnTo>
                  <a:close/>
                </a:path>
              </a:pathLst>
            </a:custGeom>
            <a:solidFill>
              <a:srgbClr val="9D9D9D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483" name="Google Shape;483;p1"/>
            <p:cNvSpPr/>
            <p:nvPr/>
          </p:nvSpPr>
          <p:spPr>
            <a:xfrm>
              <a:off x="4074" y="3304"/>
              <a:ext cx="45" cy="117"/>
            </a:xfrm>
            <a:custGeom>
              <a:avLst/>
              <a:gdLst/>
              <a:ahLst/>
              <a:cxnLst/>
              <a:rect l="l" t="t" r="r" b="b"/>
              <a:pathLst>
                <a:path w="53" h="198" extrusionOk="0">
                  <a:moveTo>
                    <a:pt x="53" y="0"/>
                  </a:moveTo>
                  <a:lnTo>
                    <a:pt x="45" y="2"/>
                  </a:lnTo>
                  <a:lnTo>
                    <a:pt x="38" y="7"/>
                  </a:lnTo>
                  <a:lnTo>
                    <a:pt x="33" y="16"/>
                  </a:lnTo>
                  <a:lnTo>
                    <a:pt x="27" y="26"/>
                  </a:lnTo>
                  <a:lnTo>
                    <a:pt x="20" y="40"/>
                  </a:lnTo>
                  <a:lnTo>
                    <a:pt x="16" y="57"/>
                  </a:lnTo>
                  <a:lnTo>
                    <a:pt x="11" y="76"/>
                  </a:lnTo>
                  <a:lnTo>
                    <a:pt x="7" y="99"/>
                  </a:lnTo>
                  <a:lnTo>
                    <a:pt x="4" y="121"/>
                  </a:lnTo>
                  <a:lnTo>
                    <a:pt x="2" y="146"/>
                  </a:lnTo>
                  <a:lnTo>
                    <a:pt x="2" y="172"/>
                  </a:lnTo>
                  <a:lnTo>
                    <a:pt x="0" y="198"/>
                  </a:lnTo>
                  <a:lnTo>
                    <a:pt x="2" y="198"/>
                  </a:lnTo>
                  <a:lnTo>
                    <a:pt x="2" y="172"/>
                  </a:lnTo>
                  <a:lnTo>
                    <a:pt x="4" y="147"/>
                  </a:lnTo>
                  <a:lnTo>
                    <a:pt x="6" y="123"/>
                  </a:lnTo>
                  <a:lnTo>
                    <a:pt x="9" y="101"/>
                  </a:lnTo>
                  <a:lnTo>
                    <a:pt x="13" y="80"/>
                  </a:lnTo>
                  <a:lnTo>
                    <a:pt x="16" y="61"/>
                  </a:lnTo>
                  <a:lnTo>
                    <a:pt x="22" y="45"/>
                  </a:lnTo>
                  <a:lnTo>
                    <a:pt x="27" y="31"/>
                  </a:lnTo>
                  <a:lnTo>
                    <a:pt x="33" y="19"/>
                  </a:lnTo>
                  <a:lnTo>
                    <a:pt x="40" y="12"/>
                  </a:lnTo>
                  <a:lnTo>
                    <a:pt x="45" y="7"/>
                  </a:lnTo>
                  <a:lnTo>
                    <a:pt x="53" y="5"/>
                  </a:lnTo>
                  <a:lnTo>
                    <a:pt x="53" y="0"/>
                  </a:lnTo>
                  <a:close/>
                </a:path>
              </a:pathLst>
            </a:custGeom>
            <a:solidFill>
              <a:srgbClr val="9F9F9F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484" name="Google Shape;484;p1"/>
            <p:cNvSpPr/>
            <p:nvPr/>
          </p:nvSpPr>
          <p:spPr>
            <a:xfrm>
              <a:off x="4074" y="3307"/>
              <a:ext cx="45" cy="114"/>
            </a:xfrm>
            <a:custGeom>
              <a:avLst/>
              <a:gdLst/>
              <a:ahLst/>
              <a:cxnLst/>
              <a:rect l="l" t="t" r="r" b="b"/>
              <a:pathLst>
                <a:path w="51" h="193" extrusionOk="0">
                  <a:moveTo>
                    <a:pt x="51" y="0"/>
                  </a:moveTo>
                  <a:lnTo>
                    <a:pt x="43" y="2"/>
                  </a:lnTo>
                  <a:lnTo>
                    <a:pt x="38" y="7"/>
                  </a:lnTo>
                  <a:lnTo>
                    <a:pt x="31" y="14"/>
                  </a:lnTo>
                  <a:lnTo>
                    <a:pt x="25" y="26"/>
                  </a:lnTo>
                  <a:lnTo>
                    <a:pt x="20" y="40"/>
                  </a:lnTo>
                  <a:lnTo>
                    <a:pt x="14" y="56"/>
                  </a:lnTo>
                  <a:lnTo>
                    <a:pt x="11" y="75"/>
                  </a:lnTo>
                  <a:lnTo>
                    <a:pt x="7" y="96"/>
                  </a:lnTo>
                  <a:lnTo>
                    <a:pt x="4" y="118"/>
                  </a:lnTo>
                  <a:lnTo>
                    <a:pt x="2" y="142"/>
                  </a:lnTo>
                  <a:lnTo>
                    <a:pt x="0" y="167"/>
                  </a:lnTo>
                  <a:lnTo>
                    <a:pt x="0" y="193"/>
                  </a:lnTo>
                  <a:lnTo>
                    <a:pt x="2" y="193"/>
                  </a:lnTo>
                  <a:lnTo>
                    <a:pt x="2" y="168"/>
                  </a:lnTo>
                  <a:lnTo>
                    <a:pt x="4" y="144"/>
                  </a:lnTo>
                  <a:lnTo>
                    <a:pt x="5" y="120"/>
                  </a:lnTo>
                  <a:lnTo>
                    <a:pt x="7" y="99"/>
                  </a:lnTo>
                  <a:lnTo>
                    <a:pt x="11" y="78"/>
                  </a:lnTo>
                  <a:lnTo>
                    <a:pt x="16" y="59"/>
                  </a:lnTo>
                  <a:lnTo>
                    <a:pt x="20" y="44"/>
                  </a:lnTo>
                  <a:lnTo>
                    <a:pt x="25" y="30"/>
                  </a:lnTo>
                  <a:lnTo>
                    <a:pt x="31" y="19"/>
                  </a:lnTo>
                  <a:lnTo>
                    <a:pt x="38" y="12"/>
                  </a:lnTo>
                  <a:lnTo>
                    <a:pt x="43" y="7"/>
                  </a:lnTo>
                  <a:lnTo>
                    <a:pt x="51" y="5"/>
                  </a:lnTo>
                  <a:lnTo>
                    <a:pt x="51" y="0"/>
                  </a:lnTo>
                  <a:close/>
                </a:path>
              </a:pathLst>
            </a:custGeom>
            <a:solidFill>
              <a:srgbClr val="A1A1A1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485" name="Google Shape;485;p1"/>
            <p:cNvSpPr/>
            <p:nvPr/>
          </p:nvSpPr>
          <p:spPr>
            <a:xfrm>
              <a:off x="4075" y="3309"/>
              <a:ext cx="44" cy="112"/>
            </a:xfrm>
            <a:custGeom>
              <a:avLst/>
              <a:gdLst/>
              <a:ahLst/>
              <a:cxnLst/>
              <a:rect l="l" t="t" r="r" b="b"/>
              <a:pathLst>
                <a:path w="49" h="188" extrusionOk="0">
                  <a:moveTo>
                    <a:pt x="49" y="0"/>
                  </a:moveTo>
                  <a:lnTo>
                    <a:pt x="41" y="2"/>
                  </a:lnTo>
                  <a:lnTo>
                    <a:pt x="36" y="7"/>
                  </a:lnTo>
                  <a:lnTo>
                    <a:pt x="29" y="14"/>
                  </a:lnTo>
                  <a:lnTo>
                    <a:pt x="23" y="25"/>
                  </a:lnTo>
                  <a:lnTo>
                    <a:pt x="18" y="39"/>
                  </a:lnTo>
                  <a:lnTo>
                    <a:pt x="14" y="54"/>
                  </a:lnTo>
                  <a:lnTo>
                    <a:pt x="9" y="73"/>
                  </a:lnTo>
                  <a:lnTo>
                    <a:pt x="5" y="94"/>
                  </a:lnTo>
                  <a:lnTo>
                    <a:pt x="3" y="115"/>
                  </a:lnTo>
                  <a:lnTo>
                    <a:pt x="2" y="139"/>
                  </a:lnTo>
                  <a:lnTo>
                    <a:pt x="0" y="163"/>
                  </a:lnTo>
                  <a:lnTo>
                    <a:pt x="0" y="188"/>
                  </a:lnTo>
                  <a:lnTo>
                    <a:pt x="2" y="188"/>
                  </a:lnTo>
                  <a:lnTo>
                    <a:pt x="2" y="163"/>
                  </a:lnTo>
                  <a:lnTo>
                    <a:pt x="2" y="141"/>
                  </a:lnTo>
                  <a:lnTo>
                    <a:pt x="5" y="118"/>
                  </a:lnTo>
                  <a:lnTo>
                    <a:pt x="7" y="96"/>
                  </a:lnTo>
                  <a:lnTo>
                    <a:pt x="11" y="77"/>
                  </a:lnTo>
                  <a:lnTo>
                    <a:pt x="14" y="59"/>
                  </a:lnTo>
                  <a:lnTo>
                    <a:pt x="20" y="44"/>
                  </a:lnTo>
                  <a:lnTo>
                    <a:pt x="25" y="30"/>
                  </a:lnTo>
                  <a:lnTo>
                    <a:pt x="30" y="19"/>
                  </a:lnTo>
                  <a:lnTo>
                    <a:pt x="36" y="11"/>
                  </a:lnTo>
                  <a:lnTo>
                    <a:pt x="41" y="7"/>
                  </a:lnTo>
                  <a:lnTo>
                    <a:pt x="49" y="6"/>
                  </a:lnTo>
                  <a:lnTo>
                    <a:pt x="49" y="0"/>
                  </a:lnTo>
                  <a:close/>
                </a:path>
              </a:pathLst>
            </a:custGeom>
            <a:solidFill>
              <a:srgbClr val="A3A3A3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486" name="Google Shape;486;p1"/>
            <p:cNvSpPr/>
            <p:nvPr/>
          </p:nvSpPr>
          <p:spPr>
            <a:xfrm>
              <a:off x="4077" y="3313"/>
              <a:ext cx="42" cy="108"/>
            </a:xfrm>
            <a:custGeom>
              <a:avLst/>
              <a:gdLst/>
              <a:ahLst/>
              <a:cxnLst/>
              <a:rect l="l" t="t" r="r" b="b"/>
              <a:pathLst>
                <a:path w="47" h="182" extrusionOk="0">
                  <a:moveTo>
                    <a:pt x="47" y="0"/>
                  </a:moveTo>
                  <a:lnTo>
                    <a:pt x="39" y="1"/>
                  </a:lnTo>
                  <a:lnTo>
                    <a:pt x="34" y="5"/>
                  </a:lnTo>
                  <a:lnTo>
                    <a:pt x="28" y="13"/>
                  </a:lnTo>
                  <a:lnTo>
                    <a:pt x="23" y="24"/>
                  </a:lnTo>
                  <a:lnTo>
                    <a:pt x="18" y="38"/>
                  </a:lnTo>
                  <a:lnTo>
                    <a:pt x="12" y="53"/>
                  </a:lnTo>
                  <a:lnTo>
                    <a:pt x="9" y="71"/>
                  </a:lnTo>
                  <a:lnTo>
                    <a:pt x="5" y="90"/>
                  </a:lnTo>
                  <a:lnTo>
                    <a:pt x="3" y="112"/>
                  </a:lnTo>
                  <a:lnTo>
                    <a:pt x="0" y="135"/>
                  </a:lnTo>
                  <a:lnTo>
                    <a:pt x="0" y="157"/>
                  </a:lnTo>
                  <a:lnTo>
                    <a:pt x="0" y="182"/>
                  </a:lnTo>
                  <a:lnTo>
                    <a:pt x="0" y="182"/>
                  </a:lnTo>
                  <a:lnTo>
                    <a:pt x="1" y="157"/>
                  </a:lnTo>
                  <a:lnTo>
                    <a:pt x="1" y="135"/>
                  </a:lnTo>
                  <a:lnTo>
                    <a:pt x="3" y="114"/>
                  </a:lnTo>
                  <a:lnTo>
                    <a:pt x="7" y="93"/>
                  </a:lnTo>
                  <a:lnTo>
                    <a:pt x="10" y="74"/>
                  </a:lnTo>
                  <a:lnTo>
                    <a:pt x="14" y="57"/>
                  </a:lnTo>
                  <a:lnTo>
                    <a:pt x="18" y="41"/>
                  </a:lnTo>
                  <a:lnTo>
                    <a:pt x="23" y="29"/>
                  </a:lnTo>
                  <a:lnTo>
                    <a:pt x="28" y="19"/>
                  </a:lnTo>
                  <a:lnTo>
                    <a:pt x="34" y="10"/>
                  </a:lnTo>
                  <a:lnTo>
                    <a:pt x="39" y="7"/>
                  </a:lnTo>
                  <a:lnTo>
                    <a:pt x="47" y="5"/>
                  </a:lnTo>
                  <a:lnTo>
                    <a:pt x="47" y="0"/>
                  </a:lnTo>
                  <a:close/>
                </a:path>
              </a:pathLst>
            </a:custGeom>
            <a:solidFill>
              <a:srgbClr val="A5A5A5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487" name="Google Shape;487;p1"/>
            <p:cNvSpPr/>
            <p:nvPr/>
          </p:nvSpPr>
          <p:spPr>
            <a:xfrm>
              <a:off x="4077" y="3315"/>
              <a:ext cx="42" cy="106"/>
            </a:xfrm>
            <a:custGeom>
              <a:avLst/>
              <a:gdLst/>
              <a:ahLst/>
              <a:cxnLst/>
              <a:rect l="l" t="t" r="r" b="b"/>
              <a:pathLst>
                <a:path w="47" h="177" extrusionOk="0">
                  <a:moveTo>
                    <a:pt x="47" y="0"/>
                  </a:moveTo>
                  <a:lnTo>
                    <a:pt x="39" y="2"/>
                  </a:lnTo>
                  <a:lnTo>
                    <a:pt x="34" y="5"/>
                  </a:lnTo>
                  <a:lnTo>
                    <a:pt x="28" y="14"/>
                  </a:lnTo>
                  <a:lnTo>
                    <a:pt x="23" y="24"/>
                  </a:lnTo>
                  <a:lnTo>
                    <a:pt x="18" y="36"/>
                  </a:lnTo>
                  <a:lnTo>
                    <a:pt x="14" y="52"/>
                  </a:lnTo>
                  <a:lnTo>
                    <a:pt x="10" y="69"/>
                  </a:lnTo>
                  <a:lnTo>
                    <a:pt x="7" y="88"/>
                  </a:lnTo>
                  <a:lnTo>
                    <a:pt x="3" y="109"/>
                  </a:lnTo>
                  <a:lnTo>
                    <a:pt x="1" y="130"/>
                  </a:lnTo>
                  <a:lnTo>
                    <a:pt x="1" y="152"/>
                  </a:lnTo>
                  <a:lnTo>
                    <a:pt x="0" y="177"/>
                  </a:lnTo>
                  <a:lnTo>
                    <a:pt x="1" y="177"/>
                  </a:lnTo>
                  <a:lnTo>
                    <a:pt x="1" y="154"/>
                  </a:lnTo>
                  <a:lnTo>
                    <a:pt x="3" y="132"/>
                  </a:lnTo>
                  <a:lnTo>
                    <a:pt x="5" y="111"/>
                  </a:lnTo>
                  <a:lnTo>
                    <a:pt x="7" y="90"/>
                  </a:lnTo>
                  <a:lnTo>
                    <a:pt x="10" y="73"/>
                  </a:lnTo>
                  <a:lnTo>
                    <a:pt x="14" y="55"/>
                  </a:lnTo>
                  <a:lnTo>
                    <a:pt x="19" y="40"/>
                  </a:lnTo>
                  <a:lnTo>
                    <a:pt x="23" y="28"/>
                  </a:lnTo>
                  <a:lnTo>
                    <a:pt x="28" y="17"/>
                  </a:lnTo>
                  <a:lnTo>
                    <a:pt x="34" y="10"/>
                  </a:lnTo>
                  <a:lnTo>
                    <a:pt x="41" y="7"/>
                  </a:lnTo>
                  <a:lnTo>
                    <a:pt x="47" y="5"/>
                  </a:lnTo>
                  <a:lnTo>
                    <a:pt x="47" y="0"/>
                  </a:lnTo>
                  <a:close/>
                </a:path>
              </a:pathLst>
            </a:custGeom>
            <a:solidFill>
              <a:srgbClr val="A8A8A8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488" name="Google Shape;488;p1"/>
            <p:cNvSpPr/>
            <p:nvPr/>
          </p:nvSpPr>
          <p:spPr>
            <a:xfrm>
              <a:off x="4079" y="3319"/>
              <a:ext cx="40" cy="102"/>
            </a:xfrm>
            <a:custGeom>
              <a:avLst/>
              <a:gdLst/>
              <a:ahLst/>
              <a:cxnLst/>
              <a:rect l="l" t="t" r="r" b="b"/>
              <a:pathLst>
                <a:path w="46" h="172" extrusionOk="0">
                  <a:moveTo>
                    <a:pt x="46" y="0"/>
                  </a:moveTo>
                  <a:lnTo>
                    <a:pt x="40" y="2"/>
                  </a:lnTo>
                  <a:lnTo>
                    <a:pt x="33" y="5"/>
                  </a:lnTo>
                  <a:lnTo>
                    <a:pt x="27" y="12"/>
                  </a:lnTo>
                  <a:lnTo>
                    <a:pt x="22" y="23"/>
                  </a:lnTo>
                  <a:lnTo>
                    <a:pt x="18" y="35"/>
                  </a:lnTo>
                  <a:lnTo>
                    <a:pt x="13" y="50"/>
                  </a:lnTo>
                  <a:lnTo>
                    <a:pt x="9" y="68"/>
                  </a:lnTo>
                  <a:lnTo>
                    <a:pt x="6" y="85"/>
                  </a:lnTo>
                  <a:lnTo>
                    <a:pt x="4" y="106"/>
                  </a:lnTo>
                  <a:lnTo>
                    <a:pt x="2" y="127"/>
                  </a:lnTo>
                  <a:lnTo>
                    <a:pt x="0" y="149"/>
                  </a:lnTo>
                  <a:lnTo>
                    <a:pt x="0" y="172"/>
                  </a:lnTo>
                  <a:lnTo>
                    <a:pt x="2" y="172"/>
                  </a:lnTo>
                  <a:lnTo>
                    <a:pt x="2" y="147"/>
                  </a:lnTo>
                  <a:lnTo>
                    <a:pt x="4" y="125"/>
                  </a:lnTo>
                  <a:lnTo>
                    <a:pt x="6" y="102"/>
                  </a:lnTo>
                  <a:lnTo>
                    <a:pt x="9" y="82"/>
                  </a:lnTo>
                  <a:lnTo>
                    <a:pt x="13" y="62"/>
                  </a:lnTo>
                  <a:lnTo>
                    <a:pt x="17" y="45"/>
                  </a:lnTo>
                  <a:lnTo>
                    <a:pt x="22" y="31"/>
                  </a:lnTo>
                  <a:lnTo>
                    <a:pt x="27" y="21"/>
                  </a:lnTo>
                  <a:lnTo>
                    <a:pt x="33" y="12"/>
                  </a:lnTo>
                  <a:lnTo>
                    <a:pt x="38" y="7"/>
                  </a:lnTo>
                  <a:lnTo>
                    <a:pt x="46" y="5"/>
                  </a:lnTo>
                  <a:lnTo>
                    <a:pt x="46" y="0"/>
                  </a:lnTo>
                  <a:close/>
                </a:path>
              </a:pathLst>
            </a:custGeom>
            <a:solidFill>
              <a:srgbClr val="AAAAAA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489" name="Google Shape;489;p1"/>
            <p:cNvSpPr/>
            <p:nvPr/>
          </p:nvSpPr>
          <p:spPr>
            <a:xfrm>
              <a:off x="4081" y="3323"/>
              <a:ext cx="38" cy="98"/>
            </a:xfrm>
            <a:custGeom>
              <a:avLst/>
              <a:gdLst/>
              <a:ahLst/>
              <a:cxnLst/>
              <a:rect l="l" t="t" r="r" b="b"/>
              <a:pathLst>
                <a:path w="44" h="167" extrusionOk="0">
                  <a:moveTo>
                    <a:pt x="44" y="0"/>
                  </a:moveTo>
                  <a:lnTo>
                    <a:pt x="36" y="2"/>
                  </a:lnTo>
                  <a:lnTo>
                    <a:pt x="31" y="7"/>
                  </a:lnTo>
                  <a:lnTo>
                    <a:pt x="25" y="16"/>
                  </a:lnTo>
                  <a:lnTo>
                    <a:pt x="20" y="26"/>
                  </a:lnTo>
                  <a:lnTo>
                    <a:pt x="15" y="40"/>
                  </a:lnTo>
                  <a:lnTo>
                    <a:pt x="11" y="57"/>
                  </a:lnTo>
                  <a:lnTo>
                    <a:pt x="7" y="77"/>
                  </a:lnTo>
                  <a:lnTo>
                    <a:pt x="4" y="97"/>
                  </a:lnTo>
                  <a:lnTo>
                    <a:pt x="2" y="120"/>
                  </a:lnTo>
                  <a:lnTo>
                    <a:pt x="0" y="142"/>
                  </a:lnTo>
                  <a:lnTo>
                    <a:pt x="0" y="167"/>
                  </a:lnTo>
                  <a:lnTo>
                    <a:pt x="2" y="167"/>
                  </a:lnTo>
                  <a:lnTo>
                    <a:pt x="2" y="142"/>
                  </a:lnTo>
                  <a:lnTo>
                    <a:pt x="2" y="122"/>
                  </a:lnTo>
                  <a:lnTo>
                    <a:pt x="6" y="99"/>
                  </a:lnTo>
                  <a:lnTo>
                    <a:pt x="7" y="80"/>
                  </a:lnTo>
                  <a:lnTo>
                    <a:pt x="11" y="61"/>
                  </a:lnTo>
                  <a:lnTo>
                    <a:pt x="16" y="45"/>
                  </a:lnTo>
                  <a:lnTo>
                    <a:pt x="20" y="31"/>
                  </a:lnTo>
                  <a:lnTo>
                    <a:pt x="25" y="19"/>
                  </a:lnTo>
                  <a:lnTo>
                    <a:pt x="31" y="12"/>
                  </a:lnTo>
                  <a:lnTo>
                    <a:pt x="36" y="7"/>
                  </a:lnTo>
                  <a:lnTo>
                    <a:pt x="44" y="5"/>
                  </a:lnTo>
                  <a:lnTo>
                    <a:pt x="44" y="0"/>
                  </a:lnTo>
                  <a:close/>
                </a:path>
              </a:pathLst>
            </a:custGeom>
            <a:solidFill>
              <a:srgbClr val="ACACAC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490" name="Google Shape;490;p1"/>
            <p:cNvSpPr/>
            <p:nvPr/>
          </p:nvSpPr>
          <p:spPr>
            <a:xfrm>
              <a:off x="4082" y="3325"/>
              <a:ext cx="37" cy="96"/>
            </a:xfrm>
            <a:custGeom>
              <a:avLst/>
              <a:gdLst/>
              <a:ahLst/>
              <a:cxnLst/>
              <a:rect l="l" t="t" r="r" b="b"/>
              <a:pathLst>
                <a:path w="42" h="162" extrusionOk="0">
                  <a:moveTo>
                    <a:pt x="42" y="0"/>
                  </a:moveTo>
                  <a:lnTo>
                    <a:pt x="34" y="2"/>
                  </a:lnTo>
                  <a:lnTo>
                    <a:pt x="29" y="7"/>
                  </a:lnTo>
                  <a:lnTo>
                    <a:pt x="23" y="14"/>
                  </a:lnTo>
                  <a:lnTo>
                    <a:pt x="18" y="26"/>
                  </a:lnTo>
                  <a:lnTo>
                    <a:pt x="14" y="40"/>
                  </a:lnTo>
                  <a:lnTo>
                    <a:pt x="9" y="56"/>
                  </a:lnTo>
                  <a:lnTo>
                    <a:pt x="5" y="75"/>
                  </a:lnTo>
                  <a:lnTo>
                    <a:pt x="4" y="94"/>
                  </a:lnTo>
                  <a:lnTo>
                    <a:pt x="0" y="117"/>
                  </a:lnTo>
                  <a:lnTo>
                    <a:pt x="0" y="137"/>
                  </a:lnTo>
                  <a:lnTo>
                    <a:pt x="0" y="162"/>
                  </a:lnTo>
                  <a:lnTo>
                    <a:pt x="0" y="162"/>
                  </a:lnTo>
                  <a:lnTo>
                    <a:pt x="2" y="139"/>
                  </a:lnTo>
                  <a:lnTo>
                    <a:pt x="2" y="117"/>
                  </a:lnTo>
                  <a:lnTo>
                    <a:pt x="4" y="96"/>
                  </a:lnTo>
                  <a:lnTo>
                    <a:pt x="7" y="77"/>
                  </a:lnTo>
                  <a:lnTo>
                    <a:pt x="11" y="59"/>
                  </a:lnTo>
                  <a:lnTo>
                    <a:pt x="14" y="44"/>
                  </a:lnTo>
                  <a:lnTo>
                    <a:pt x="20" y="30"/>
                  </a:lnTo>
                  <a:lnTo>
                    <a:pt x="23" y="20"/>
                  </a:lnTo>
                  <a:lnTo>
                    <a:pt x="29" y="13"/>
                  </a:lnTo>
                  <a:lnTo>
                    <a:pt x="36" y="7"/>
                  </a:lnTo>
                  <a:lnTo>
                    <a:pt x="42" y="6"/>
                  </a:lnTo>
                  <a:lnTo>
                    <a:pt x="42" y="0"/>
                  </a:lnTo>
                  <a:close/>
                </a:path>
              </a:pathLst>
            </a:custGeom>
            <a:solidFill>
              <a:srgbClr val="AFAFAF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</p:grpSp>
      <p:grpSp>
        <p:nvGrpSpPr>
          <p:cNvPr id="491" name="Google Shape;491;p1"/>
          <p:cNvGrpSpPr/>
          <p:nvPr/>
        </p:nvGrpSpPr>
        <p:grpSpPr>
          <a:xfrm>
            <a:off x="3962400" y="2362200"/>
            <a:ext cx="152400" cy="457200"/>
            <a:chOff x="3969" y="3294"/>
            <a:chExt cx="164" cy="567"/>
          </a:xfrm>
        </p:grpSpPr>
        <p:sp>
          <p:nvSpPr>
            <p:cNvPr id="492" name="Google Shape;492;p1"/>
            <p:cNvSpPr/>
            <p:nvPr/>
          </p:nvSpPr>
          <p:spPr>
            <a:xfrm>
              <a:off x="3969" y="3294"/>
              <a:ext cx="164" cy="567"/>
            </a:xfrm>
            <a:custGeom>
              <a:avLst/>
              <a:gdLst/>
              <a:ahLst/>
              <a:cxnLst/>
              <a:rect l="l" t="t" r="r" b="b"/>
              <a:pathLst>
                <a:path w="188" h="953" extrusionOk="0">
                  <a:moveTo>
                    <a:pt x="188" y="873"/>
                  </a:moveTo>
                  <a:lnTo>
                    <a:pt x="94" y="953"/>
                  </a:lnTo>
                  <a:lnTo>
                    <a:pt x="0" y="873"/>
                  </a:lnTo>
                  <a:lnTo>
                    <a:pt x="94" y="0"/>
                  </a:lnTo>
                  <a:lnTo>
                    <a:pt x="188" y="873"/>
                  </a:lnTo>
                </a:path>
              </a:pathLst>
            </a:cu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493" name="Google Shape;493;p1"/>
            <p:cNvSpPr/>
            <p:nvPr/>
          </p:nvSpPr>
          <p:spPr>
            <a:xfrm>
              <a:off x="4035" y="3318"/>
              <a:ext cx="32" cy="59"/>
            </a:xfrm>
            <a:custGeom>
              <a:avLst/>
              <a:gdLst/>
              <a:ahLst/>
              <a:cxnLst/>
              <a:rect l="l" t="t" r="r" b="b"/>
              <a:pathLst>
                <a:path w="36" h="99" extrusionOk="0">
                  <a:moveTo>
                    <a:pt x="29" y="19"/>
                  </a:moveTo>
                  <a:lnTo>
                    <a:pt x="18" y="0"/>
                  </a:lnTo>
                  <a:lnTo>
                    <a:pt x="5" y="19"/>
                  </a:lnTo>
                  <a:lnTo>
                    <a:pt x="0" y="80"/>
                  </a:lnTo>
                  <a:lnTo>
                    <a:pt x="18" y="99"/>
                  </a:lnTo>
                  <a:lnTo>
                    <a:pt x="36" y="80"/>
                  </a:lnTo>
                  <a:lnTo>
                    <a:pt x="29" y="19"/>
                  </a:lnTo>
                  <a:close/>
                </a:path>
              </a:pathLst>
            </a:custGeom>
            <a:solidFill>
              <a:srgbClr val="666666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494" name="Google Shape;494;p1"/>
            <p:cNvSpPr/>
            <p:nvPr/>
          </p:nvSpPr>
          <p:spPr>
            <a:xfrm>
              <a:off x="3969" y="3767"/>
              <a:ext cx="164" cy="48"/>
            </a:xfrm>
            <a:custGeom>
              <a:avLst/>
              <a:gdLst/>
              <a:ahLst/>
              <a:cxnLst/>
              <a:rect l="l" t="t" r="r" b="b"/>
              <a:pathLst>
                <a:path w="188" h="78" extrusionOk="0">
                  <a:moveTo>
                    <a:pt x="188" y="78"/>
                  </a:moveTo>
                  <a:lnTo>
                    <a:pt x="94" y="0"/>
                  </a:lnTo>
                  <a:lnTo>
                    <a:pt x="0" y="78"/>
                  </a:lnTo>
                </a:path>
              </a:pathLst>
            </a:cu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495" name="Google Shape;495;p1"/>
            <p:cNvSpPr/>
            <p:nvPr/>
          </p:nvSpPr>
          <p:spPr>
            <a:xfrm>
              <a:off x="3969" y="3294"/>
              <a:ext cx="164" cy="567"/>
            </a:xfrm>
            <a:custGeom>
              <a:avLst/>
              <a:gdLst/>
              <a:ahLst/>
              <a:cxnLst/>
              <a:rect l="l" t="t" r="r" b="b"/>
              <a:pathLst>
                <a:path w="188" h="953" extrusionOk="0">
                  <a:moveTo>
                    <a:pt x="94" y="0"/>
                  </a:moveTo>
                  <a:lnTo>
                    <a:pt x="94" y="953"/>
                  </a:lnTo>
                  <a:lnTo>
                    <a:pt x="188" y="873"/>
                  </a:lnTo>
                  <a:lnTo>
                    <a:pt x="94" y="0"/>
                  </a:lnTo>
                  <a:lnTo>
                    <a:pt x="0" y="873"/>
                  </a:lnTo>
                  <a:lnTo>
                    <a:pt x="94" y="953"/>
                  </a:lnTo>
                </a:path>
              </a:pathLst>
            </a:cu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496" name="Google Shape;496;p1"/>
            <p:cNvSpPr/>
            <p:nvPr/>
          </p:nvSpPr>
          <p:spPr>
            <a:xfrm>
              <a:off x="4030" y="3424"/>
              <a:ext cx="42" cy="12"/>
            </a:xfrm>
            <a:custGeom>
              <a:avLst/>
              <a:gdLst/>
              <a:ahLst/>
              <a:cxnLst/>
              <a:rect l="l" t="t" r="r" b="b"/>
              <a:pathLst>
                <a:path w="47" h="19" extrusionOk="0">
                  <a:moveTo>
                    <a:pt x="47" y="0"/>
                  </a:moveTo>
                  <a:lnTo>
                    <a:pt x="24" y="19"/>
                  </a:lnTo>
                  <a:lnTo>
                    <a:pt x="0" y="0"/>
                  </a:lnTo>
                </a:path>
              </a:pathLst>
            </a:cu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497" name="Google Shape;497;p1"/>
            <p:cNvSpPr/>
            <p:nvPr/>
          </p:nvSpPr>
          <p:spPr>
            <a:xfrm>
              <a:off x="4023" y="3468"/>
              <a:ext cx="54" cy="15"/>
            </a:xfrm>
            <a:custGeom>
              <a:avLst/>
              <a:gdLst/>
              <a:ahLst/>
              <a:cxnLst/>
              <a:rect l="l" t="t" r="r" b="b"/>
              <a:pathLst>
                <a:path w="64" h="26" extrusionOk="0">
                  <a:moveTo>
                    <a:pt x="64" y="0"/>
                  </a:moveTo>
                  <a:lnTo>
                    <a:pt x="33" y="26"/>
                  </a:lnTo>
                  <a:lnTo>
                    <a:pt x="0" y="0"/>
                  </a:lnTo>
                </a:path>
              </a:pathLst>
            </a:cu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498" name="Google Shape;498;p1"/>
            <p:cNvSpPr/>
            <p:nvPr/>
          </p:nvSpPr>
          <p:spPr>
            <a:xfrm>
              <a:off x="4018" y="3510"/>
              <a:ext cx="68" cy="21"/>
            </a:xfrm>
            <a:custGeom>
              <a:avLst/>
              <a:gdLst/>
              <a:ahLst/>
              <a:cxnLst/>
              <a:rect l="l" t="t" r="r" b="b"/>
              <a:pathLst>
                <a:path w="78" h="35" extrusionOk="0">
                  <a:moveTo>
                    <a:pt x="78" y="2"/>
                  </a:moveTo>
                  <a:lnTo>
                    <a:pt x="38" y="35"/>
                  </a:lnTo>
                  <a:lnTo>
                    <a:pt x="0" y="0"/>
                  </a:lnTo>
                </a:path>
              </a:pathLst>
            </a:cu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499" name="Google Shape;499;p1"/>
            <p:cNvSpPr/>
            <p:nvPr/>
          </p:nvSpPr>
          <p:spPr>
            <a:xfrm>
              <a:off x="4009" y="3555"/>
              <a:ext cx="82" cy="23"/>
            </a:xfrm>
            <a:custGeom>
              <a:avLst/>
              <a:gdLst/>
              <a:ahLst/>
              <a:cxnLst/>
              <a:rect l="l" t="t" r="r" b="b"/>
              <a:pathLst>
                <a:path w="94" h="38" extrusionOk="0">
                  <a:moveTo>
                    <a:pt x="94" y="0"/>
                  </a:moveTo>
                  <a:lnTo>
                    <a:pt x="47" y="38"/>
                  </a:lnTo>
                  <a:lnTo>
                    <a:pt x="0" y="0"/>
                  </a:lnTo>
                </a:path>
              </a:pathLst>
            </a:cu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500" name="Google Shape;500;p1"/>
            <p:cNvSpPr/>
            <p:nvPr/>
          </p:nvSpPr>
          <p:spPr>
            <a:xfrm>
              <a:off x="4002" y="3598"/>
              <a:ext cx="96" cy="27"/>
            </a:xfrm>
            <a:custGeom>
              <a:avLst/>
              <a:gdLst/>
              <a:ahLst/>
              <a:cxnLst/>
              <a:rect l="l" t="t" r="r" b="b"/>
              <a:pathLst>
                <a:path w="110" h="46" extrusionOk="0">
                  <a:moveTo>
                    <a:pt x="110" y="0"/>
                  </a:moveTo>
                  <a:lnTo>
                    <a:pt x="56" y="46"/>
                  </a:lnTo>
                  <a:lnTo>
                    <a:pt x="0" y="0"/>
                  </a:lnTo>
                </a:path>
              </a:pathLst>
            </a:cu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501" name="Google Shape;501;p1"/>
            <p:cNvSpPr/>
            <p:nvPr/>
          </p:nvSpPr>
          <p:spPr>
            <a:xfrm>
              <a:off x="3997" y="3641"/>
              <a:ext cx="110" cy="32"/>
            </a:xfrm>
            <a:custGeom>
              <a:avLst/>
              <a:gdLst/>
              <a:ahLst/>
              <a:cxnLst/>
              <a:rect l="l" t="t" r="r" b="b"/>
              <a:pathLst>
                <a:path w="125" h="53" extrusionOk="0">
                  <a:moveTo>
                    <a:pt x="125" y="0"/>
                  </a:moveTo>
                  <a:lnTo>
                    <a:pt x="62" y="53"/>
                  </a:lnTo>
                  <a:lnTo>
                    <a:pt x="0" y="0"/>
                  </a:lnTo>
                </a:path>
              </a:pathLst>
            </a:cu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502" name="Google Shape;502;p1"/>
            <p:cNvSpPr/>
            <p:nvPr/>
          </p:nvSpPr>
          <p:spPr>
            <a:xfrm>
              <a:off x="3990" y="3684"/>
              <a:ext cx="122" cy="36"/>
            </a:xfrm>
            <a:custGeom>
              <a:avLst/>
              <a:gdLst/>
              <a:ahLst/>
              <a:cxnLst/>
              <a:rect l="l" t="t" r="r" b="b"/>
              <a:pathLst>
                <a:path w="141" h="61" extrusionOk="0">
                  <a:moveTo>
                    <a:pt x="141" y="0"/>
                  </a:moveTo>
                  <a:lnTo>
                    <a:pt x="71" y="61"/>
                  </a:lnTo>
                  <a:lnTo>
                    <a:pt x="0" y="0"/>
                  </a:lnTo>
                </a:path>
              </a:pathLst>
            </a:cu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503" name="Google Shape;503;p1"/>
            <p:cNvSpPr/>
            <p:nvPr/>
          </p:nvSpPr>
          <p:spPr>
            <a:xfrm>
              <a:off x="3981" y="3728"/>
              <a:ext cx="138" cy="39"/>
            </a:xfrm>
            <a:custGeom>
              <a:avLst/>
              <a:gdLst/>
              <a:ahLst/>
              <a:cxnLst/>
              <a:rect l="l" t="t" r="r" b="b"/>
              <a:pathLst>
                <a:path w="158" h="68" extrusionOk="0">
                  <a:moveTo>
                    <a:pt x="158" y="0"/>
                  </a:moveTo>
                  <a:lnTo>
                    <a:pt x="80" y="68"/>
                  </a:lnTo>
                  <a:lnTo>
                    <a:pt x="0" y="2"/>
                  </a:lnTo>
                </a:path>
              </a:pathLst>
            </a:cu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504" name="Google Shape;504;p1"/>
            <p:cNvSpPr/>
            <p:nvPr/>
          </p:nvSpPr>
          <p:spPr>
            <a:xfrm>
              <a:off x="3978" y="3769"/>
              <a:ext cx="148" cy="46"/>
            </a:xfrm>
            <a:custGeom>
              <a:avLst/>
              <a:gdLst/>
              <a:ahLst/>
              <a:cxnLst/>
              <a:rect l="l" t="t" r="r" b="b"/>
              <a:pathLst>
                <a:path w="172" h="75" extrusionOk="0">
                  <a:moveTo>
                    <a:pt x="172" y="2"/>
                  </a:moveTo>
                  <a:lnTo>
                    <a:pt x="85" y="75"/>
                  </a:lnTo>
                  <a:lnTo>
                    <a:pt x="0" y="0"/>
                  </a:lnTo>
                </a:path>
              </a:pathLst>
            </a:cu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505" name="Google Shape;505;p1"/>
            <p:cNvSpPr/>
            <p:nvPr/>
          </p:nvSpPr>
          <p:spPr>
            <a:xfrm>
              <a:off x="4035" y="3318"/>
              <a:ext cx="32" cy="59"/>
            </a:xfrm>
            <a:custGeom>
              <a:avLst/>
              <a:gdLst/>
              <a:ahLst/>
              <a:cxnLst/>
              <a:rect l="l" t="t" r="r" b="b"/>
              <a:pathLst>
                <a:path w="36" h="99" extrusionOk="0">
                  <a:moveTo>
                    <a:pt x="29" y="19"/>
                  </a:moveTo>
                  <a:lnTo>
                    <a:pt x="18" y="0"/>
                  </a:lnTo>
                  <a:lnTo>
                    <a:pt x="5" y="19"/>
                  </a:lnTo>
                  <a:lnTo>
                    <a:pt x="0" y="80"/>
                  </a:lnTo>
                  <a:lnTo>
                    <a:pt x="18" y="99"/>
                  </a:lnTo>
                  <a:lnTo>
                    <a:pt x="36" y="80"/>
                  </a:lnTo>
                  <a:lnTo>
                    <a:pt x="29" y="19"/>
                  </a:lnTo>
                </a:path>
              </a:pathLst>
            </a:cu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506" name="Google Shape;506;p1"/>
            <p:cNvSpPr/>
            <p:nvPr/>
          </p:nvSpPr>
          <p:spPr>
            <a:xfrm>
              <a:off x="4070" y="3294"/>
              <a:ext cx="49" cy="127"/>
            </a:xfrm>
            <a:custGeom>
              <a:avLst/>
              <a:gdLst/>
              <a:ahLst/>
              <a:cxnLst/>
              <a:rect l="l" t="t" r="r" b="b"/>
              <a:pathLst>
                <a:path w="56" h="214" extrusionOk="0">
                  <a:moveTo>
                    <a:pt x="56" y="0"/>
                  </a:moveTo>
                  <a:lnTo>
                    <a:pt x="48" y="2"/>
                  </a:lnTo>
                  <a:lnTo>
                    <a:pt x="41" y="7"/>
                  </a:lnTo>
                  <a:lnTo>
                    <a:pt x="36" y="14"/>
                  </a:lnTo>
                  <a:lnTo>
                    <a:pt x="28" y="25"/>
                  </a:lnTo>
                  <a:lnTo>
                    <a:pt x="23" y="39"/>
                  </a:lnTo>
                  <a:lnTo>
                    <a:pt x="18" y="54"/>
                  </a:lnTo>
                  <a:lnTo>
                    <a:pt x="14" y="72"/>
                  </a:lnTo>
                  <a:lnTo>
                    <a:pt x="9" y="92"/>
                  </a:lnTo>
                  <a:lnTo>
                    <a:pt x="7" y="115"/>
                  </a:lnTo>
                  <a:lnTo>
                    <a:pt x="3" y="137"/>
                  </a:lnTo>
                  <a:lnTo>
                    <a:pt x="1" y="162"/>
                  </a:lnTo>
                  <a:lnTo>
                    <a:pt x="0" y="188"/>
                  </a:lnTo>
                  <a:lnTo>
                    <a:pt x="0" y="214"/>
                  </a:lnTo>
                  <a:lnTo>
                    <a:pt x="0" y="0"/>
                  </a:lnTo>
                  <a:lnTo>
                    <a:pt x="56" y="0"/>
                  </a:lnTo>
                  <a:close/>
                </a:path>
              </a:pathLst>
            </a:custGeom>
            <a:solidFill>
              <a:srgbClr val="9A9A9A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507" name="Google Shape;507;p1"/>
            <p:cNvSpPr/>
            <p:nvPr/>
          </p:nvSpPr>
          <p:spPr>
            <a:xfrm>
              <a:off x="4070" y="3294"/>
              <a:ext cx="49" cy="127"/>
            </a:xfrm>
            <a:custGeom>
              <a:avLst/>
              <a:gdLst/>
              <a:ahLst/>
              <a:cxnLst/>
              <a:rect l="l" t="t" r="r" b="b"/>
              <a:pathLst>
                <a:path w="56" h="214" extrusionOk="0">
                  <a:moveTo>
                    <a:pt x="56" y="0"/>
                  </a:moveTo>
                  <a:lnTo>
                    <a:pt x="48" y="2"/>
                  </a:lnTo>
                  <a:lnTo>
                    <a:pt x="41" y="7"/>
                  </a:lnTo>
                  <a:lnTo>
                    <a:pt x="36" y="14"/>
                  </a:lnTo>
                  <a:lnTo>
                    <a:pt x="28" y="25"/>
                  </a:lnTo>
                  <a:lnTo>
                    <a:pt x="23" y="39"/>
                  </a:lnTo>
                  <a:lnTo>
                    <a:pt x="18" y="54"/>
                  </a:lnTo>
                  <a:lnTo>
                    <a:pt x="14" y="72"/>
                  </a:lnTo>
                  <a:lnTo>
                    <a:pt x="9" y="92"/>
                  </a:lnTo>
                  <a:lnTo>
                    <a:pt x="7" y="115"/>
                  </a:lnTo>
                  <a:lnTo>
                    <a:pt x="3" y="137"/>
                  </a:lnTo>
                  <a:lnTo>
                    <a:pt x="1" y="162"/>
                  </a:lnTo>
                  <a:lnTo>
                    <a:pt x="0" y="188"/>
                  </a:lnTo>
                  <a:lnTo>
                    <a:pt x="0" y="214"/>
                  </a:lnTo>
                  <a:lnTo>
                    <a:pt x="1" y="214"/>
                  </a:lnTo>
                  <a:lnTo>
                    <a:pt x="1" y="188"/>
                  </a:lnTo>
                  <a:lnTo>
                    <a:pt x="3" y="163"/>
                  </a:lnTo>
                  <a:lnTo>
                    <a:pt x="5" y="139"/>
                  </a:lnTo>
                  <a:lnTo>
                    <a:pt x="7" y="117"/>
                  </a:lnTo>
                  <a:lnTo>
                    <a:pt x="10" y="96"/>
                  </a:lnTo>
                  <a:lnTo>
                    <a:pt x="14" y="75"/>
                  </a:lnTo>
                  <a:lnTo>
                    <a:pt x="19" y="58"/>
                  </a:lnTo>
                  <a:lnTo>
                    <a:pt x="25" y="42"/>
                  </a:lnTo>
                  <a:lnTo>
                    <a:pt x="30" y="30"/>
                  </a:lnTo>
                  <a:lnTo>
                    <a:pt x="36" y="19"/>
                  </a:lnTo>
                  <a:lnTo>
                    <a:pt x="43" y="11"/>
                  </a:lnTo>
                  <a:lnTo>
                    <a:pt x="48" y="7"/>
                  </a:lnTo>
                  <a:lnTo>
                    <a:pt x="56" y="6"/>
                  </a:lnTo>
                  <a:lnTo>
                    <a:pt x="56" y="0"/>
                  </a:lnTo>
                  <a:close/>
                </a:path>
              </a:pathLst>
            </a:custGeom>
            <a:solidFill>
              <a:srgbClr val="9A9A9A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508" name="Google Shape;508;p1"/>
            <p:cNvSpPr/>
            <p:nvPr/>
          </p:nvSpPr>
          <p:spPr>
            <a:xfrm>
              <a:off x="4072" y="3298"/>
              <a:ext cx="47" cy="123"/>
            </a:xfrm>
            <a:custGeom>
              <a:avLst/>
              <a:gdLst/>
              <a:ahLst/>
              <a:cxnLst/>
              <a:rect l="l" t="t" r="r" b="b"/>
              <a:pathLst>
                <a:path w="55" h="208" extrusionOk="0">
                  <a:moveTo>
                    <a:pt x="55" y="0"/>
                  </a:moveTo>
                  <a:lnTo>
                    <a:pt x="47" y="1"/>
                  </a:lnTo>
                  <a:lnTo>
                    <a:pt x="42" y="5"/>
                  </a:lnTo>
                  <a:lnTo>
                    <a:pt x="35" y="13"/>
                  </a:lnTo>
                  <a:lnTo>
                    <a:pt x="29" y="24"/>
                  </a:lnTo>
                  <a:lnTo>
                    <a:pt x="24" y="36"/>
                  </a:lnTo>
                  <a:lnTo>
                    <a:pt x="18" y="52"/>
                  </a:lnTo>
                  <a:lnTo>
                    <a:pt x="13" y="69"/>
                  </a:lnTo>
                  <a:lnTo>
                    <a:pt x="9" y="90"/>
                  </a:lnTo>
                  <a:lnTo>
                    <a:pt x="6" y="111"/>
                  </a:lnTo>
                  <a:lnTo>
                    <a:pt x="4" y="133"/>
                  </a:lnTo>
                  <a:lnTo>
                    <a:pt x="2" y="157"/>
                  </a:lnTo>
                  <a:lnTo>
                    <a:pt x="0" y="182"/>
                  </a:lnTo>
                  <a:lnTo>
                    <a:pt x="0" y="208"/>
                  </a:lnTo>
                  <a:lnTo>
                    <a:pt x="2" y="208"/>
                  </a:lnTo>
                  <a:lnTo>
                    <a:pt x="2" y="180"/>
                  </a:lnTo>
                  <a:lnTo>
                    <a:pt x="4" y="154"/>
                  </a:lnTo>
                  <a:lnTo>
                    <a:pt x="6" y="130"/>
                  </a:lnTo>
                  <a:lnTo>
                    <a:pt x="8" y="105"/>
                  </a:lnTo>
                  <a:lnTo>
                    <a:pt x="13" y="85"/>
                  </a:lnTo>
                  <a:lnTo>
                    <a:pt x="17" y="64"/>
                  </a:lnTo>
                  <a:lnTo>
                    <a:pt x="22" y="46"/>
                  </a:lnTo>
                  <a:lnTo>
                    <a:pt x="27" y="33"/>
                  </a:lnTo>
                  <a:lnTo>
                    <a:pt x="35" y="20"/>
                  </a:lnTo>
                  <a:lnTo>
                    <a:pt x="40" y="12"/>
                  </a:lnTo>
                  <a:lnTo>
                    <a:pt x="47" y="7"/>
                  </a:lnTo>
                  <a:lnTo>
                    <a:pt x="55" y="5"/>
                  </a:lnTo>
                  <a:lnTo>
                    <a:pt x="55" y="0"/>
                  </a:lnTo>
                  <a:close/>
                </a:path>
              </a:pathLst>
            </a:custGeom>
            <a:solidFill>
              <a:srgbClr val="9B9B9B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509" name="Google Shape;509;p1"/>
            <p:cNvSpPr/>
            <p:nvPr/>
          </p:nvSpPr>
          <p:spPr>
            <a:xfrm>
              <a:off x="4074" y="3300"/>
              <a:ext cx="45" cy="121"/>
            </a:xfrm>
            <a:custGeom>
              <a:avLst/>
              <a:gdLst/>
              <a:ahLst/>
              <a:cxnLst/>
              <a:rect l="l" t="t" r="r" b="b"/>
              <a:pathLst>
                <a:path w="53" h="203" extrusionOk="0">
                  <a:moveTo>
                    <a:pt x="53" y="0"/>
                  </a:moveTo>
                  <a:lnTo>
                    <a:pt x="45" y="2"/>
                  </a:lnTo>
                  <a:lnTo>
                    <a:pt x="38" y="7"/>
                  </a:lnTo>
                  <a:lnTo>
                    <a:pt x="33" y="15"/>
                  </a:lnTo>
                  <a:lnTo>
                    <a:pt x="25" y="28"/>
                  </a:lnTo>
                  <a:lnTo>
                    <a:pt x="20" y="41"/>
                  </a:lnTo>
                  <a:lnTo>
                    <a:pt x="15" y="59"/>
                  </a:lnTo>
                  <a:lnTo>
                    <a:pt x="11" y="80"/>
                  </a:lnTo>
                  <a:lnTo>
                    <a:pt x="6" y="100"/>
                  </a:lnTo>
                  <a:lnTo>
                    <a:pt x="4" y="125"/>
                  </a:lnTo>
                  <a:lnTo>
                    <a:pt x="2" y="149"/>
                  </a:lnTo>
                  <a:lnTo>
                    <a:pt x="0" y="175"/>
                  </a:lnTo>
                  <a:lnTo>
                    <a:pt x="0" y="203"/>
                  </a:lnTo>
                  <a:lnTo>
                    <a:pt x="0" y="203"/>
                  </a:lnTo>
                  <a:lnTo>
                    <a:pt x="2" y="177"/>
                  </a:lnTo>
                  <a:lnTo>
                    <a:pt x="2" y="151"/>
                  </a:lnTo>
                  <a:lnTo>
                    <a:pt x="4" y="126"/>
                  </a:lnTo>
                  <a:lnTo>
                    <a:pt x="7" y="104"/>
                  </a:lnTo>
                  <a:lnTo>
                    <a:pt x="11" y="81"/>
                  </a:lnTo>
                  <a:lnTo>
                    <a:pt x="16" y="62"/>
                  </a:lnTo>
                  <a:lnTo>
                    <a:pt x="20" y="45"/>
                  </a:lnTo>
                  <a:lnTo>
                    <a:pt x="27" y="31"/>
                  </a:lnTo>
                  <a:lnTo>
                    <a:pt x="33" y="21"/>
                  </a:lnTo>
                  <a:lnTo>
                    <a:pt x="38" y="12"/>
                  </a:lnTo>
                  <a:lnTo>
                    <a:pt x="45" y="7"/>
                  </a:lnTo>
                  <a:lnTo>
                    <a:pt x="53" y="5"/>
                  </a:lnTo>
                  <a:lnTo>
                    <a:pt x="53" y="0"/>
                  </a:lnTo>
                  <a:close/>
                </a:path>
              </a:pathLst>
            </a:custGeom>
            <a:solidFill>
              <a:srgbClr val="9D9D9D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510" name="Google Shape;510;p1"/>
            <p:cNvSpPr/>
            <p:nvPr/>
          </p:nvSpPr>
          <p:spPr>
            <a:xfrm>
              <a:off x="4074" y="3304"/>
              <a:ext cx="45" cy="117"/>
            </a:xfrm>
            <a:custGeom>
              <a:avLst/>
              <a:gdLst/>
              <a:ahLst/>
              <a:cxnLst/>
              <a:rect l="l" t="t" r="r" b="b"/>
              <a:pathLst>
                <a:path w="53" h="198" extrusionOk="0">
                  <a:moveTo>
                    <a:pt x="53" y="0"/>
                  </a:moveTo>
                  <a:lnTo>
                    <a:pt x="45" y="2"/>
                  </a:lnTo>
                  <a:lnTo>
                    <a:pt x="38" y="7"/>
                  </a:lnTo>
                  <a:lnTo>
                    <a:pt x="33" y="16"/>
                  </a:lnTo>
                  <a:lnTo>
                    <a:pt x="27" y="26"/>
                  </a:lnTo>
                  <a:lnTo>
                    <a:pt x="20" y="40"/>
                  </a:lnTo>
                  <a:lnTo>
                    <a:pt x="16" y="57"/>
                  </a:lnTo>
                  <a:lnTo>
                    <a:pt x="11" y="76"/>
                  </a:lnTo>
                  <a:lnTo>
                    <a:pt x="7" y="99"/>
                  </a:lnTo>
                  <a:lnTo>
                    <a:pt x="4" y="121"/>
                  </a:lnTo>
                  <a:lnTo>
                    <a:pt x="2" y="146"/>
                  </a:lnTo>
                  <a:lnTo>
                    <a:pt x="2" y="172"/>
                  </a:lnTo>
                  <a:lnTo>
                    <a:pt x="0" y="198"/>
                  </a:lnTo>
                  <a:lnTo>
                    <a:pt x="2" y="198"/>
                  </a:lnTo>
                  <a:lnTo>
                    <a:pt x="2" y="172"/>
                  </a:lnTo>
                  <a:lnTo>
                    <a:pt x="4" y="147"/>
                  </a:lnTo>
                  <a:lnTo>
                    <a:pt x="6" y="123"/>
                  </a:lnTo>
                  <a:lnTo>
                    <a:pt x="9" y="101"/>
                  </a:lnTo>
                  <a:lnTo>
                    <a:pt x="13" y="80"/>
                  </a:lnTo>
                  <a:lnTo>
                    <a:pt x="16" y="61"/>
                  </a:lnTo>
                  <a:lnTo>
                    <a:pt x="22" y="45"/>
                  </a:lnTo>
                  <a:lnTo>
                    <a:pt x="27" y="31"/>
                  </a:lnTo>
                  <a:lnTo>
                    <a:pt x="33" y="19"/>
                  </a:lnTo>
                  <a:lnTo>
                    <a:pt x="40" y="12"/>
                  </a:lnTo>
                  <a:lnTo>
                    <a:pt x="45" y="7"/>
                  </a:lnTo>
                  <a:lnTo>
                    <a:pt x="53" y="5"/>
                  </a:lnTo>
                  <a:lnTo>
                    <a:pt x="53" y="0"/>
                  </a:lnTo>
                  <a:close/>
                </a:path>
              </a:pathLst>
            </a:custGeom>
            <a:solidFill>
              <a:srgbClr val="9F9F9F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511" name="Google Shape;511;p1"/>
            <p:cNvSpPr/>
            <p:nvPr/>
          </p:nvSpPr>
          <p:spPr>
            <a:xfrm>
              <a:off x="4074" y="3307"/>
              <a:ext cx="45" cy="114"/>
            </a:xfrm>
            <a:custGeom>
              <a:avLst/>
              <a:gdLst/>
              <a:ahLst/>
              <a:cxnLst/>
              <a:rect l="l" t="t" r="r" b="b"/>
              <a:pathLst>
                <a:path w="51" h="193" extrusionOk="0">
                  <a:moveTo>
                    <a:pt x="51" y="0"/>
                  </a:moveTo>
                  <a:lnTo>
                    <a:pt x="43" y="2"/>
                  </a:lnTo>
                  <a:lnTo>
                    <a:pt x="38" y="7"/>
                  </a:lnTo>
                  <a:lnTo>
                    <a:pt x="31" y="14"/>
                  </a:lnTo>
                  <a:lnTo>
                    <a:pt x="25" y="26"/>
                  </a:lnTo>
                  <a:lnTo>
                    <a:pt x="20" y="40"/>
                  </a:lnTo>
                  <a:lnTo>
                    <a:pt x="14" y="56"/>
                  </a:lnTo>
                  <a:lnTo>
                    <a:pt x="11" y="75"/>
                  </a:lnTo>
                  <a:lnTo>
                    <a:pt x="7" y="96"/>
                  </a:lnTo>
                  <a:lnTo>
                    <a:pt x="4" y="118"/>
                  </a:lnTo>
                  <a:lnTo>
                    <a:pt x="2" y="142"/>
                  </a:lnTo>
                  <a:lnTo>
                    <a:pt x="0" y="167"/>
                  </a:lnTo>
                  <a:lnTo>
                    <a:pt x="0" y="193"/>
                  </a:lnTo>
                  <a:lnTo>
                    <a:pt x="2" y="193"/>
                  </a:lnTo>
                  <a:lnTo>
                    <a:pt x="2" y="168"/>
                  </a:lnTo>
                  <a:lnTo>
                    <a:pt x="4" y="144"/>
                  </a:lnTo>
                  <a:lnTo>
                    <a:pt x="5" y="120"/>
                  </a:lnTo>
                  <a:lnTo>
                    <a:pt x="7" y="99"/>
                  </a:lnTo>
                  <a:lnTo>
                    <a:pt x="11" y="78"/>
                  </a:lnTo>
                  <a:lnTo>
                    <a:pt x="16" y="59"/>
                  </a:lnTo>
                  <a:lnTo>
                    <a:pt x="20" y="44"/>
                  </a:lnTo>
                  <a:lnTo>
                    <a:pt x="25" y="30"/>
                  </a:lnTo>
                  <a:lnTo>
                    <a:pt x="31" y="19"/>
                  </a:lnTo>
                  <a:lnTo>
                    <a:pt x="38" y="12"/>
                  </a:lnTo>
                  <a:lnTo>
                    <a:pt x="43" y="7"/>
                  </a:lnTo>
                  <a:lnTo>
                    <a:pt x="51" y="5"/>
                  </a:lnTo>
                  <a:lnTo>
                    <a:pt x="51" y="0"/>
                  </a:lnTo>
                  <a:close/>
                </a:path>
              </a:pathLst>
            </a:custGeom>
            <a:solidFill>
              <a:srgbClr val="A1A1A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512" name="Google Shape;512;p1"/>
            <p:cNvSpPr/>
            <p:nvPr/>
          </p:nvSpPr>
          <p:spPr>
            <a:xfrm>
              <a:off x="4075" y="3309"/>
              <a:ext cx="44" cy="112"/>
            </a:xfrm>
            <a:custGeom>
              <a:avLst/>
              <a:gdLst/>
              <a:ahLst/>
              <a:cxnLst/>
              <a:rect l="l" t="t" r="r" b="b"/>
              <a:pathLst>
                <a:path w="49" h="188" extrusionOk="0">
                  <a:moveTo>
                    <a:pt x="49" y="0"/>
                  </a:moveTo>
                  <a:lnTo>
                    <a:pt x="41" y="2"/>
                  </a:lnTo>
                  <a:lnTo>
                    <a:pt x="36" y="7"/>
                  </a:lnTo>
                  <a:lnTo>
                    <a:pt x="29" y="14"/>
                  </a:lnTo>
                  <a:lnTo>
                    <a:pt x="23" y="25"/>
                  </a:lnTo>
                  <a:lnTo>
                    <a:pt x="18" y="39"/>
                  </a:lnTo>
                  <a:lnTo>
                    <a:pt x="14" y="54"/>
                  </a:lnTo>
                  <a:lnTo>
                    <a:pt x="9" y="73"/>
                  </a:lnTo>
                  <a:lnTo>
                    <a:pt x="5" y="94"/>
                  </a:lnTo>
                  <a:lnTo>
                    <a:pt x="3" y="115"/>
                  </a:lnTo>
                  <a:lnTo>
                    <a:pt x="2" y="139"/>
                  </a:lnTo>
                  <a:lnTo>
                    <a:pt x="0" y="163"/>
                  </a:lnTo>
                  <a:lnTo>
                    <a:pt x="0" y="188"/>
                  </a:lnTo>
                  <a:lnTo>
                    <a:pt x="2" y="188"/>
                  </a:lnTo>
                  <a:lnTo>
                    <a:pt x="2" y="163"/>
                  </a:lnTo>
                  <a:lnTo>
                    <a:pt x="2" y="141"/>
                  </a:lnTo>
                  <a:lnTo>
                    <a:pt x="5" y="118"/>
                  </a:lnTo>
                  <a:lnTo>
                    <a:pt x="7" y="96"/>
                  </a:lnTo>
                  <a:lnTo>
                    <a:pt x="11" y="77"/>
                  </a:lnTo>
                  <a:lnTo>
                    <a:pt x="14" y="59"/>
                  </a:lnTo>
                  <a:lnTo>
                    <a:pt x="20" y="44"/>
                  </a:lnTo>
                  <a:lnTo>
                    <a:pt x="25" y="30"/>
                  </a:lnTo>
                  <a:lnTo>
                    <a:pt x="30" y="19"/>
                  </a:lnTo>
                  <a:lnTo>
                    <a:pt x="36" y="11"/>
                  </a:lnTo>
                  <a:lnTo>
                    <a:pt x="41" y="7"/>
                  </a:lnTo>
                  <a:lnTo>
                    <a:pt x="49" y="6"/>
                  </a:lnTo>
                  <a:lnTo>
                    <a:pt x="49" y="0"/>
                  </a:lnTo>
                  <a:close/>
                </a:path>
              </a:pathLst>
            </a:custGeom>
            <a:solidFill>
              <a:srgbClr val="A3A3A3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513" name="Google Shape;513;p1"/>
            <p:cNvSpPr/>
            <p:nvPr/>
          </p:nvSpPr>
          <p:spPr>
            <a:xfrm>
              <a:off x="4077" y="3313"/>
              <a:ext cx="42" cy="108"/>
            </a:xfrm>
            <a:custGeom>
              <a:avLst/>
              <a:gdLst/>
              <a:ahLst/>
              <a:cxnLst/>
              <a:rect l="l" t="t" r="r" b="b"/>
              <a:pathLst>
                <a:path w="47" h="182" extrusionOk="0">
                  <a:moveTo>
                    <a:pt x="47" y="0"/>
                  </a:moveTo>
                  <a:lnTo>
                    <a:pt x="39" y="1"/>
                  </a:lnTo>
                  <a:lnTo>
                    <a:pt x="34" y="5"/>
                  </a:lnTo>
                  <a:lnTo>
                    <a:pt x="28" y="13"/>
                  </a:lnTo>
                  <a:lnTo>
                    <a:pt x="23" y="24"/>
                  </a:lnTo>
                  <a:lnTo>
                    <a:pt x="18" y="38"/>
                  </a:lnTo>
                  <a:lnTo>
                    <a:pt x="12" y="53"/>
                  </a:lnTo>
                  <a:lnTo>
                    <a:pt x="9" y="71"/>
                  </a:lnTo>
                  <a:lnTo>
                    <a:pt x="5" y="90"/>
                  </a:lnTo>
                  <a:lnTo>
                    <a:pt x="3" y="112"/>
                  </a:lnTo>
                  <a:lnTo>
                    <a:pt x="0" y="135"/>
                  </a:lnTo>
                  <a:lnTo>
                    <a:pt x="0" y="157"/>
                  </a:lnTo>
                  <a:lnTo>
                    <a:pt x="0" y="182"/>
                  </a:lnTo>
                  <a:lnTo>
                    <a:pt x="0" y="182"/>
                  </a:lnTo>
                  <a:lnTo>
                    <a:pt x="1" y="157"/>
                  </a:lnTo>
                  <a:lnTo>
                    <a:pt x="1" y="135"/>
                  </a:lnTo>
                  <a:lnTo>
                    <a:pt x="3" y="114"/>
                  </a:lnTo>
                  <a:lnTo>
                    <a:pt x="7" y="93"/>
                  </a:lnTo>
                  <a:lnTo>
                    <a:pt x="10" y="74"/>
                  </a:lnTo>
                  <a:lnTo>
                    <a:pt x="14" y="57"/>
                  </a:lnTo>
                  <a:lnTo>
                    <a:pt x="18" y="41"/>
                  </a:lnTo>
                  <a:lnTo>
                    <a:pt x="23" y="29"/>
                  </a:lnTo>
                  <a:lnTo>
                    <a:pt x="28" y="19"/>
                  </a:lnTo>
                  <a:lnTo>
                    <a:pt x="34" y="10"/>
                  </a:lnTo>
                  <a:lnTo>
                    <a:pt x="39" y="7"/>
                  </a:lnTo>
                  <a:lnTo>
                    <a:pt x="47" y="5"/>
                  </a:lnTo>
                  <a:lnTo>
                    <a:pt x="47" y="0"/>
                  </a:lnTo>
                  <a:close/>
                </a:path>
              </a:pathLst>
            </a:custGeom>
            <a:solidFill>
              <a:srgbClr val="A5A5A5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514" name="Google Shape;514;p1"/>
            <p:cNvSpPr/>
            <p:nvPr/>
          </p:nvSpPr>
          <p:spPr>
            <a:xfrm>
              <a:off x="4077" y="3315"/>
              <a:ext cx="42" cy="106"/>
            </a:xfrm>
            <a:custGeom>
              <a:avLst/>
              <a:gdLst/>
              <a:ahLst/>
              <a:cxnLst/>
              <a:rect l="l" t="t" r="r" b="b"/>
              <a:pathLst>
                <a:path w="47" h="177" extrusionOk="0">
                  <a:moveTo>
                    <a:pt x="47" y="0"/>
                  </a:moveTo>
                  <a:lnTo>
                    <a:pt x="39" y="2"/>
                  </a:lnTo>
                  <a:lnTo>
                    <a:pt x="34" y="5"/>
                  </a:lnTo>
                  <a:lnTo>
                    <a:pt x="28" y="14"/>
                  </a:lnTo>
                  <a:lnTo>
                    <a:pt x="23" y="24"/>
                  </a:lnTo>
                  <a:lnTo>
                    <a:pt x="18" y="36"/>
                  </a:lnTo>
                  <a:lnTo>
                    <a:pt x="14" y="52"/>
                  </a:lnTo>
                  <a:lnTo>
                    <a:pt x="10" y="69"/>
                  </a:lnTo>
                  <a:lnTo>
                    <a:pt x="7" y="88"/>
                  </a:lnTo>
                  <a:lnTo>
                    <a:pt x="3" y="109"/>
                  </a:lnTo>
                  <a:lnTo>
                    <a:pt x="1" y="130"/>
                  </a:lnTo>
                  <a:lnTo>
                    <a:pt x="1" y="152"/>
                  </a:lnTo>
                  <a:lnTo>
                    <a:pt x="0" y="177"/>
                  </a:lnTo>
                  <a:lnTo>
                    <a:pt x="1" y="177"/>
                  </a:lnTo>
                  <a:lnTo>
                    <a:pt x="1" y="154"/>
                  </a:lnTo>
                  <a:lnTo>
                    <a:pt x="3" y="132"/>
                  </a:lnTo>
                  <a:lnTo>
                    <a:pt x="5" y="111"/>
                  </a:lnTo>
                  <a:lnTo>
                    <a:pt x="7" y="90"/>
                  </a:lnTo>
                  <a:lnTo>
                    <a:pt x="10" y="73"/>
                  </a:lnTo>
                  <a:lnTo>
                    <a:pt x="14" y="55"/>
                  </a:lnTo>
                  <a:lnTo>
                    <a:pt x="19" y="40"/>
                  </a:lnTo>
                  <a:lnTo>
                    <a:pt x="23" y="28"/>
                  </a:lnTo>
                  <a:lnTo>
                    <a:pt x="28" y="17"/>
                  </a:lnTo>
                  <a:lnTo>
                    <a:pt x="34" y="10"/>
                  </a:lnTo>
                  <a:lnTo>
                    <a:pt x="41" y="7"/>
                  </a:lnTo>
                  <a:lnTo>
                    <a:pt x="47" y="5"/>
                  </a:lnTo>
                  <a:lnTo>
                    <a:pt x="47" y="0"/>
                  </a:lnTo>
                  <a:close/>
                </a:path>
              </a:pathLst>
            </a:custGeom>
            <a:solidFill>
              <a:srgbClr val="A8A8A8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515" name="Google Shape;515;p1"/>
            <p:cNvSpPr/>
            <p:nvPr/>
          </p:nvSpPr>
          <p:spPr>
            <a:xfrm>
              <a:off x="4079" y="3319"/>
              <a:ext cx="40" cy="102"/>
            </a:xfrm>
            <a:custGeom>
              <a:avLst/>
              <a:gdLst/>
              <a:ahLst/>
              <a:cxnLst/>
              <a:rect l="l" t="t" r="r" b="b"/>
              <a:pathLst>
                <a:path w="46" h="172" extrusionOk="0">
                  <a:moveTo>
                    <a:pt x="46" y="0"/>
                  </a:moveTo>
                  <a:lnTo>
                    <a:pt x="40" y="2"/>
                  </a:lnTo>
                  <a:lnTo>
                    <a:pt x="33" y="5"/>
                  </a:lnTo>
                  <a:lnTo>
                    <a:pt x="27" y="12"/>
                  </a:lnTo>
                  <a:lnTo>
                    <a:pt x="22" y="23"/>
                  </a:lnTo>
                  <a:lnTo>
                    <a:pt x="18" y="35"/>
                  </a:lnTo>
                  <a:lnTo>
                    <a:pt x="13" y="50"/>
                  </a:lnTo>
                  <a:lnTo>
                    <a:pt x="9" y="68"/>
                  </a:lnTo>
                  <a:lnTo>
                    <a:pt x="6" y="85"/>
                  </a:lnTo>
                  <a:lnTo>
                    <a:pt x="4" y="106"/>
                  </a:lnTo>
                  <a:lnTo>
                    <a:pt x="2" y="127"/>
                  </a:lnTo>
                  <a:lnTo>
                    <a:pt x="0" y="149"/>
                  </a:lnTo>
                  <a:lnTo>
                    <a:pt x="0" y="172"/>
                  </a:lnTo>
                  <a:lnTo>
                    <a:pt x="2" y="172"/>
                  </a:lnTo>
                  <a:lnTo>
                    <a:pt x="2" y="147"/>
                  </a:lnTo>
                  <a:lnTo>
                    <a:pt x="4" y="125"/>
                  </a:lnTo>
                  <a:lnTo>
                    <a:pt x="6" y="102"/>
                  </a:lnTo>
                  <a:lnTo>
                    <a:pt x="9" y="82"/>
                  </a:lnTo>
                  <a:lnTo>
                    <a:pt x="13" y="62"/>
                  </a:lnTo>
                  <a:lnTo>
                    <a:pt x="17" y="45"/>
                  </a:lnTo>
                  <a:lnTo>
                    <a:pt x="22" y="31"/>
                  </a:lnTo>
                  <a:lnTo>
                    <a:pt x="27" y="21"/>
                  </a:lnTo>
                  <a:lnTo>
                    <a:pt x="33" y="12"/>
                  </a:lnTo>
                  <a:lnTo>
                    <a:pt x="38" y="7"/>
                  </a:lnTo>
                  <a:lnTo>
                    <a:pt x="46" y="5"/>
                  </a:lnTo>
                  <a:lnTo>
                    <a:pt x="46" y="0"/>
                  </a:lnTo>
                  <a:close/>
                </a:path>
              </a:pathLst>
            </a:custGeom>
            <a:solidFill>
              <a:srgbClr val="AAAAAA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516" name="Google Shape;516;p1"/>
            <p:cNvSpPr/>
            <p:nvPr/>
          </p:nvSpPr>
          <p:spPr>
            <a:xfrm>
              <a:off x="4081" y="3323"/>
              <a:ext cx="38" cy="98"/>
            </a:xfrm>
            <a:custGeom>
              <a:avLst/>
              <a:gdLst/>
              <a:ahLst/>
              <a:cxnLst/>
              <a:rect l="l" t="t" r="r" b="b"/>
              <a:pathLst>
                <a:path w="44" h="167" extrusionOk="0">
                  <a:moveTo>
                    <a:pt x="44" y="0"/>
                  </a:moveTo>
                  <a:lnTo>
                    <a:pt x="36" y="2"/>
                  </a:lnTo>
                  <a:lnTo>
                    <a:pt x="31" y="7"/>
                  </a:lnTo>
                  <a:lnTo>
                    <a:pt x="25" y="16"/>
                  </a:lnTo>
                  <a:lnTo>
                    <a:pt x="20" y="26"/>
                  </a:lnTo>
                  <a:lnTo>
                    <a:pt x="15" y="40"/>
                  </a:lnTo>
                  <a:lnTo>
                    <a:pt x="11" y="57"/>
                  </a:lnTo>
                  <a:lnTo>
                    <a:pt x="7" y="77"/>
                  </a:lnTo>
                  <a:lnTo>
                    <a:pt x="4" y="97"/>
                  </a:lnTo>
                  <a:lnTo>
                    <a:pt x="2" y="120"/>
                  </a:lnTo>
                  <a:lnTo>
                    <a:pt x="0" y="142"/>
                  </a:lnTo>
                  <a:lnTo>
                    <a:pt x="0" y="167"/>
                  </a:lnTo>
                  <a:lnTo>
                    <a:pt x="2" y="167"/>
                  </a:lnTo>
                  <a:lnTo>
                    <a:pt x="2" y="142"/>
                  </a:lnTo>
                  <a:lnTo>
                    <a:pt x="2" y="122"/>
                  </a:lnTo>
                  <a:lnTo>
                    <a:pt x="6" y="99"/>
                  </a:lnTo>
                  <a:lnTo>
                    <a:pt x="7" y="80"/>
                  </a:lnTo>
                  <a:lnTo>
                    <a:pt x="11" y="61"/>
                  </a:lnTo>
                  <a:lnTo>
                    <a:pt x="16" y="45"/>
                  </a:lnTo>
                  <a:lnTo>
                    <a:pt x="20" y="31"/>
                  </a:lnTo>
                  <a:lnTo>
                    <a:pt x="25" y="19"/>
                  </a:lnTo>
                  <a:lnTo>
                    <a:pt x="31" y="12"/>
                  </a:lnTo>
                  <a:lnTo>
                    <a:pt x="36" y="7"/>
                  </a:lnTo>
                  <a:lnTo>
                    <a:pt x="44" y="5"/>
                  </a:lnTo>
                  <a:lnTo>
                    <a:pt x="44" y="0"/>
                  </a:lnTo>
                  <a:close/>
                </a:path>
              </a:pathLst>
            </a:custGeom>
            <a:solidFill>
              <a:srgbClr val="ACACAC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517" name="Google Shape;517;p1"/>
            <p:cNvSpPr/>
            <p:nvPr/>
          </p:nvSpPr>
          <p:spPr>
            <a:xfrm>
              <a:off x="4082" y="3325"/>
              <a:ext cx="37" cy="96"/>
            </a:xfrm>
            <a:custGeom>
              <a:avLst/>
              <a:gdLst/>
              <a:ahLst/>
              <a:cxnLst/>
              <a:rect l="l" t="t" r="r" b="b"/>
              <a:pathLst>
                <a:path w="42" h="162" extrusionOk="0">
                  <a:moveTo>
                    <a:pt x="42" y="0"/>
                  </a:moveTo>
                  <a:lnTo>
                    <a:pt x="34" y="2"/>
                  </a:lnTo>
                  <a:lnTo>
                    <a:pt x="29" y="7"/>
                  </a:lnTo>
                  <a:lnTo>
                    <a:pt x="23" y="14"/>
                  </a:lnTo>
                  <a:lnTo>
                    <a:pt x="18" y="26"/>
                  </a:lnTo>
                  <a:lnTo>
                    <a:pt x="14" y="40"/>
                  </a:lnTo>
                  <a:lnTo>
                    <a:pt x="9" y="56"/>
                  </a:lnTo>
                  <a:lnTo>
                    <a:pt x="5" y="75"/>
                  </a:lnTo>
                  <a:lnTo>
                    <a:pt x="4" y="94"/>
                  </a:lnTo>
                  <a:lnTo>
                    <a:pt x="0" y="117"/>
                  </a:lnTo>
                  <a:lnTo>
                    <a:pt x="0" y="137"/>
                  </a:lnTo>
                  <a:lnTo>
                    <a:pt x="0" y="162"/>
                  </a:lnTo>
                  <a:lnTo>
                    <a:pt x="0" y="162"/>
                  </a:lnTo>
                  <a:lnTo>
                    <a:pt x="2" y="139"/>
                  </a:lnTo>
                  <a:lnTo>
                    <a:pt x="2" y="117"/>
                  </a:lnTo>
                  <a:lnTo>
                    <a:pt x="4" y="96"/>
                  </a:lnTo>
                  <a:lnTo>
                    <a:pt x="7" y="77"/>
                  </a:lnTo>
                  <a:lnTo>
                    <a:pt x="11" y="59"/>
                  </a:lnTo>
                  <a:lnTo>
                    <a:pt x="14" y="44"/>
                  </a:lnTo>
                  <a:lnTo>
                    <a:pt x="20" y="30"/>
                  </a:lnTo>
                  <a:lnTo>
                    <a:pt x="23" y="20"/>
                  </a:lnTo>
                  <a:lnTo>
                    <a:pt x="29" y="13"/>
                  </a:lnTo>
                  <a:lnTo>
                    <a:pt x="36" y="7"/>
                  </a:lnTo>
                  <a:lnTo>
                    <a:pt x="42" y="6"/>
                  </a:lnTo>
                  <a:lnTo>
                    <a:pt x="42" y="0"/>
                  </a:lnTo>
                  <a:close/>
                </a:path>
              </a:pathLst>
            </a:custGeom>
            <a:solidFill>
              <a:srgbClr val="AFAFAF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518" name="Google Shape;518;p1"/>
            <p:cNvSpPr/>
            <p:nvPr/>
          </p:nvSpPr>
          <p:spPr>
            <a:xfrm>
              <a:off x="4082" y="3329"/>
              <a:ext cx="37" cy="92"/>
            </a:xfrm>
            <a:custGeom>
              <a:avLst/>
              <a:gdLst/>
              <a:ahLst/>
              <a:cxnLst/>
              <a:rect l="l" t="t" r="r" b="b"/>
              <a:pathLst>
                <a:path w="42" h="156" extrusionOk="0">
                  <a:moveTo>
                    <a:pt x="42" y="0"/>
                  </a:moveTo>
                  <a:lnTo>
                    <a:pt x="36" y="1"/>
                  </a:lnTo>
                  <a:lnTo>
                    <a:pt x="29" y="7"/>
                  </a:lnTo>
                  <a:lnTo>
                    <a:pt x="23" y="14"/>
                  </a:lnTo>
                  <a:lnTo>
                    <a:pt x="20" y="24"/>
                  </a:lnTo>
                  <a:lnTo>
                    <a:pt x="14" y="38"/>
                  </a:lnTo>
                  <a:lnTo>
                    <a:pt x="11" y="53"/>
                  </a:lnTo>
                  <a:lnTo>
                    <a:pt x="7" y="71"/>
                  </a:lnTo>
                  <a:lnTo>
                    <a:pt x="4" y="90"/>
                  </a:lnTo>
                  <a:lnTo>
                    <a:pt x="2" y="111"/>
                  </a:lnTo>
                  <a:lnTo>
                    <a:pt x="2" y="133"/>
                  </a:lnTo>
                  <a:lnTo>
                    <a:pt x="0" y="156"/>
                  </a:lnTo>
                  <a:lnTo>
                    <a:pt x="2" y="156"/>
                  </a:lnTo>
                  <a:lnTo>
                    <a:pt x="2" y="133"/>
                  </a:lnTo>
                  <a:lnTo>
                    <a:pt x="4" y="112"/>
                  </a:lnTo>
                  <a:lnTo>
                    <a:pt x="5" y="93"/>
                  </a:lnTo>
                  <a:lnTo>
                    <a:pt x="7" y="74"/>
                  </a:lnTo>
                  <a:lnTo>
                    <a:pt x="11" y="57"/>
                  </a:lnTo>
                  <a:lnTo>
                    <a:pt x="16" y="41"/>
                  </a:lnTo>
                  <a:lnTo>
                    <a:pt x="20" y="29"/>
                  </a:lnTo>
                  <a:lnTo>
                    <a:pt x="25" y="19"/>
                  </a:lnTo>
                  <a:lnTo>
                    <a:pt x="31" y="10"/>
                  </a:lnTo>
                  <a:lnTo>
                    <a:pt x="36" y="7"/>
                  </a:lnTo>
                  <a:lnTo>
                    <a:pt x="42" y="5"/>
                  </a:lnTo>
                  <a:lnTo>
                    <a:pt x="42" y="0"/>
                  </a:lnTo>
                  <a:close/>
                </a:path>
              </a:pathLst>
            </a:custGeom>
            <a:solidFill>
              <a:srgbClr val="B1B1B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519" name="Google Shape;519;p1"/>
            <p:cNvSpPr/>
            <p:nvPr/>
          </p:nvSpPr>
          <p:spPr>
            <a:xfrm>
              <a:off x="4084" y="3331"/>
              <a:ext cx="35" cy="90"/>
            </a:xfrm>
            <a:custGeom>
              <a:avLst/>
              <a:gdLst/>
              <a:ahLst/>
              <a:cxnLst/>
              <a:rect l="l" t="t" r="r" b="b"/>
              <a:pathLst>
                <a:path w="40" h="151" extrusionOk="0">
                  <a:moveTo>
                    <a:pt x="40" y="0"/>
                  </a:moveTo>
                  <a:lnTo>
                    <a:pt x="34" y="2"/>
                  </a:lnTo>
                  <a:lnTo>
                    <a:pt x="29" y="5"/>
                  </a:lnTo>
                  <a:lnTo>
                    <a:pt x="23" y="14"/>
                  </a:lnTo>
                  <a:lnTo>
                    <a:pt x="18" y="24"/>
                  </a:lnTo>
                  <a:lnTo>
                    <a:pt x="14" y="36"/>
                  </a:lnTo>
                  <a:lnTo>
                    <a:pt x="9" y="52"/>
                  </a:lnTo>
                  <a:lnTo>
                    <a:pt x="5" y="69"/>
                  </a:lnTo>
                  <a:lnTo>
                    <a:pt x="3" y="88"/>
                  </a:lnTo>
                  <a:lnTo>
                    <a:pt x="2" y="107"/>
                  </a:lnTo>
                  <a:lnTo>
                    <a:pt x="0" y="128"/>
                  </a:lnTo>
                  <a:lnTo>
                    <a:pt x="0" y="151"/>
                  </a:lnTo>
                  <a:lnTo>
                    <a:pt x="2" y="151"/>
                  </a:lnTo>
                  <a:lnTo>
                    <a:pt x="2" y="130"/>
                  </a:lnTo>
                  <a:lnTo>
                    <a:pt x="3" y="109"/>
                  </a:lnTo>
                  <a:lnTo>
                    <a:pt x="5" y="90"/>
                  </a:lnTo>
                  <a:lnTo>
                    <a:pt x="7" y="71"/>
                  </a:lnTo>
                  <a:lnTo>
                    <a:pt x="11" y="55"/>
                  </a:lnTo>
                  <a:lnTo>
                    <a:pt x="14" y="40"/>
                  </a:lnTo>
                  <a:lnTo>
                    <a:pt x="18" y="28"/>
                  </a:lnTo>
                  <a:lnTo>
                    <a:pt x="23" y="17"/>
                  </a:lnTo>
                  <a:lnTo>
                    <a:pt x="29" y="10"/>
                  </a:lnTo>
                  <a:lnTo>
                    <a:pt x="34" y="7"/>
                  </a:lnTo>
                  <a:lnTo>
                    <a:pt x="40" y="5"/>
                  </a:lnTo>
                  <a:lnTo>
                    <a:pt x="40" y="0"/>
                  </a:lnTo>
                  <a:close/>
                </a:path>
              </a:pathLst>
            </a:custGeom>
            <a:solidFill>
              <a:srgbClr val="B4B4B4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520" name="Google Shape;520;p1"/>
            <p:cNvSpPr/>
            <p:nvPr/>
          </p:nvSpPr>
          <p:spPr>
            <a:xfrm>
              <a:off x="4086" y="3335"/>
              <a:ext cx="33" cy="86"/>
            </a:xfrm>
            <a:custGeom>
              <a:avLst/>
              <a:gdLst/>
              <a:ahLst/>
              <a:cxnLst/>
              <a:rect l="l" t="t" r="r" b="b"/>
              <a:pathLst>
                <a:path w="38" h="146" extrusionOk="0">
                  <a:moveTo>
                    <a:pt x="38" y="0"/>
                  </a:moveTo>
                  <a:lnTo>
                    <a:pt x="32" y="2"/>
                  </a:lnTo>
                  <a:lnTo>
                    <a:pt x="27" y="5"/>
                  </a:lnTo>
                  <a:lnTo>
                    <a:pt x="21" y="12"/>
                  </a:lnTo>
                  <a:lnTo>
                    <a:pt x="16" y="23"/>
                  </a:lnTo>
                  <a:lnTo>
                    <a:pt x="12" y="35"/>
                  </a:lnTo>
                  <a:lnTo>
                    <a:pt x="9" y="50"/>
                  </a:lnTo>
                  <a:lnTo>
                    <a:pt x="5" y="66"/>
                  </a:lnTo>
                  <a:lnTo>
                    <a:pt x="3" y="85"/>
                  </a:lnTo>
                  <a:lnTo>
                    <a:pt x="1" y="104"/>
                  </a:lnTo>
                  <a:lnTo>
                    <a:pt x="0" y="125"/>
                  </a:lnTo>
                  <a:lnTo>
                    <a:pt x="0" y="146"/>
                  </a:lnTo>
                  <a:lnTo>
                    <a:pt x="1" y="146"/>
                  </a:lnTo>
                  <a:lnTo>
                    <a:pt x="1" y="123"/>
                  </a:lnTo>
                  <a:lnTo>
                    <a:pt x="3" y="102"/>
                  </a:lnTo>
                  <a:lnTo>
                    <a:pt x="5" y="82"/>
                  </a:lnTo>
                  <a:lnTo>
                    <a:pt x="7" y="63"/>
                  </a:lnTo>
                  <a:lnTo>
                    <a:pt x="10" y="47"/>
                  </a:lnTo>
                  <a:lnTo>
                    <a:pt x="16" y="31"/>
                  </a:lnTo>
                  <a:lnTo>
                    <a:pt x="21" y="21"/>
                  </a:lnTo>
                  <a:lnTo>
                    <a:pt x="25" y="12"/>
                  </a:lnTo>
                  <a:lnTo>
                    <a:pt x="32" y="7"/>
                  </a:lnTo>
                  <a:lnTo>
                    <a:pt x="38" y="5"/>
                  </a:lnTo>
                  <a:lnTo>
                    <a:pt x="38" y="0"/>
                  </a:lnTo>
                  <a:close/>
                </a:path>
              </a:pathLst>
            </a:custGeom>
            <a:solidFill>
              <a:srgbClr val="B7B7B7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521" name="Google Shape;521;p1"/>
            <p:cNvSpPr/>
            <p:nvPr/>
          </p:nvSpPr>
          <p:spPr>
            <a:xfrm>
              <a:off x="4088" y="3338"/>
              <a:ext cx="31" cy="83"/>
            </a:xfrm>
            <a:custGeom>
              <a:avLst/>
              <a:gdLst/>
              <a:ahLst/>
              <a:cxnLst/>
              <a:rect l="l" t="t" r="r" b="b"/>
              <a:pathLst>
                <a:path w="37" h="141" extrusionOk="0">
                  <a:moveTo>
                    <a:pt x="37" y="0"/>
                  </a:moveTo>
                  <a:lnTo>
                    <a:pt x="31" y="2"/>
                  </a:lnTo>
                  <a:lnTo>
                    <a:pt x="24" y="7"/>
                  </a:lnTo>
                  <a:lnTo>
                    <a:pt x="20" y="16"/>
                  </a:lnTo>
                  <a:lnTo>
                    <a:pt x="15" y="26"/>
                  </a:lnTo>
                  <a:lnTo>
                    <a:pt x="9" y="42"/>
                  </a:lnTo>
                  <a:lnTo>
                    <a:pt x="6" y="58"/>
                  </a:lnTo>
                  <a:lnTo>
                    <a:pt x="4" y="77"/>
                  </a:lnTo>
                  <a:lnTo>
                    <a:pt x="2" y="97"/>
                  </a:lnTo>
                  <a:lnTo>
                    <a:pt x="0" y="118"/>
                  </a:lnTo>
                  <a:lnTo>
                    <a:pt x="0" y="141"/>
                  </a:lnTo>
                  <a:lnTo>
                    <a:pt x="0" y="141"/>
                  </a:lnTo>
                  <a:lnTo>
                    <a:pt x="2" y="118"/>
                  </a:lnTo>
                  <a:lnTo>
                    <a:pt x="2" y="99"/>
                  </a:lnTo>
                  <a:lnTo>
                    <a:pt x="4" y="78"/>
                  </a:lnTo>
                  <a:lnTo>
                    <a:pt x="8" y="61"/>
                  </a:lnTo>
                  <a:lnTo>
                    <a:pt x="11" y="45"/>
                  </a:lnTo>
                  <a:lnTo>
                    <a:pt x="15" y="31"/>
                  </a:lnTo>
                  <a:lnTo>
                    <a:pt x="20" y="19"/>
                  </a:lnTo>
                  <a:lnTo>
                    <a:pt x="26" y="12"/>
                  </a:lnTo>
                  <a:lnTo>
                    <a:pt x="31" y="7"/>
                  </a:lnTo>
                  <a:lnTo>
                    <a:pt x="37" y="5"/>
                  </a:lnTo>
                  <a:lnTo>
                    <a:pt x="37" y="0"/>
                  </a:lnTo>
                  <a:close/>
                </a:path>
              </a:pathLst>
            </a:custGeom>
            <a:solidFill>
              <a:srgbClr val="BABABA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522" name="Google Shape;522;p1"/>
            <p:cNvSpPr/>
            <p:nvPr/>
          </p:nvSpPr>
          <p:spPr>
            <a:xfrm>
              <a:off x="4088" y="3340"/>
              <a:ext cx="31" cy="81"/>
            </a:xfrm>
            <a:custGeom>
              <a:avLst/>
              <a:gdLst/>
              <a:ahLst/>
              <a:cxnLst/>
              <a:rect l="l" t="t" r="r" b="b"/>
              <a:pathLst>
                <a:path w="37" h="136" extrusionOk="0">
                  <a:moveTo>
                    <a:pt x="37" y="0"/>
                  </a:moveTo>
                  <a:lnTo>
                    <a:pt x="31" y="2"/>
                  </a:lnTo>
                  <a:lnTo>
                    <a:pt x="26" y="7"/>
                  </a:lnTo>
                  <a:lnTo>
                    <a:pt x="20" y="14"/>
                  </a:lnTo>
                  <a:lnTo>
                    <a:pt x="15" y="26"/>
                  </a:lnTo>
                  <a:lnTo>
                    <a:pt x="11" y="40"/>
                  </a:lnTo>
                  <a:lnTo>
                    <a:pt x="8" y="56"/>
                  </a:lnTo>
                  <a:lnTo>
                    <a:pt x="4" y="73"/>
                  </a:lnTo>
                  <a:lnTo>
                    <a:pt x="2" y="94"/>
                  </a:lnTo>
                  <a:lnTo>
                    <a:pt x="2" y="113"/>
                  </a:lnTo>
                  <a:lnTo>
                    <a:pt x="0" y="136"/>
                  </a:lnTo>
                  <a:lnTo>
                    <a:pt x="2" y="136"/>
                  </a:lnTo>
                  <a:lnTo>
                    <a:pt x="2" y="115"/>
                  </a:lnTo>
                  <a:lnTo>
                    <a:pt x="4" y="96"/>
                  </a:lnTo>
                  <a:lnTo>
                    <a:pt x="6" y="77"/>
                  </a:lnTo>
                  <a:lnTo>
                    <a:pt x="9" y="59"/>
                  </a:lnTo>
                  <a:lnTo>
                    <a:pt x="13" y="44"/>
                  </a:lnTo>
                  <a:lnTo>
                    <a:pt x="17" y="30"/>
                  </a:lnTo>
                  <a:lnTo>
                    <a:pt x="20" y="20"/>
                  </a:lnTo>
                  <a:lnTo>
                    <a:pt x="26" y="13"/>
                  </a:lnTo>
                  <a:lnTo>
                    <a:pt x="31" y="7"/>
                  </a:lnTo>
                  <a:lnTo>
                    <a:pt x="37" y="6"/>
                  </a:lnTo>
                  <a:lnTo>
                    <a:pt x="37" y="0"/>
                  </a:lnTo>
                  <a:close/>
                </a:path>
              </a:pathLst>
            </a:custGeom>
            <a:solidFill>
              <a:srgbClr val="BDBDBD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523" name="Google Shape;523;p1"/>
            <p:cNvSpPr/>
            <p:nvPr/>
          </p:nvSpPr>
          <p:spPr>
            <a:xfrm>
              <a:off x="4089" y="3344"/>
              <a:ext cx="30" cy="77"/>
            </a:xfrm>
            <a:custGeom>
              <a:avLst/>
              <a:gdLst/>
              <a:ahLst/>
              <a:cxnLst/>
              <a:rect l="l" t="t" r="r" b="b"/>
              <a:pathLst>
                <a:path w="35" h="130" extrusionOk="0">
                  <a:moveTo>
                    <a:pt x="35" y="0"/>
                  </a:moveTo>
                  <a:lnTo>
                    <a:pt x="29" y="1"/>
                  </a:lnTo>
                  <a:lnTo>
                    <a:pt x="24" y="7"/>
                  </a:lnTo>
                  <a:lnTo>
                    <a:pt x="18" y="14"/>
                  </a:lnTo>
                  <a:lnTo>
                    <a:pt x="15" y="24"/>
                  </a:lnTo>
                  <a:lnTo>
                    <a:pt x="11" y="38"/>
                  </a:lnTo>
                  <a:lnTo>
                    <a:pt x="7" y="53"/>
                  </a:lnTo>
                  <a:lnTo>
                    <a:pt x="4" y="71"/>
                  </a:lnTo>
                  <a:lnTo>
                    <a:pt x="2" y="90"/>
                  </a:lnTo>
                  <a:lnTo>
                    <a:pt x="0" y="109"/>
                  </a:lnTo>
                  <a:lnTo>
                    <a:pt x="0" y="130"/>
                  </a:lnTo>
                  <a:lnTo>
                    <a:pt x="2" y="130"/>
                  </a:lnTo>
                  <a:lnTo>
                    <a:pt x="2" y="109"/>
                  </a:lnTo>
                  <a:lnTo>
                    <a:pt x="4" y="90"/>
                  </a:lnTo>
                  <a:lnTo>
                    <a:pt x="6" y="73"/>
                  </a:lnTo>
                  <a:lnTo>
                    <a:pt x="7" y="55"/>
                  </a:lnTo>
                  <a:lnTo>
                    <a:pt x="11" y="41"/>
                  </a:lnTo>
                  <a:lnTo>
                    <a:pt x="15" y="29"/>
                  </a:lnTo>
                  <a:lnTo>
                    <a:pt x="20" y="19"/>
                  </a:lnTo>
                  <a:lnTo>
                    <a:pt x="24" y="10"/>
                  </a:lnTo>
                  <a:lnTo>
                    <a:pt x="29" y="7"/>
                  </a:lnTo>
                  <a:lnTo>
                    <a:pt x="35" y="5"/>
                  </a:lnTo>
                  <a:lnTo>
                    <a:pt x="35" y="0"/>
                  </a:lnTo>
                  <a:close/>
                </a:path>
              </a:pathLst>
            </a:custGeom>
            <a:solidFill>
              <a:srgbClr val="C0C0C0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524" name="Google Shape;524;p1"/>
            <p:cNvSpPr/>
            <p:nvPr/>
          </p:nvSpPr>
          <p:spPr>
            <a:xfrm>
              <a:off x="4091" y="3346"/>
              <a:ext cx="28" cy="75"/>
            </a:xfrm>
            <a:custGeom>
              <a:avLst/>
              <a:gdLst/>
              <a:ahLst/>
              <a:cxnLst/>
              <a:rect l="l" t="t" r="r" b="b"/>
              <a:pathLst>
                <a:path w="33" h="125" extrusionOk="0">
                  <a:moveTo>
                    <a:pt x="33" y="0"/>
                  </a:moveTo>
                  <a:lnTo>
                    <a:pt x="27" y="2"/>
                  </a:lnTo>
                  <a:lnTo>
                    <a:pt x="22" y="5"/>
                  </a:lnTo>
                  <a:lnTo>
                    <a:pt x="18" y="14"/>
                  </a:lnTo>
                  <a:lnTo>
                    <a:pt x="13" y="24"/>
                  </a:lnTo>
                  <a:lnTo>
                    <a:pt x="9" y="36"/>
                  </a:lnTo>
                  <a:lnTo>
                    <a:pt x="5" y="50"/>
                  </a:lnTo>
                  <a:lnTo>
                    <a:pt x="4" y="68"/>
                  </a:lnTo>
                  <a:lnTo>
                    <a:pt x="2" y="85"/>
                  </a:lnTo>
                  <a:lnTo>
                    <a:pt x="0" y="104"/>
                  </a:lnTo>
                  <a:lnTo>
                    <a:pt x="0" y="125"/>
                  </a:lnTo>
                  <a:lnTo>
                    <a:pt x="2" y="125"/>
                  </a:lnTo>
                  <a:lnTo>
                    <a:pt x="2" y="106"/>
                  </a:lnTo>
                  <a:lnTo>
                    <a:pt x="2" y="87"/>
                  </a:lnTo>
                  <a:lnTo>
                    <a:pt x="4" y="69"/>
                  </a:lnTo>
                  <a:lnTo>
                    <a:pt x="7" y="54"/>
                  </a:lnTo>
                  <a:lnTo>
                    <a:pt x="11" y="40"/>
                  </a:lnTo>
                  <a:lnTo>
                    <a:pt x="14" y="28"/>
                  </a:lnTo>
                  <a:lnTo>
                    <a:pt x="18" y="17"/>
                  </a:lnTo>
                  <a:lnTo>
                    <a:pt x="22" y="10"/>
                  </a:lnTo>
                  <a:lnTo>
                    <a:pt x="27" y="7"/>
                  </a:lnTo>
                  <a:lnTo>
                    <a:pt x="33" y="5"/>
                  </a:lnTo>
                  <a:lnTo>
                    <a:pt x="33" y="0"/>
                  </a:lnTo>
                  <a:close/>
                </a:path>
              </a:pathLst>
            </a:custGeom>
            <a:solidFill>
              <a:srgbClr val="C3C3C3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525" name="Google Shape;525;p1"/>
            <p:cNvSpPr/>
            <p:nvPr/>
          </p:nvSpPr>
          <p:spPr>
            <a:xfrm>
              <a:off x="4091" y="3350"/>
              <a:ext cx="28" cy="71"/>
            </a:xfrm>
            <a:custGeom>
              <a:avLst/>
              <a:gdLst/>
              <a:ahLst/>
              <a:cxnLst/>
              <a:rect l="l" t="t" r="r" b="b"/>
              <a:pathLst>
                <a:path w="31" h="120" extrusionOk="0">
                  <a:moveTo>
                    <a:pt x="31" y="0"/>
                  </a:moveTo>
                  <a:lnTo>
                    <a:pt x="25" y="2"/>
                  </a:lnTo>
                  <a:lnTo>
                    <a:pt x="20" y="5"/>
                  </a:lnTo>
                  <a:lnTo>
                    <a:pt x="16" y="12"/>
                  </a:lnTo>
                  <a:lnTo>
                    <a:pt x="12" y="23"/>
                  </a:lnTo>
                  <a:lnTo>
                    <a:pt x="9" y="35"/>
                  </a:lnTo>
                  <a:lnTo>
                    <a:pt x="5" y="49"/>
                  </a:lnTo>
                  <a:lnTo>
                    <a:pt x="2" y="64"/>
                  </a:lnTo>
                  <a:lnTo>
                    <a:pt x="0" y="82"/>
                  </a:lnTo>
                  <a:lnTo>
                    <a:pt x="0" y="101"/>
                  </a:lnTo>
                  <a:lnTo>
                    <a:pt x="0" y="120"/>
                  </a:lnTo>
                  <a:lnTo>
                    <a:pt x="0" y="120"/>
                  </a:lnTo>
                  <a:lnTo>
                    <a:pt x="0" y="101"/>
                  </a:lnTo>
                  <a:lnTo>
                    <a:pt x="2" y="83"/>
                  </a:lnTo>
                  <a:lnTo>
                    <a:pt x="3" y="68"/>
                  </a:lnTo>
                  <a:lnTo>
                    <a:pt x="5" y="52"/>
                  </a:lnTo>
                  <a:lnTo>
                    <a:pt x="9" y="38"/>
                  </a:lnTo>
                  <a:lnTo>
                    <a:pt x="12" y="26"/>
                  </a:lnTo>
                  <a:lnTo>
                    <a:pt x="16" y="17"/>
                  </a:lnTo>
                  <a:lnTo>
                    <a:pt x="22" y="10"/>
                  </a:lnTo>
                  <a:lnTo>
                    <a:pt x="25" y="7"/>
                  </a:lnTo>
                  <a:lnTo>
                    <a:pt x="31" y="5"/>
                  </a:lnTo>
                  <a:lnTo>
                    <a:pt x="31" y="0"/>
                  </a:lnTo>
                  <a:close/>
                </a:path>
              </a:pathLst>
            </a:custGeom>
            <a:solidFill>
              <a:srgbClr val="C7C7C7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526" name="Google Shape;526;p1"/>
            <p:cNvSpPr/>
            <p:nvPr/>
          </p:nvSpPr>
          <p:spPr>
            <a:xfrm>
              <a:off x="4091" y="3354"/>
              <a:ext cx="28" cy="67"/>
            </a:xfrm>
            <a:custGeom>
              <a:avLst/>
              <a:gdLst/>
              <a:ahLst/>
              <a:cxnLst/>
              <a:rect l="l" t="t" r="r" b="b"/>
              <a:pathLst>
                <a:path w="31" h="115" extrusionOk="0">
                  <a:moveTo>
                    <a:pt x="31" y="0"/>
                  </a:moveTo>
                  <a:lnTo>
                    <a:pt x="25" y="2"/>
                  </a:lnTo>
                  <a:lnTo>
                    <a:pt x="22" y="5"/>
                  </a:lnTo>
                  <a:lnTo>
                    <a:pt x="16" y="12"/>
                  </a:lnTo>
                  <a:lnTo>
                    <a:pt x="12" y="21"/>
                  </a:lnTo>
                  <a:lnTo>
                    <a:pt x="9" y="33"/>
                  </a:lnTo>
                  <a:lnTo>
                    <a:pt x="5" y="47"/>
                  </a:lnTo>
                  <a:lnTo>
                    <a:pt x="3" y="63"/>
                  </a:lnTo>
                  <a:lnTo>
                    <a:pt x="2" y="78"/>
                  </a:lnTo>
                  <a:lnTo>
                    <a:pt x="0" y="96"/>
                  </a:lnTo>
                  <a:lnTo>
                    <a:pt x="0" y="115"/>
                  </a:lnTo>
                  <a:lnTo>
                    <a:pt x="2" y="115"/>
                  </a:lnTo>
                  <a:lnTo>
                    <a:pt x="2" y="96"/>
                  </a:lnTo>
                  <a:lnTo>
                    <a:pt x="3" y="77"/>
                  </a:lnTo>
                  <a:lnTo>
                    <a:pt x="5" y="59"/>
                  </a:lnTo>
                  <a:lnTo>
                    <a:pt x="9" y="44"/>
                  </a:lnTo>
                  <a:lnTo>
                    <a:pt x="12" y="32"/>
                  </a:lnTo>
                  <a:lnTo>
                    <a:pt x="16" y="19"/>
                  </a:lnTo>
                  <a:lnTo>
                    <a:pt x="20" y="12"/>
                  </a:lnTo>
                  <a:lnTo>
                    <a:pt x="25" y="7"/>
                  </a:lnTo>
                  <a:lnTo>
                    <a:pt x="31" y="5"/>
                  </a:lnTo>
                  <a:lnTo>
                    <a:pt x="31" y="0"/>
                  </a:lnTo>
                  <a:close/>
                </a:path>
              </a:pathLst>
            </a:custGeom>
            <a:solidFill>
              <a:srgbClr val="CACACA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527" name="Google Shape;527;p1"/>
            <p:cNvSpPr/>
            <p:nvPr/>
          </p:nvSpPr>
          <p:spPr>
            <a:xfrm>
              <a:off x="4093" y="3356"/>
              <a:ext cx="26" cy="65"/>
            </a:xfrm>
            <a:custGeom>
              <a:avLst/>
              <a:gdLst/>
              <a:ahLst/>
              <a:cxnLst/>
              <a:rect l="l" t="t" r="r" b="b"/>
              <a:pathLst>
                <a:path w="29" h="110" extrusionOk="0">
                  <a:moveTo>
                    <a:pt x="29" y="0"/>
                  </a:moveTo>
                  <a:lnTo>
                    <a:pt x="23" y="2"/>
                  </a:lnTo>
                  <a:lnTo>
                    <a:pt x="18" y="7"/>
                  </a:lnTo>
                  <a:lnTo>
                    <a:pt x="14" y="14"/>
                  </a:lnTo>
                  <a:lnTo>
                    <a:pt x="10" y="27"/>
                  </a:lnTo>
                  <a:lnTo>
                    <a:pt x="7" y="39"/>
                  </a:lnTo>
                  <a:lnTo>
                    <a:pt x="3" y="54"/>
                  </a:lnTo>
                  <a:lnTo>
                    <a:pt x="1" y="72"/>
                  </a:lnTo>
                  <a:lnTo>
                    <a:pt x="0" y="91"/>
                  </a:lnTo>
                  <a:lnTo>
                    <a:pt x="0" y="110"/>
                  </a:lnTo>
                  <a:lnTo>
                    <a:pt x="1" y="110"/>
                  </a:lnTo>
                  <a:lnTo>
                    <a:pt x="1" y="91"/>
                  </a:lnTo>
                  <a:lnTo>
                    <a:pt x="3" y="73"/>
                  </a:lnTo>
                  <a:lnTo>
                    <a:pt x="5" y="58"/>
                  </a:lnTo>
                  <a:lnTo>
                    <a:pt x="7" y="42"/>
                  </a:lnTo>
                  <a:lnTo>
                    <a:pt x="10" y="30"/>
                  </a:lnTo>
                  <a:lnTo>
                    <a:pt x="14" y="20"/>
                  </a:lnTo>
                  <a:lnTo>
                    <a:pt x="20" y="11"/>
                  </a:lnTo>
                  <a:lnTo>
                    <a:pt x="23" y="7"/>
                  </a:lnTo>
                  <a:lnTo>
                    <a:pt x="29" y="6"/>
                  </a:lnTo>
                  <a:lnTo>
                    <a:pt x="29" y="0"/>
                  </a:lnTo>
                  <a:close/>
                </a:path>
              </a:pathLst>
            </a:custGeom>
            <a:solidFill>
              <a:srgbClr val="CDCDCD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528" name="Google Shape;528;p1"/>
            <p:cNvSpPr/>
            <p:nvPr/>
          </p:nvSpPr>
          <p:spPr>
            <a:xfrm>
              <a:off x="4095" y="3360"/>
              <a:ext cx="24" cy="61"/>
            </a:xfrm>
            <a:custGeom>
              <a:avLst/>
              <a:gdLst/>
              <a:ahLst/>
              <a:cxnLst/>
              <a:rect l="l" t="t" r="r" b="b"/>
              <a:pathLst>
                <a:path w="28" h="104" extrusionOk="0">
                  <a:moveTo>
                    <a:pt x="28" y="0"/>
                  </a:moveTo>
                  <a:lnTo>
                    <a:pt x="22" y="1"/>
                  </a:lnTo>
                  <a:lnTo>
                    <a:pt x="19" y="5"/>
                  </a:lnTo>
                  <a:lnTo>
                    <a:pt x="13" y="14"/>
                  </a:lnTo>
                  <a:lnTo>
                    <a:pt x="9" y="24"/>
                  </a:lnTo>
                  <a:lnTo>
                    <a:pt x="6" y="36"/>
                  </a:lnTo>
                  <a:lnTo>
                    <a:pt x="4" y="52"/>
                  </a:lnTo>
                  <a:lnTo>
                    <a:pt x="2" y="67"/>
                  </a:lnTo>
                  <a:lnTo>
                    <a:pt x="0" y="85"/>
                  </a:lnTo>
                  <a:lnTo>
                    <a:pt x="0" y="104"/>
                  </a:lnTo>
                  <a:lnTo>
                    <a:pt x="2" y="104"/>
                  </a:lnTo>
                  <a:lnTo>
                    <a:pt x="2" y="86"/>
                  </a:lnTo>
                  <a:lnTo>
                    <a:pt x="2" y="69"/>
                  </a:lnTo>
                  <a:lnTo>
                    <a:pt x="4" y="53"/>
                  </a:lnTo>
                  <a:lnTo>
                    <a:pt x="8" y="40"/>
                  </a:lnTo>
                  <a:lnTo>
                    <a:pt x="11" y="27"/>
                  </a:lnTo>
                  <a:lnTo>
                    <a:pt x="15" y="17"/>
                  </a:lnTo>
                  <a:lnTo>
                    <a:pt x="19" y="10"/>
                  </a:lnTo>
                  <a:lnTo>
                    <a:pt x="22" y="7"/>
                  </a:lnTo>
                  <a:lnTo>
                    <a:pt x="28" y="5"/>
                  </a:lnTo>
                  <a:lnTo>
                    <a:pt x="28" y="0"/>
                  </a:lnTo>
                  <a:close/>
                </a:path>
              </a:pathLst>
            </a:custGeom>
            <a:solidFill>
              <a:srgbClr val="CFCFCF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529" name="Google Shape;529;p1"/>
            <p:cNvSpPr/>
            <p:nvPr/>
          </p:nvSpPr>
          <p:spPr>
            <a:xfrm>
              <a:off x="4096" y="3362"/>
              <a:ext cx="23" cy="59"/>
            </a:xfrm>
            <a:custGeom>
              <a:avLst/>
              <a:gdLst/>
              <a:ahLst/>
              <a:cxnLst/>
              <a:rect l="l" t="t" r="r" b="b"/>
              <a:pathLst>
                <a:path w="26" h="99" extrusionOk="0">
                  <a:moveTo>
                    <a:pt x="26" y="0"/>
                  </a:moveTo>
                  <a:lnTo>
                    <a:pt x="20" y="2"/>
                  </a:lnTo>
                  <a:lnTo>
                    <a:pt x="17" y="5"/>
                  </a:lnTo>
                  <a:lnTo>
                    <a:pt x="13" y="12"/>
                  </a:lnTo>
                  <a:lnTo>
                    <a:pt x="9" y="22"/>
                  </a:lnTo>
                  <a:lnTo>
                    <a:pt x="6" y="35"/>
                  </a:lnTo>
                  <a:lnTo>
                    <a:pt x="2" y="48"/>
                  </a:lnTo>
                  <a:lnTo>
                    <a:pt x="0" y="64"/>
                  </a:lnTo>
                  <a:lnTo>
                    <a:pt x="0" y="81"/>
                  </a:lnTo>
                  <a:lnTo>
                    <a:pt x="0" y="99"/>
                  </a:lnTo>
                  <a:lnTo>
                    <a:pt x="0" y="99"/>
                  </a:lnTo>
                  <a:lnTo>
                    <a:pt x="0" y="81"/>
                  </a:lnTo>
                  <a:lnTo>
                    <a:pt x="2" y="66"/>
                  </a:lnTo>
                  <a:lnTo>
                    <a:pt x="4" y="52"/>
                  </a:lnTo>
                  <a:lnTo>
                    <a:pt x="6" y="38"/>
                  </a:lnTo>
                  <a:lnTo>
                    <a:pt x="9" y="26"/>
                  </a:lnTo>
                  <a:lnTo>
                    <a:pt x="13" y="17"/>
                  </a:lnTo>
                  <a:lnTo>
                    <a:pt x="17" y="10"/>
                  </a:lnTo>
                  <a:lnTo>
                    <a:pt x="20" y="7"/>
                  </a:lnTo>
                  <a:lnTo>
                    <a:pt x="26" y="5"/>
                  </a:lnTo>
                  <a:lnTo>
                    <a:pt x="26" y="0"/>
                  </a:lnTo>
                  <a:close/>
                </a:path>
              </a:pathLst>
            </a:custGeom>
            <a:solidFill>
              <a:srgbClr val="D2D2D2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530" name="Google Shape;530;p1"/>
            <p:cNvSpPr/>
            <p:nvPr/>
          </p:nvSpPr>
          <p:spPr>
            <a:xfrm>
              <a:off x="4096" y="3365"/>
              <a:ext cx="23" cy="56"/>
            </a:xfrm>
            <a:custGeom>
              <a:avLst/>
              <a:gdLst/>
              <a:ahLst/>
              <a:cxnLst/>
              <a:rect l="l" t="t" r="r" b="b"/>
              <a:pathLst>
                <a:path w="26" h="94" extrusionOk="0">
                  <a:moveTo>
                    <a:pt x="26" y="0"/>
                  </a:moveTo>
                  <a:lnTo>
                    <a:pt x="20" y="2"/>
                  </a:lnTo>
                  <a:lnTo>
                    <a:pt x="17" y="5"/>
                  </a:lnTo>
                  <a:lnTo>
                    <a:pt x="13" y="12"/>
                  </a:lnTo>
                  <a:lnTo>
                    <a:pt x="9" y="21"/>
                  </a:lnTo>
                  <a:lnTo>
                    <a:pt x="6" y="33"/>
                  </a:lnTo>
                  <a:lnTo>
                    <a:pt x="4" y="47"/>
                  </a:lnTo>
                  <a:lnTo>
                    <a:pt x="2" y="61"/>
                  </a:lnTo>
                  <a:lnTo>
                    <a:pt x="0" y="76"/>
                  </a:lnTo>
                  <a:lnTo>
                    <a:pt x="0" y="94"/>
                  </a:lnTo>
                  <a:lnTo>
                    <a:pt x="2" y="94"/>
                  </a:lnTo>
                  <a:lnTo>
                    <a:pt x="2" y="76"/>
                  </a:lnTo>
                  <a:lnTo>
                    <a:pt x="4" y="59"/>
                  </a:lnTo>
                  <a:lnTo>
                    <a:pt x="6" y="43"/>
                  </a:lnTo>
                  <a:lnTo>
                    <a:pt x="9" y="31"/>
                  </a:lnTo>
                  <a:lnTo>
                    <a:pt x="13" y="19"/>
                  </a:lnTo>
                  <a:lnTo>
                    <a:pt x="17" y="12"/>
                  </a:lnTo>
                  <a:lnTo>
                    <a:pt x="20" y="7"/>
                  </a:lnTo>
                  <a:lnTo>
                    <a:pt x="26" y="5"/>
                  </a:lnTo>
                  <a:lnTo>
                    <a:pt x="26" y="0"/>
                  </a:lnTo>
                  <a:close/>
                </a:path>
              </a:pathLst>
            </a:custGeom>
            <a:solidFill>
              <a:srgbClr val="D4D4D4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531" name="Google Shape;531;p1"/>
            <p:cNvSpPr/>
            <p:nvPr/>
          </p:nvSpPr>
          <p:spPr>
            <a:xfrm>
              <a:off x="4098" y="3369"/>
              <a:ext cx="21" cy="52"/>
            </a:xfrm>
            <a:custGeom>
              <a:avLst/>
              <a:gdLst/>
              <a:ahLst/>
              <a:cxnLst/>
              <a:rect l="l" t="t" r="r" b="b"/>
              <a:pathLst>
                <a:path w="24" h="89" extrusionOk="0">
                  <a:moveTo>
                    <a:pt x="24" y="0"/>
                  </a:moveTo>
                  <a:lnTo>
                    <a:pt x="18" y="2"/>
                  </a:lnTo>
                  <a:lnTo>
                    <a:pt x="15" y="7"/>
                  </a:lnTo>
                  <a:lnTo>
                    <a:pt x="11" y="14"/>
                  </a:lnTo>
                  <a:lnTo>
                    <a:pt x="7" y="26"/>
                  </a:lnTo>
                  <a:lnTo>
                    <a:pt x="4" y="38"/>
                  </a:lnTo>
                  <a:lnTo>
                    <a:pt x="2" y="54"/>
                  </a:lnTo>
                  <a:lnTo>
                    <a:pt x="0" y="71"/>
                  </a:lnTo>
                  <a:lnTo>
                    <a:pt x="0" y="89"/>
                  </a:lnTo>
                  <a:lnTo>
                    <a:pt x="2" y="89"/>
                  </a:lnTo>
                  <a:lnTo>
                    <a:pt x="2" y="71"/>
                  </a:lnTo>
                  <a:lnTo>
                    <a:pt x="4" y="56"/>
                  </a:lnTo>
                  <a:lnTo>
                    <a:pt x="5" y="42"/>
                  </a:lnTo>
                  <a:lnTo>
                    <a:pt x="7" y="30"/>
                  </a:lnTo>
                  <a:lnTo>
                    <a:pt x="11" y="19"/>
                  </a:lnTo>
                  <a:lnTo>
                    <a:pt x="15" y="11"/>
                  </a:lnTo>
                  <a:lnTo>
                    <a:pt x="18" y="7"/>
                  </a:lnTo>
                  <a:lnTo>
                    <a:pt x="24" y="6"/>
                  </a:lnTo>
                  <a:lnTo>
                    <a:pt x="24" y="0"/>
                  </a:lnTo>
                  <a:close/>
                </a:path>
              </a:pathLst>
            </a:custGeom>
            <a:solidFill>
              <a:srgbClr val="D6D6D6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532" name="Google Shape;532;p1"/>
            <p:cNvSpPr/>
            <p:nvPr/>
          </p:nvSpPr>
          <p:spPr>
            <a:xfrm>
              <a:off x="4100" y="3371"/>
              <a:ext cx="19" cy="50"/>
            </a:xfrm>
            <a:custGeom>
              <a:avLst/>
              <a:gdLst/>
              <a:ahLst/>
              <a:cxnLst/>
              <a:rect l="l" t="t" r="r" b="b"/>
              <a:pathLst>
                <a:path w="22" h="83" extrusionOk="0">
                  <a:moveTo>
                    <a:pt x="22" y="0"/>
                  </a:moveTo>
                  <a:lnTo>
                    <a:pt x="16" y="1"/>
                  </a:lnTo>
                  <a:lnTo>
                    <a:pt x="13" y="5"/>
                  </a:lnTo>
                  <a:lnTo>
                    <a:pt x="9" y="13"/>
                  </a:lnTo>
                  <a:lnTo>
                    <a:pt x="5" y="24"/>
                  </a:lnTo>
                  <a:lnTo>
                    <a:pt x="3" y="36"/>
                  </a:lnTo>
                  <a:lnTo>
                    <a:pt x="2" y="50"/>
                  </a:lnTo>
                  <a:lnTo>
                    <a:pt x="0" y="65"/>
                  </a:lnTo>
                  <a:lnTo>
                    <a:pt x="0" y="83"/>
                  </a:lnTo>
                  <a:lnTo>
                    <a:pt x="2" y="83"/>
                  </a:lnTo>
                  <a:lnTo>
                    <a:pt x="2" y="67"/>
                  </a:lnTo>
                  <a:lnTo>
                    <a:pt x="2" y="52"/>
                  </a:lnTo>
                  <a:lnTo>
                    <a:pt x="3" y="39"/>
                  </a:lnTo>
                  <a:lnTo>
                    <a:pt x="7" y="27"/>
                  </a:lnTo>
                  <a:lnTo>
                    <a:pt x="11" y="17"/>
                  </a:lnTo>
                  <a:lnTo>
                    <a:pt x="13" y="10"/>
                  </a:lnTo>
                  <a:lnTo>
                    <a:pt x="18" y="6"/>
                  </a:lnTo>
                  <a:lnTo>
                    <a:pt x="22" y="5"/>
                  </a:lnTo>
                  <a:lnTo>
                    <a:pt x="22" y="0"/>
                  </a:lnTo>
                  <a:close/>
                </a:path>
              </a:pathLst>
            </a:custGeom>
            <a:solidFill>
              <a:srgbClr val="D8D8D8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533" name="Google Shape;533;p1"/>
            <p:cNvSpPr/>
            <p:nvPr/>
          </p:nvSpPr>
          <p:spPr>
            <a:xfrm>
              <a:off x="4102" y="3375"/>
              <a:ext cx="17" cy="46"/>
            </a:xfrm>
            <a:custGeom>
              <a:avLst/>
              <a:gdLst/>
              <a:ahLst/>
              <a:cxnLst/>
              <a:rect l="l" t="t" r="r" b="b"/>
              <a:pathLst>
                <a:path w="20" h="78" extrusionOk="0">
                  <a:moveTo>
                    <a:pt x="20" y="0"/>
                  </a:moveTo>
                  <a:lnTo>
                    <a:pt x="16" y="1"/>
                  </a:lnTo>
                  <a:lnTo>
                    <a:pt x="11" y="5"/>
                  </a:lnTo>
                  <a:lnTo>
                    <a:pt x="9" y="12"/>
                  </a:lnTo>
                  <a:lnTo>
                    <a:pt x="5" y="22"/>
                  </a:lnTo>
                  <a:lnTo>
                    <a:pt x="1" y="34"/>
                  </a:lnTo>
                  <a:lnTo>
                    <a:pt x="0" y="47"/>
                  </a:lnTo>
                  <a:lnTo>
                    <a:pt x="0" y="62"/>
                  </a:lnTo>
                  <a:lnTo>
                    <a:pt x="0" y="78"/>
                  </a:lnTo>
                  <a:lnTo>
                    <a:pt x="0" y="78"/>
                  </a:lnTo>
                  <a:lnTo>
                    <a:pt x="0" y="62"/>
                  </a:lnTo>
                  <a:lnTo>
                    <a:pt x="1" y="50"/>
                  </a:lnTo>
                  <a:lnTo>
                    <a:pt x="3" y="36"/>
                  </a:lnTo>
                  <a:lnTo>
                    <a:pt x="5" y="26"/>
                  </a:lnTo>
                  <a:lnTo>
                    <a:pt x="9" y="17"/>
                  </a:lnTo>
                  <a:lnTo>
                    <a:pt x="12" y="10"/>
                  </a:lnTo>
                  <a:lnTo>
                    <a:pt x="16" y="7"/>
                  </a:lnTo>
                  <a:lnTo>
                    <a:pt x="20" y="5"/>
                  </a:lnTo>
                  <a:lnTo>
                    <a:pt x="20" y="0"/>
                  </a:lnTo>
                  <a:close/>
                </a:path>
              </a:pathLst>
            </a:custGeom>
            <a:solidFill>
              <a:srgbClr val="DADADA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534" name="Google Shape;534;p1"/>
            <p:cNvSpPr/>
            <p:nvPr/>
          </p:nvSpPr>
          <p:spPr>
            <a:xfrm>
              <a:off x="4102" y="3377"/>
              <a:ext cx="17" cy="44"/>
            </a:xfrm>
            <a:custGeom>
              <a:avLst/>
              <a:gdLst/>
              <a:ahLst/>
              <a:cxnLst/>
              <a:rect l="l" t="t" r="r" b="b"/>
              <a:pathLst>
                <a:path w="20" h="73" extrusionOk="0">
                  <a:moveTo>
                    <a:pt x="20" y="0"/>
                  </a:moveTo>
                  <a:lnTo>
                    <a:pt x="16" y="2"/>
                  </a:lnTo>
                  <a:lnTo>
                    <a:pt x="12" y="5"/>
                  </a:lnTo>
                  <a:lnTo>
                    <a:pt x="9" y="12"/>
                  </a:lnTo>
                  <a:lnTo>
                    <a:pt x="5" y="21"/>
                  </a:lnTo>
                  <a:lnTo>
                    <a:pt x="3" y="31"/>
                  </a:lnTo>
                  <a:lnTo>
                    <a:pt x="1" y="45"/>
                  </a:lnTo>
                  <a:lnTo>
                    <a:pt x="0" y="57"/>
                  </a:lnTo>
                  <a:lnTo>
                    <a:pt x="0" y="73"/>
                  </a:lnTo>
                  <a:lnTo>
                    <a:pt x="1" y="73"/>
                  </a:lnTo>
                  <a:lnTo>
                    <a:pt x="1" y="57"/>
                  </a:lnTo>
                  <a:lnTo>
                    <a:pt x="3" y="43"/>
                  </a:lnTo>
                  <a:lnTo>
                    <a:pt x="5" y="29"/>
                  </a:lnTo>
                  <a:lnTo>
                    <a:pt x="9" y="19"/>
                  </a:lnTo>
                  <a:lnTo>
                    <a:pt x="12" y="12"/>
                  </a:lnTo>
                  <a:lnTo>
                    <a:pt x="16" y="7"/>
                  </a:lnTo>
                  <a:lnTo>
                    <a:pt x="20" y="5"/>
                  </a:lnTo>
                  <a:lnTo>
                    <a:pt x="20" y="0"/>
                  </a:lnTo>
                  <a:close/>
                </a:path>
              </a:pathLst>
            </a:custGeom>
            <a:solidFill>
              <a:srgbClr val="DBDBDB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535" name="Google Shape;535;p1"/>
            <p:cNvSpPr/>
            <p:nvPr/>
          </p:nvSpPr>
          <p:spPr>
            <a:xfrm>
              <a:off x="4103" y="3381"/>
              <a:ext cx="16" cy="40"/>
            </a:xfrm>
            <a:custGeom>
              <a:avLst/>
              <a:gdLst/>
              <a:ahLst/>
              <a:cxnLst/>
              <a:rect l="l" t="t" r="r" b="b"/>
              <a:pathLst>
                <a:path w="19" h="68" extrusionOk="0">
                  <a:moveTo>
                    <a:pt x="19" y="0"/>
                  </a:moveTo>
                  <a:lnTo>
                    <a:pt x="15" y="2"/>
                  </a:lnTo>
                  <a:lnTo>
                    <a:pt x="11" y="7"/>
                  </a:lnTo>
                  <a:lnTo>
                    <a:pt x="8" y="14"/>
                  </a:lnTo>
                  <a:lnTo>
                    <a:pt x="4" y="24"/>
                  </a:lnTo>
                  <a:lnTo>
                    <a:pt x="2" y="38"/>
                  </a:lnTo>
                  <a:lnTo>
                    <a:pt x="0" y="52"/>
                  </a:lnTo>
                  <a:lnTo>
                    <a:pt x="0" y="68"/>
                  </a:lnTo>
                  <a:lnTo>
                    <a:pt x="2" y="68"/>
                  </a:lnTo>
                  <a:lnTo>
                    <a:pt x="2" y="54"/>
                  </a:lnTo>
                  <a:lnTo>
                    <a:pt x="4" y="40"/>
                  </a:lnTo>
                  <a:lnTo>
                    <a:pt x="6" y="28"/>
                  </a:lnTo>
                  <a:lnTo>
                    <a:pt x="8" y="19"/>
                  </a:lnTo>
                  <a:lnTo>
                    <a:pt x="11" y="11"/>
                  </a:lnTo>
                  <a:lnTo>
                    <a:pt x="15" y="7"/>
                  </a:lnTo>
                  <a:lnTo>
                    <a:pt x="19" y="5"/>
                  </a:lnTo>
                  <a:lnTo>
                    <a:pt x="19" y="0"/>
                  </a:lnTo>
                  <a:close/>
                </a:path>
              </a:pathLst>
            </a:custGeom>
            <a:solidFill>
              <a:srgbClr val="DDDDDD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536" name="Google Shape;536;p1"/>
            <p:cNvSpPr/>
            <p:nvPr/>
          </p:nvSpPr>
          <p:spPr>
            <a:xfrm>
              <a:off x="4105" y="3385"/>
              <a:ext cx="14" cy="36"/>
            </a:xfrm>
            <a:custGeom>
              <a:avLst/>
              <a:gdLst/>
              <a:ahLst/>
              <a:cxnLst/>
              <a:rect l="l" t="t" r="r" b="b"/>
              <a:pathLst>
                <a:path w="17" h="63" extrusionOk="0">
                  <a:moveTo>
                    <a:pt x="17" y="0"/>
                  </a:moveTo>
                  <a:lnTo>
                    <a:pt x="13" y="2"/>
                  </a:lnTo>
                  <a:lnTo>
                    <a:pt x="9" y="6"/>
                  </a:lnTo>
                  <a:lnTo>
                    <a:pt x="6" y="14"/>
                  </a:lnTo>
                  <a:lnTo>
                    <a:pt x="4" y="23"/>
                  </a:lnTo>
                  <a:lnTo>
                    <a:pt x="2" y="35"/>
                  </a:lnTo>
                  <a:lnTo>
                    <a:pt x="0" y="49"/>
                  </a:lnTo>
                  <a:lnTo>
                    <a:pt x="0" y="63"/>
                  </a:lnTo>
                  <a:lnTo>
                    <a:pt x="2" y="63"/>
                  </a:lnTo>
                  <a:lnTo>
                    <a:pt x="2" y="49"/>
                  </a:lnTo>
                  <a:lnTo>
                    <a:pt x="2" y="37"/>
                  </a:lnTo>
                  <a:lnTo>
                    <a:pt x="4" y="26"/>
                  </a:lnTo>
                  <a:lnTo>
                    <a:pt x="8" y="18"/>
                  </a:lnTo>
                  <a:lnTo>
                    <a:pt x="9" y="11"/>
                  </a:lnTo>
                  <a:lnTo>
                    <a:pt x="13" y="7"/>
                  </a:lnTo>
                  <a:lnTo>
                    <a:pt x="17" y="6"/>
                  </a:lnTo>
                  <a:lnTo>
                    <a:pt x="17" y="0"/>
                  </a:lnTo>
                  <a:close/>
                </a:path>
              </a:pathLst>
            </a:custGeom>
            <a:solidFill>
              <a:srgbClr val="DEDEDE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537" name="Google Shape;537;p1"/>
            <p:cNvSpPr/>
            <p:nvPr/>
          </p:nvSpPr>
          <p:spPr>
            <a:xfrm>
              <a:off x="4107" y="3387"/>
              <a:ext cx="12" cy="34"/>
            </a:xfrm>
            <a:custGeom>
              <a:avLst/>
              <a:gdLst/>
              <a:ahLst/>
              <a:cxnLst/>
              <a:rect l="l" t="t" r="r" b="b"/>
              <a:pathLst>
                <a:path w="15" h="57" extrusionOk="0">
                  <a:moveTo>
                    <a:pt x="15" y="0"/>
                  </a:moveTo>
                  <a:lnTo>
                    <a:pt x="11" y="1"/>
                  </a:lnTo>
                  <a:lnTo>
                    <a:pt x="7" y="5"/>
                  </a:lnTo>
                  <a:lnTo>
                    <a:pt x="6" y="12"/>
                  </a:lnTo>
                  <a:lnTo>
                    <a:pt x="2" y="20"/>
                  </a:lnTo>
                  <a:lnTo>
                    <a:pt x="0" y="31"/>
                  </a:lnTo>
                  <a:lnTo>
                    <a:pt x="0" y="43"/>
                  </a:lnTo>
                  <a:lnTo>
                    <a:pt x="0" y="57"/>
                  </a:lnTo>
                  <a:lnTo>
                    <a:pt x="0" y="57"/>
                  </a:lnTo>
                  <a:lnTo>
                    <a:pt x="0" y="45"/>
                  </a:lnTo>
                  <a:lnTo>
                    <a:pt x="2" y="34"/>
                  </a:lnTo>
                  <a:lnTo>
                    <a:pt x="4" y="24"/>
                  </a:lnTo>
                  <a:lnTo>
                    <a:pt x="6" y="15"/>
                  </a:lnTo>
                  <a:lnTo>
                    <a:pt x="7" y="10"/>
                  </a:lnTo>
                  <a:lnTo>
                    <a:pt x="11" y="5"/>
                  </a:lnTo>
                  <a:lnTo>
                    <a:pt x="15" y="5"/>
                  </a:lnTo>
                  <a:lnTo>
                    <a:pt x="15" y="0"/>
                  </a:lnTo>
                  <a:close/>
                </a:path>
              </a:pathLst>
            </a:custGeom>
            <a:solidFill>
              <a:srgbClr val="DFDFDF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538" name="Google Shape;538;p1"/>
            <p:cNvSpPr/>
            <p:nvPr/>
          </p:nvSpPr>
          <p:spPr>
            <a:xfrm>
              <a:off x="4107" y="3390"/>
              <a:ext cx="12" cy="31"/>
            </a:xfrm>
            <a:custGeom>
              <a:avLst/>
              <a:gdLst/>
              <a:ahLst/>
              <a:cxnLst/>
              <a:rect l="l" t="t" r="r" b="b"/>
              <a:pathLst>
                <a:path w="15" h="52" extrusionOk="0">
                  <a:moveTo>
                    <a:pt x="15" y="0"/>
                  </a:moveTo>
                  <a:lnTo>
                    <a:pt x="11" y="0"/>
                  </a:lnTo>
                  <a:lnTo>
                    <a:pt x="7" y="5"/>
                  </a:lnTo>
                  <a:lnTo>
                    <a:pt x="6" y="10"/>
                  </a:lnTo>
                  <a:lnTo>
                    <a:pt x="4" y="19"/>
                  </a:lnTo>
                  <a:lnTo>
                    <a:pt x="2" y="29"/>
                  </a:lnTo>
                  <a:lnTo>
                    <a:pt x="0" y="40"/>
                  </a:lnTo>
                  <a:lnTo>
                    <a:pt x="0" y="52"/>
                  </a:lnTo>
                  <a:lnTo>
                    <a:pt x="2" y="52"/>
                  </a:lnTo>
                  <a:lnTo>
                    <a:pt x="2" y="40"/>
                  </a:lnTo>
                  <a:lnTo>
                    <a:pt x="4" y="27"/>
                  </a:lnTo>
                  <a:lnTo>
                    <a:pt x="6" y="19"/>
                  </a:lnTo>
                  <a:lnTo>
                    <a:pt x="7" y="10"/>
                  </a:lnTo>
                  <a:lnTo>
                    <a:pt x="11" y="7"/>
                  </a:lnTo>
                  <a:lnTo>
                    <a:pt x="15" y="5"/>
                  </a:lnTo>
                  <a:lnTo>
                    <a:pt x="15" y="0"/>
                  </a:lnTo>
                  <a:close/>
                </a:path>
              </a:pathLst>
            </a:custGeom>
            <a:solidFill>
              <a:srgbClr val="E1E1E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539" name="Google Shape;539;p1"/>
            <p:cNvSpPr/>
            <p:nvPr/>
          </p:nvSpPr>
          <p:spPr>
            <a:xfrm>
              <a:off x="4107" y="3393"/>
              <a:ext cx="12" cy="28"/>
            </a:xfrm>
            <a:custGeom>
              <a:avLst/>
              <a:gdLst/>
              <a:ahLst/>
              <a:cxnLst/>
              <a:rect l="l" t="t" r="r" b="b"/>
              <a:pathLst>
                <a:path w="13" h="47" extrusionOk="0">
                  <a:moveTo>
                    <a:pt x="13" y="0"/>
                  </a:moveTo>
                  <a:lnTo>
                    <a:pt x="9" y="2"/>
                  </a:lnTo>
                  <a:lnTo>
                    <a:pt x="5" y="5"/>
                  </a:lnTo>
                  <a:lnTo>
                    <a:pt x="4" y="14"/>
                  </a:lnTo>
                  <a:lnTo>
                    <a:pt x="2" y="22"/>
                  </a:lnTo>
                  <a:lnTo>
                    <a:pt x="0" y="35"/>
                  </a:lnTo>
                  <a:lnTo>
                    <a:pt x="0" y="47"/>
                  </a:lnTo>
                  <a:lnTo>
                    <a:pt x="2" y="47"/>
                  </a:lnTo>
                  <a:lnTo>
                    <a:pt x="2" y="35"/>
                  </a:lnTo>
                  <a:lnTo>
                    <a:pt x="4" y="26"/>
                  </a:lnTo>
                  <a:lnTo>
                    <a:pt x="5" y="17"/>
                  </a:lnTo>
                  <a:lnTo>
                    <a:pt x="7" y="10"/>
                  </a:lnTo>
                  <a:lnTo>
                    <a:pt x="9" y="7"/>
                  </a:lnTo>
                  <a:lnTo>
                    <a:pt x="13" y="5"/>
                  </a:lnTo>
                  <a:lnTo>
                    <a:pt x="13" y="0"/>
                  </a:lnTo>
                  <a:close/>
                </a:path>
              </a:pathLst>
            </a:custGeom>
            <a:solidFill>
              <a:srgbClr val="E2E2E2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540" name="Google Shape;540;p1"/>
            <p:cNvSpPr/>
            <p:nvPr/>
          </p:nvSpPr>
          <p:spPr>
            <a:xfrm>
              <a:off x="4109" y="3396"/>
              <a:ext cx="10" cy="25"/>
            </a:xfrm>
            <a:custGeom>
              <a:avLst/>
              <a:gdLst/>
              <a:ahLst/>
              <a:cxnLst/>
              <a:rect l="l" t="t" r="r" b="b"/>
              <a:pathLst>
                <a:path w="11" h="42" extrusionOk="0">
                  <a:moveTo>
                    <a:pt x="11" y="0"/>
                  </a:moveTo>
                  <a:lnTo>
                    <a:pt x="7" y="2"/>
                  </a:lnTo>
                  <a:lnTo>
                    <a:pt x="5" y="5"/>
                  </a:lnTo>
                  <a:lnTo>
                    <a:pt x="3" y="12"/>
                  </a:lnTo>
                  <a:lnTo>
                    <a:pt x="2" y="21"/>
                  </a:lnTo>
                  <a:lnTo>
                    <a:pt x="0" y="30"/>
                  </a:lnTo>
                  <a:lnTo>
                    <a:pt x="0" y="42"/>
                  </a:lnTo>
                  <a:lnTo>
                    <a:pt x="0" y="42"/>
                  </a:lnTo>
                  <a:lnTo>
                    <a:pt x="2" y="31"/>
                  </a:lnTo>
                  <a:lnTo>
                    <a:pt x="2" y="23"/>
                  </a:lnTo>
                  <a:lnTo>
                    <a:pt x="3" y="16"/>
                  </a:lnTo>
                  <a:lnTo>
                    <a:pt x="5" y="11"/>
                  </a:lnTo>
                  <a:lnTo>
                    <a:pt x="7" y="5"/>
                  </a:lnTo>
                  <a:lnTo>
                    <a:pt x="11" y="5"/>
                  </a:lnTo>
                  <a:lnTo>
                    <a:pt x="11" y="0"/>
                  </a:lnTo>
                  <a:close/>
                </a:path>
              </a:pathLst>
            </a:custGeom>
            <a:solidFill>
              <a:srgbClr val="E3E3E3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541" name="Google Shape;541;p1"/>
            <p:cNvSpPr/>
            <p:nvPr/>
          </p:nvSpPr>
          <p:spPr>
            <a:xfrm>
              <a:off x="4109" y="3400"/>
              <a:ext cx="10" cy="21"/>
            </a:xfrm>
            <a:custGeom>
              <a:avLst/>
              <a:gdLst/>
              <a:ahLst/>
              <a:cxnLst/>
              <a:rect l="l" t="t" r="r" b="b"/>
              <a:pathLst>
                <a:path w="11" h="37" extrusionOk="0">
                  <a:moveTo>
                    <a:pt x="11" y="0"/>
                  </a:moveTo>
                  <a:lnTo>
                    <a:pt x="7" y="0"/>
                  </a:lnTo>
                  <a:lnTo>
                    <a:pt x="5" y="6"/>
                  </a:lnTo>
                  <a:lnTo>
                    <a:pt x="3" y="11"/>
                  </a:lnTo>
                  <a:lnTo>
                    <a:pt x="2" y="18"/>
                  </a:lnTo>
                  <a:lnTo>
                    <a:pt x="2" y="26"/>
                  </a:lnTo>
                  <a:lnTo>
                    <a:pt x="0" y="37"/>
                  </a:lnTo>
                  <a:lnTo>
                    <a:pt x="2" y="37"/>
                  </a:lnTo>
                  <a:lnTo>
                    <a:pt x="2" y="26"/>
                  </a:lnTo>
                  <a:lnTo>
                    <a:pt x="3" y="18"/>
                  </a:lnTo>
                  <a:lnTo>
                    <a:pt x="5" y="11"/>
                  </a:lnTo>
                  <a:lnTo>
                    <a:pt x="7" y="7"/>
                  </a:lnTo>
                  <a:lnTo>
                    <a:pt x="11" y="6"/>
                  </a:lnTo>
                  <a:lnTo>
                    <a:pt x="11" y="0"/>
                  </a:lnTo>
                  <a:close/>
                </a:path>
              </a:pathLst>
            </a:custGeom>
            <a:solidFill>
              <a:srgbClr val="E4E4E4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542" name="Google Shape;542;p1"/>
            <p:cNvSpPr/>
            <p:nvPr/>
          </p:nvSpPr>
          <p:spPr>
            <a:xfrm>
              <a:off x="4110" y="3402"/>
              <a:ext cx="9" cy="19"/>
            </a:xfrm>
            <a:custGeom>
              <a:avLst/>
              <a:gdLst/>
              <a:ahLst/>
              <a:cxnLst/>
              <a:rect l="l" t="t" r="r" b="b"/>
              <a:pathLst>
                <a:path w="9" h="31" extrusionOk="0">
                  <a:moveTo>
                    <a:pt x="9" y="0"/>
                  </a:moveTo>
                  <a:lnTo>
                    <a:pt x="5" y="1"/>
                  </a:lnTo>
                  <a:lnTo>
                    <a:pt x="3" y="5"/>
                  </a:lnTo>
                  <a:lnTo>
                    <a:pt x="1" y="12"/>
                  </a:lnTo>
                  <a:lnTo>
                    <a:pt x="0" y="20"/>
                  </a:lnTo>
                  <a:lnTo>
                    <a:pt x="0" y="31"/>
                  </a:lnTo>
                  <a:lnTo>
                    <a:pt x="1" y="31"/>
                  </a:lnTo>
                  <a:lnTo>
                    <a:pt x="1" y="22"/>
                  </a:lnTo>
                  <a:lnTo>
                    <a:pt x="3" y="15"/>
                  </a:lnTo>
                  <a:lnTo>
                    <a:pt x="5" y="10"/>
                  </a:lnTo>
                  <a:lnTo>
                    <a:pt x="7" y="5"/>
                  </a:lnTo>
                  <a:lnTo>
                    <a:pt x="9" y="5"/>
                  </a:lnTo>
                  <a:lnTo>
                    <a:pt x="9" y="0"/>
                  </a:lnTo>
                  <a:close/>
                </a:path>
              </a:pathLst>
            </a:custGeom>
            <a:solidFill>
              <a:srgbClr val="E5E5E5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543" name="Google Shape;543;p1"/>
            <p:cNvSpPr/>
            <p:nvPr/>
          </p:nvSpPr>
          <p:spPr>
            <a:xfrm>
              <a:off x="4112" y="3406"/>
              <a:ext cx="7" cy="15"/>
            </a:xfrm>
            <a:custGeom>
              <a:avLst/>
              <a:gdLst/>
              <a:ahLst/>
              <a:cxnLst/>
              <a:rect l="l" t="t" r="r" b="b"/>
              <a:pathLst>
                <a:path w="8" h="26" extrusionOk="0">
                  <a:moveTo>
                    <a:pt x="8" y="0"/>
                  </a:moveTo>
                  <a:lnTo>
                    <a:pt x="6" y="0"/>
                  </a:lnTo>
                  <a:lnTo>
                    <a:pt x="4" y="5"/>
                  </a:lnTo>
                  <a:lnTo>
                    <a:pt x="2" y="10"/>
                  </a:lnTo>
                  <a:lnTo>
                    <a:pt x="0" y="17"/>
                  </a:lnTo>
                  <a:lnTo>
                    <a:pt x="0" y="26"/>
                  </a:lnTo>
                  <a:lnTo>
                    <a:pt x="2" y="26"/>
                  </a:lnTo>
                  <a:lnTo>
                    <a:pt x="2" y="17"/>
                  </a:lnTo>
                  <a:lnTo>
                    <a:pt x="4" y="10"/>
                  </a:lnTo>
                  <a:lnTo>
                    <a:pt x="6" y="7"/>
                  </a:lnTo>
                  <a:lnTo>
                    <a:pt x="8" y="5"/>
                  </a:lnTo>
                  <a:lnTo>
                    <a:pt x="8" y="0"/>
                  </a:lnTo>
                  <a:close/>
                </a:path>
              </a:pathLst>
            </a:custGeom>
            <a:solidFill>
              <a:srgbClr val="E6E6E6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544" name="Google Shape;544;p1"/>
            <p:cNvSpPr/>
            <p:nvPr/>
          </p:nvSpPr>
          <p:spPr>
            <a:xfrm>
              <a:off x="4114" y="3408"/>
              <a:ext cx="5" cy="13"/>
            </a:xfrm>
            <a:custGeom>
              <a:avLst/>
              <a:gdLst/>
              <a:ahLst/>
              <a:cxnLst/>
              <a:rect l="l" t="t" r="r" b="b"/>
              <a:pathLst>
                <a:path w="6" h="21" extrusionOk="0">
                  <a:moveTo>
                    <a:pt x="6" y="0"/>
                  </a:moveTo>
                  <a:lnTo>
                    <a:pt x="4" y="2"/>
                  </a:lnTo>
                  <a:lnTo>
                    <a:pt x="2" y="5"/>
                  </a:lnTo>
                  <a:lnTo>
                    <a:pt x="0" y="12"/>
                  </a:lnTo>
                  <a:lnTo>
                    <a:pt x="0" y="21"/>
                  </a:lnTo>
                  <a:lnTo>
                    <a:pt x="0" y="21"/>
                  </a:lnTo>
                  <a:lnTo>
                    <a:pt x="2" y="14"/>
                  </a:lnTo>
                  <a:lnTo>
                    <a:pt x="2" y="9"/>
                  </a:lnTo>
                  <a:lnTo>
                    <a:pt x="4" y="5"/>
                  </a:lnTo>
                  <a:lnTo>
                    <a:pt x="6" y="5"/>
                  </a:lnTo>
                  <a:lnTo>
                    <a:pt x="6" y="0"/>
                  </a:lnTo>
                  <a:close/>
                </a:path>
              </a:pathLst>
            </a:custGeom>
            <a:solidFill>
              <a:srgbClr val="E6E6E6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545" name="Google Shape;545;p1"/>
            <p:cNvSpPr/>
            <p:nvPr/>
          </p:nvSpPr>
          <p:spPr>
            <a:xfrm>
              <a:off x="4114" y="3412"/>
              <a:ext cx="5" cy="9"/>
            </a:xfrm>
            <a:custGeom>
              <a:avLst/>
              <a:gdLst/>
              <a:ahLst/>
              <a:cxnLst/>
              <a:rect l="l" t="t" r="r" b="b"/>
              <a:pathLst>
                <a:path w="6" h="16" extrusionOk="0">
                  <a:moveTo>
                    <a:pt x="6" y="0"/>
                  </a:moveTo>
                  <a:lnTo>
                    <a:pt x="4" y="0"/>
                  </a:lnTo>
                  <a:lnTo>
                    <a:pt x="2" y="4"/>
                  </a:lnTo>
                  <a:lnTo>
                    <a:pt x="2" y="9"/>
                  </a:lnTo>
                  <a:lnTo>
                    <a:pt x="0" y="16"/>
                  </a:lnTo>
                  <a:lnTo>
                    <a:pt x="2" y="16"/>
                  </a:lnTo>
                  <a:lnTo>
                    <a:pt x="2" y="11"/>
                  </a:lnTo>
                  <a:lnTo>
                    <a:pt x="4" y="5"/>
                  </a:lnTo>
                  <a:lnTo>
                    <a:pt x="6" y="5"/>
                  </a:lnTo>
                  <a:lnTo>
                    <a:pt x="6" y="0"/>
                  </a:lnTo>
                  <a:close/>
                </a:path>
              </a:pathLst>
            </a:custGeom>
            <a:solidFill>
              <a:srgbClr val="E6E6E6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546" name="Google Shape;546;p1"/>
            <p:cNvSpPr/>
            <p:nvPr/>
          </p:nvSpPr>
          <p:spPr>
            <a:xfrm>
              <a:off x="4116" y="3416"/>
              <a:ext cx="3" cy="5"/>
            </a:xfrm>
            <a:custGeom>
              <a:avLst/>
              <a:gdLst/>
              <a:ahLst/>
              <a:cxnLst/>
              <a:rect l="l" t="t" r="r" b="b"/>
              <a:pathLst>
                <a:path w="4" h="11" extrusionOk="0">
                  <a:moveTo>
                    <a:pt x="4" y="0"/>
                  </a:moveTo>
                  <a:lnTo>
                    <a:pt x="2" y="0"/>
                  </a:lnTo>
                  <a:lnTo>
                    <a:pt x="0" y="6"/>
                  </a:lnTo>
                  <a:lnTo>
                    <a:pt x="0" y="11"/>
                  </a:lnTo>
                  <a:lnTo>
                    <a:pt x="2" y="11"/>
                  </a:lnTo>
                  <a:lnTo>
                    <a:pt x="2" y="7"/>
                  </a:lnTo>
                  <a:lnTo>
                    <a:pt x="4" y="6"/>
                  </a:lnTo>
                  <a:lnTo>
                    <a:pt x="4" y="0"/>
                  </a:lnTo>
                  <a:close/>
                </a:path>
              </a:pathLst>
            </a:custGeom>
            <a:solidFill>
              <a:srgbClr val="E6E6E6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547" name="Google Shape;547;p1"/>
            <p:cNvSpPr/>
            <p:nvPr/>
          </p:nvSpPr>
          <p:spPr>
            <a:xfrm>
              <a:off x="4117" y="3418"/>
              <a:ext cx="2" cy="3"/>
            </a:xfrm>
            <a:custGeom>
              <a:avLst/>
              <a:gdLst/>
              <a:ahLst/>
              <a:cxnLst/>
              <a:rect l="l" t="t" r="r" b="b"/>
              <a:pathLst>
                <a:path w="2" h="5" extrusionOk="0">
                  <a:moveTo>
                    <a:pt x="2" y="0"/>
                  </a:moveTo>
                  <a:lnTo>
                    <a:pt x="0" y="1"/>
                  </a:lnTo>
                  <a:lnTo>
                    <a:pt x="0" y="5"/>
                  </a:lnTo>
                  <a:lnTo>
                    <a:pt x="2" y="5"/>
                  </a:lnTo>
                  <a:lnTo>
                    <a:pt x="2" y="5"/>
                  </a:lnTo>
                  <a:lnTo>
                    <a:pt x="2" y="0"/>
                  </a:lnTo>
                  <a:close/>
                </a:path>
              </a:pathLst>
            </a:custGeom>
            <a:solidFill>
              <a:srgbClr val="E6E6E6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548" name="Google Shape;548;p1"/>
            <p:cNvSpPr/>
            <p:nvPr/>
          </p:nvSpPr>
          <p:spPr>
            <a:xfrm>
              <a:off x="4070" y="3294"/>
              <a:ext cx="49" cy="127"/>
            </a:xfrm>
            <a:custGeom>
              <a:avLst/>
              <a:gdLst/>
              <a:ahLst/>
              <a:cxnLst/>
              <a:rect l="l" t="t" r="r" b="b"/>
              <a:pathLst>
                <a:path w="56" h="214" extrusionOk="0">
                  <a:moveTo>
                    <a:pt x="27" y="214"/>
                  </a:moveTo>
                  <a:lnTo>
                    <a:pt x="34" y="210"/>
                  </a:lnTo>
                  <a:lnTo>
                    <a:pt x="41" y="202"/>
                  </a:lnTo>
                  <a:lnTo>
                    <a:pt x="47" y="186"/>
                  </a:lnTo>
                  <a:lnTo>
                    <a:pt x="50" y="167"/>
                  </a:lnTo>
                  <a:lnTo>
                    <a:pt x="54" y="144"/>
                  </a:lnTo>
                  <a:lnTo>
                    <a:pt x="56" y="120"/>
                  </a:lnTo>
                  <a:lnTo>
                    <a:pt x="56" y="94"/>
                  </a:lnTo>
                  <a:lnTo>
                    <a:pt x="54" y="70"/>
                  </a:lnTo>
                  <a:lnTo>
                    <a:pt x="50" y="45"/>
                  </a:lnTo>
                  <a:lnTo>
                    <a:pt x="47" y="26"/>
                  </a:lnTo>
                  <a:lnTo>
                    <a:pt x="41" y="13"/>
                  </a:lnTo>
                  <a:lnTo>
                    <a:pt x="34" y="4"/>
                  </a:lnTo>
                  <a:lnTo>
                    <a:pt x="27" y="0"/>
                  </a:lnTo>
                  <a:lnTo>
                    <a:pt x="21" y="4"/>
                  </a:lnTo>
                  <a:lnTo>
                    <a:pt x="14" y="13"/>
                  </a:lnTo>
                  <a:lnTo>
                    <a:pt x="9" y="26"/>
                  </a:lnTo>
                  <a:lnTo>
                    <a:pt x="5" y="45"/>
                  </a:lnTo>
                  <a:lnTo>
                    <a:pt x="1" y="70"/>
                  </a:lnTo>
                  <a:lnTo>
                    <a:pt x="0" y="94"/>
                  </a:lnTo>
                  <a:lnTo>
                    <a:pt x="0" y="120"/>
                  </a:lnTo>
                  <a:lnTo>
                    <a:pt x="1" y="144"/>
                  </a:lnTo>
                  <a:lnTo>
                    <a:pt x="5" y="167"/>
                  </a:lnTo>
                  <a:lnTo>
                    <a:pt x="9" y="186"/>
                  </a:lnTo>
                  <a:lnTo>
                    <a:pt x="14" y="202"/>
                  </a:lnTo>
                  <a:lnTo>
                    <a:pt x="21" y="210"/>
                  </a:lnTo>
                  <a:lnTo>
                    <a:pt x="27" y="214"/>
                  </a:lnTo>
                  <a:close/>
                </a:path>
              </a:pathLst>
            </a:custGeom>
            <a:solidFill>
              <a:srgbClr val="000000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549" name="Google Shape;549;p1"/>
            <p:cNvSpPr/>
            <p:nvPr/>
          </p:nvSpPr>
          <p:spPr>
            <a:xfrm>
              <a:off x="4070" y="3294"/>
              <a:ext cx="49" cy="127"/>
            </a:xfrm>
            <a:custGeom>
              <a:avLst/>
              <a:gdLst/>
              <a:ahLst/>
              <a:cxnLst/>
              <a:rect l="l" t="t" r="r" b="b"/>
              <a:pathLst>
                <a:path w="56" h="214" extrusionOk="0">
                  <a:moveTo>
                    <a:pt x="56" y="0"/>
                  </a:moveTo>
                  <a:lnTo>
                    <a:pt x="48" y="2"/>
                  </a:lnTo>
                  <a:lnTo>
                    <a:pt x="41" y="7"/>
                  </a:lnTo>
                  <a:lnTo>
                    <a:pt x="36" y="14"/>
                  </a:lnTo>
                  <a:lnTo>
                    <a:pt x="28" y="25"/>
                  </a:lnTo>
                  <a:lnTo>
                    <a:pt x="23" y="39"/>
                  </a:lnTo>
                  <a:lnTo>
                    <a:pt x="18" y="54"/>
                  </a:lnTo>
                  <a:lnTo>
                    <a:pt x="14" y="72"/>
                  </a:lnTo>
                  <a:lnTo>
                    <a:pt x="9" y="92"/>
                  </a:lnTo>
                  <a:lnTo>
                    <a:pt x="7" y="115"/>
                  </a:lnTo>
                  <a:lnTo>
                    <a:pt x="3" y="137"/>
                  </a:lnTo>
                  <a:lnTo>
                    <a:pt x="1" y="162"/>
                  </a:lnTo>
                  <a:lnTo>
                    <a:pt x="0" y="188"/>
                  </a:lnTo>
                  <a:lnTo>
                    <a:pt x="0" y="214"/>
                  </a:lnTo>
                  <a:lnTo>
                    <a:pt x="0" y="0"/>
                  </a:lnTo>
                  <a:lnTo>
                    <a:pt x="56" y="0"/>
                  </a:lnTo>
                  <a:close/>
                </a:path>
              </a:pathLst>
            </a:custGeom>
            <a:solidFill>
              <a:srgbClr val="9A9A9A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550" name="Google Shape;550;p1"/>
            <p:cNvSpPr/>
            <p:nvPr/>
          </p:nvSpPr>
          <p:spPr>
            <a:xfrm>
              <a:off x="4070" y="3294"/>
              <a:ext cx="49" cy="127"/>
            </a:xfrm>
            <a:custGeom>
              <a:avLst/>
              <a:gdLst/>
              <a:ahLst/>
              <a:cxnLst/>
              <a:rect l="l" t="t" r="r" b="b"/>
              <a:pathLst>
                <a:path w="56" h="214" extrusionOk="0">
                  <a:moveTo>
                    <a:pt x="56" y="0"/>
                  </a:moveTo>
                  <a:lnTo>
                    <a:pt x="48" y="2"/>
                  </a:lnTo>
                  <a:lnTo>
                    <a:pt x="41" y="7"/>
                  </a:lnTo>
                  <a:lnTo>
                    <a:pt x="36" y="14"/>
                  </a:lnTo>
                  <a:lnTo>
                    <a:pt x="28" y="25"/>
                  </a:lnTo>
                  <a:lnTo>
                    <a:pt x="23" y="39"/>
                  </a:lnTo>
                  <a:lnTo>
                    <a:pt x="18" y="54"/>
                  </a:lnTo>
                  <a:lnTo>
                    <a:pt x="14" y="72"/>
                  </a:lnTo>
                  <a:lnTo>
                    <a:pt x="9" y="92"/>
                  </a:lnTo>
                  <a:lnTo>
                    <a:pt x="7" y="115"/>
                  </a:lnTo>
                  <a:lnTo>
                    <a:pt x="3" y="137"/>
                  </a:lnTo>
                  <a:lnTo>
                    <a:pt x="1" y="162"/>
                  </a:lnTo>
                  <a:lnTo>
                    <a:pt x="0" y="188"/>
                  </a:lnTo>
                  <a:lnTo>
                    <a:pt x="0" y="214"/>
                  </a:lnTo>
                  <a:lnTo>
                    <a:pt x="1" y="214"/>
                  </a:lnTo>
                  <a:lnTo>
                    <a:pt x="1" y="188"/>
                  </a:lnTo>
                  <a:lnTo>
                    <a:pt x="3" y="163"/>
                  </a:lnTo>
                  <a:lnTo>
                    <a:pt x="5" y="139"/>
                  </a:lnTo>
                  <a:lnTo>
                    <a:pt x="7" y="117"/>
                  </a:lnTo>
                  <a:lnTo>
                    <a:pt x="10" y="96"/>
                  </a:lnTo>
                  <a:lnTo>
                    <a:pt x="14" y="75"/>
                  </a:lnTo>
                  <a:lnTo>
                    <a:pt x="19" y="58"/>
                  </a:lnTo>
                  <a:lnTo>
                    <a:pt x="25" y="42"/>
                  </a:lnTo>
                  <a:lnTo>
                    <a:pt x="30" y="30"/>
                  </a:lnTo>
                  <a:lnTo>
                    <a:pt x="36" y="19"/>
                  </a:lnTo>
                  <a:lnTo>
                    <a:pt x="43" y="11"/>
                  </a:lnTo>
                  <a:lnTo>
                    <a:pt x="48" y="7"/>
                  </a:lnTo>
                  <a:lnTo>
                    <a:pt x="56" y="6"/>
                  </a:lnTo>
                  <a:lnTo>
                    <a:pt x="56" y="0"/>
                  </a:lnTo>
                  <a:close/>
                </a:path>
              </a:pathLst>
            </a:custGeom>
            <a:solidFill>
              <a:srgbClr val="9A9A9A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551" name="Google Shape;551;p1"/>
            <p:cNvSpPr/>
            <p:nvPr/>
          </p:nvSpPr>
          <p:spPr>
            <a:xfrm>
              <a:off x="4072" y="3298"/>
              <a:ext cx="47" cy="123"/>
            </a:xfrm>
            <a:custGeom>
              <a:avLst/>
              <a:gdLst/>
              <a:ahLst/>
              <a:cxnLst/>
              <a:rect l="l" t="t" r="r" b="b"/>
              <a:pathLst>
                <a:path w="55" h="208" extrusionOk="0">
                  <a:moveTo>
                    <a:pt x="55" y="0"/>
                  </a:moveTo>
                  <a:lnTo>
                    <a:pt x="47" y="1"/>
                  </a:lnTo>
                  <a:lnTo>
                    <a:pt x="42" y="5"/>
                  </a:lnTo>
                  <a:lnTo>
                    <a:pt x="35" y="13"/>
                  </a:lnTo>
                  <a:lnTo>
                    <a:pt x="29" y="24"/>
                  </a:lnTo>
                  <a:lnTo>
                    <a:pt x="24" y="36"/>
                  </a:lnTo>
                  <a:lnTo>
                    <a:pt x="18" y="52"/>
                  </a:lnTo>
                  <a:lnTo>
                    <a:pt x="13" y="69"/>
                  </a:lnTo>
                  <a:lnTo>
                    <a:pt x="9" y="90"/>
                  </a:lnTo>
                  <a:lnTo>
                    <a:pt x="6" y="111"/>
                  </a:lnTo>
                  <a:lnTo>
                    <a:pt x="4" y="133"/>
                  </a:lnTo>
                  <a:lnTo>
                    <a:pt x="2" y="157"/>
                  </a:lnTo>
                  <a:lnTo>
                    <a:pt x="0" y="182"/>
                  </a:lnTo>
                  <a:lnTo>
                    <a:pt x="0" y="208"/>
                  </a:lnTo>
                  <a:lnTo>
                    <a:pt x="2" y="208"/>
                  </a:lnTo>
                  <a:lnTo>
                    <a:pt x="2" y="180"/>
                  </a:lnTo>
                  <a:lnTo>
                    <a:pt x="4" y="154"/>
                  </a:lnTo>
                  <a:lnTo>
                    <a:pt x="6" y="130"/>
                  </a:lnTo>
                  <a:lnTo>
                    <a:pt x="8" y="105"/>
                  </a:lnTo>
                  <a:lnTo>
                    <a:pt x="13" y="85"/>
                  </a:lnTo>
                  <a:lnTo>
                    <a:pt x="17" y="64"/>
                  </a:lnTo>
                  <a:lnTo>
                    <a:pt x="22" y="46"/>
                  </a:lnTo>
                  <a:lnTo>
                    <a:pt x="27" y="33"/>
                  </a:lnTo>
                  <a:lnTo>
                    <a:pt x="35" y="20"/>
                  </a:lnTo>
                  <a:lnTo>
                    <a:pt x="40" y="12"/>
                  </a:lnTo>
                  <a:lnTo>
                    <a:pt x="47" y="7"/>
                  </a:lnTo>
                  <a:lnTo>
                    <a:pt x="55" y="5"/>
                  </a:lnTo>
                  <a:lnTo>
                    <a:pt x="55" y="0"/>
                  </a:lnTo>
                  <a:close/>
                </a:path>
              </a:pathLst>
            </a:custGeom>
            <a:solidFill>
              <a:srgbClr val="9B9B9B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552" name="Google Shape;552;p1"/>
            <p:cNvSpPr/>
            <p:nvPr/>
          </p:nvSpPr>
          <p:spPr>
            <a:xfrm>
              <a:off x="4074" y="3300"/>
              <a:ext cx="45" cy="121"/>
            </a:xfrm>
            <a:custGeom>
              <a:avLst/>
              <a:gdLst/>
              <a:ahLst/>
              <a:cxnLst/>
              <a:rect l="l" t="t" r="r" b="b"/>
              <a:pathLst>
                <a:path w="53" h="203" extrusionOk="0">
                  <a:moveTo>
                    <a:pt x="53" y="0"/>
                  </a:moveTo>
                  <a:lnTo>
                    <a:pt x="45" y="2"/>
                  </a:lnTo>
                  <a:lnTo>
                    <a:pt x="38" y="7"/>
                  </a:lnTo>
                  <a:lnTo>
                    <a:pt x="33" y="15"/>
                  </a:lnTo>
                  <a:lnTo>
                    <a:pt x="25" y="28"/>
                  </a:lnTo>
                  <a:lnTo>
                    <a:pt x="20" y="41"/>
                  </a:lnTo>
                  <a:lnTo>
                    <a:pt x="15" y="59"/>
                  </a:lnTo>
                  <a:lnTo>
                    <a:pt x="11" y="80"/>
                  </a:lnTo>
                  <a:lnTo>
                    <a:pt x="6" y="100"/>
                  </a:lnTo>
                  <a:lnTo>
                    <a:pt x="4" y="125"/>
                  </a:lnTo>
                  <a:lnTo>
                    <a:pt x="2" y="149"/>
                  </a:lnTo>
                  <a:lnTo>
                    <a:pt x="0" y="175"/>
                  </a:lnTo>
                  <a:lnTo>
                    <a:pt x="0" y="203"/>
                  </a:lnTo>
                  <a:lnTo>
                    <a:pt x="0" y="203"/>
                  </a:lnTo>
                  <a:lnTo>
                    <a:pt x="2" y="177"/>
                  </a:lnTo>
                  <a:lnTo>
                    <a:pt x="2" y="151"/>
                  </a:lnTo>
                  <a:lnTo>
                    <a:pt x="4" y="126"/>
                  </a:lnTo>
                  <a:lnTo>
                    <a:pt x="7" y="104"/>
                  </a:lnTo>
                  <a:lnTo>
                    <a:pt x="11" y="81"/>
                  </a:lnTo>
                  <a:lnTo>
                    <a:pt x="16" y="62"/>
                  </a:lnTo>
                  <a:lnTo>
                    <a:pt x="20" y="45"/>
                  </a:lnTo>
                  <a:lnTo>
                    <a:pt x="27" y="31"/>
                  </a:lnTo>
                  <a:lnTo>
                    <a:pt x="33" y="21"/>
                  </a:lnTo>
                  <a:lnTo>
                    <a:pt x="38" y="12"/>
                  </a:lnTo>
                  <a:lnTo>
                    <a:pt x="45" y="7"/>
                  </a:lnTo>
                  <a:lnTo>
                    <a:pt x="53" y="5"/>
                  </a:lnTo>
                  <a:lnTo>
                    <a:pt x="53" y="0"/>
                  </a:lnTo>
                  <a:close/>
                </a:path>
              </a:pathLst>
            </a:custGeom>
            <a:solidFill>
              <a:srgbClr val="9D9D9D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553" name="Google Shape;553;p1"/>
            <p:cNvSpPr/>
            <p:nvPr/>
          </p:nvSpPr>
          <p:spPr>
            <a:xfrm>
              <a:off x="4074" y="3304"/>
              <a:ext cx="45" cy="117"/>
            </a:xfrm>
            <a:custGeom>
              <a:avLst/>
              <a:gdLst/>
              <a:ahLst/>
              <a:cxnLst/>
              <a:rect l="l" t="t" r="r" b="b"/>
              <a:pathLst>
                <a:path w="53" h="198" extrusionOk="0">
                  <a:moveTo>
                    <a:pt x="53" y="0"/>
                  </a:moveTo>
                  <a:lnTo>
                    <a:pt x="45" y="2"/>
                  </a:lnTo>
                  <a:lnTo>
                    <a:pt x="38" y="7"/>
                  </a:lnTo>
                  <a:lnTo>
                    <a:pt x="33" y="16"/>
                  </a:lnTo>
                  <a:lnTo>
                    <a:pt x="27" y="26"/>
                  </a:lnTo>
                  <a:lnTo>
                    <a:pt x="20" y="40"/>
                  </a:lnTo>
                  <a:lnTo>
                    <a:pt x="16" y="57"/>
                  </a:lnTo>
                  <a:lnTo>
                    <a:pt x="11" y="76"/>
                  </a:lnTo>
                  <a:lnTo>
                    <a:pt x="7" y="99"/>
                  </a:lnTo>
                  <a:lnTo>
                    <a:pt x="4" y="121"/>
                  </a:lnTo>
                  <a:lnTo>
                    <a:pt x="2" y="146"/>
                  </a:lnTo>
                  <a:lnTo>
                    <a:pt x="2" y="172"/>
                  </a:lnTo>
                  <a:lnTo>
                    <a:pt x="0" y="198"/>
                  </a:lnTo>
                  <a:lnTo>
                    <a:pt x="2" y="198"/>
                  </a:lnTo>
                  <a:lnTo>
                    <a:pt x="2" y="172"/>
                  </a:lnTo>
                  <a:lnTo>
                    <a:pt x="4" y="147"/>
                  </a:lnTo>
                  <a:lnTo>
                    <a:pt x="6" y="123"/>
                  </a:lnTo>
                  <a:lnTo>
                    <a:pt x="9" y="101"/>
                  </a:lnTo>
                  <a:lnTo>
                    <a:pt x="13" y="80"/>
                  </a:lnTo>
                  <a:lnTo>
                    <a:pt x="16" y="61"/>
                  </a:lnTo>
                  <a:lnTo>
                    <a:pt x="22" y="45"/>
                  </a:lnTo>
                  <a:lnTo>
                    <a:pt x="27" y="31"/>
                  </a:lnTo>
                  <a:lnTo>
                    <a:pt x="33" y="19"/>
                  </a:lnTo>
                  <a:lnTo>
                    <a:pt x="40" y="12"/>
                  </a:lnTo>
                  <a:lnTo>
                    <a:pt x="45" y="7"/>
                  </a:lnTo>
                  <a:lnTo>
                    <a:pt x="53" y="5"/>
                  </a:lnTo>
                  <a:lnTo>
                    <a:pt x="53" y="0"/>
                  </a:lnTo>
                  <a:close/>
                </a:path>
              </a:pathLst>
            </a:custGeom>
            <a:solidFill>
              <a:srgbClr val="9F9F9F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554" name="Google Shape;554;p1"/>
            <p:cNvSpPr/>
            <p:nvPr/>
          </p:nvSpPr>
          <p:spPr>
            <a:xfrm>
              <a:off x="4074" y="3307"/>
              <a:ext cx="45" cy="114"/>
            </a:xfrm>
            <a:custGeom>
              <a:avLst/>
              <a:gdLst/>
              <a:ahLst/>
              <a:cxnLst/>
              <a:rect l="l" t="t" r="r" b="b"/>
              <a:pathLst>
                <a:path w="51" h="193" extrusionOk="0">
                  <a:moveTo>
                    <a:pt x="51" y="0"/>
                  </a:moveTo>
                  <a:lnTo>
                    <a:pt x="43" y="2"/>
                  </a:lnTo>
                  <a:lnTo>
                    <a:pt x="38" y="7"/>
                  </a:lnTo>
                  <a:lnTo>
                    <a:pt x="31" y="14"/>
                  </a:lnTo>
                  <a:lnTo>
                    <a:pt x="25" y="26"/>
                  </a:lnTo>
                  <a:lnTo>
                    <a:pt x="20" y="40"/>
                  </a:lnTo>
                  <a:lnTo>
                    <a:pt x="14" y="56"/>
                  </a:lnTo>
                  <a:lnTo>
                    <a:pt x="11" y="75"/>
                  </a:lnTo>
                  <a:lnTo>
                    <a:pt x="7" y="96"/>
                  </a:lnTo>
                  <a:lnTo>
                    <a:pt x="4" y="118"/>
                  </a:lnTo>
                  <a:lnTo>
                    <a:pt x="2" y="142"/>
                  </a:lnTo>
                  <a:lnTo>
                    <a:pt x="0" y="167"/>
                  </a:lnTo>
                  <a:lnTo>
                    <a:pt x="0" y="193"/>
                  </a:lnTo>
                  <a:lnTo>
                    <a:pt x="2" y="193"/>
                  </a:lnTo>
                  <a:lnTo>
                    <a:pt x="2" y="168"/>
                  </a:lnTo>
                  <a:lnTo>
                    <a:pt x="4" y="144"/>
                  </a:lnTo>
                  <a:lnTo>
                    <a:pt x="5" y="120"/>
                  </a:lnTo>
                  <a:lnTo>
                    <a:pt x="7" y="99"/>
                  </a:lnTo>
                  <a:lnTo>
                    <a:pt x="11" y="78"/>
                  </a:lnTo>
                  <a:lnTo>
                    <a:pt x="16" y="59"/>
                  </a:lnTo>
                  <a:lnTo>
                    <a:pt x="20" y="44"/>
                  </a:lnTo>
                  <a:lnTo>
                    <a:pt x="25" y="30"/>
                  </a:lnTo>
                  <a:lnTo>
                    <a:pt x="31" y="19"/>
                  </a:lnTo>
                  <a:lnTo>
                    <a:pt x="38" y="12"/>
                  </a:lnTo>
                  <a:lnTo>
                    <a:pt x="43" y="7"/>
                  </a:lnTo>
                  <a:lnTo>
                    <a:pt x="51" y="5"/>
                  </a:lnTo>
                  <a:lnTo>
                    <a:pt x="51" y="0"/>
                  </a:lnTo>
                  <a:close/>
                </a:path>
              </a:pathLst>
            </a:custGeom>
            <a:solidFill>
              <a:srgbClr val="A1A1A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555" name="Google Shape;555;p1"/>
            <p:cNvSpPr/>
            <p:nvPr/>
          </p:nvSpPr>
          <p:spPr>
            <a:xfrm>
              <a:off x="4075" y="3309"/>
              <a:ext cx="44" cy="112"/>
            </a:xfrm>
            <a:custGeom>
              <a:avLst/>
              <a:gdLst/>
              <a:ahLst/>
              <a:cxnLst/>
              <a:rect l="l" t="t" r="r" b="b"/>
              <a:pathLst>
                <a:path w="49" h="188" extrusionOk="0">
                  <a:moveTo>
                    <a:pt x="49" y="0"/>
                  </a:moveTo>
                  <a:lnTo>
                    <a:pt x="41" y="2"/>
                  </a:lnTo>
                  <a:lnTo>
                    <a:pt x="36" y="7"/>
                  </a:lnTo>
                  <a:lnTo>
                    <a:pt x="29" y="14"/>
                  </a:lnTo>
                  <a:lnTo>
                    <a:pt x="23" y="25"/>
                  </a:lnTo>
                  <a:lnTo>
                    <a:pt x="18" y="39"/>
                  </a:lnTo>
                  <a:lnTo>
                    <a:pt x="14" y="54"/>
                  </a:lnTo>
                  <a:lnTo>
                    <a:pt x="9" y="73"/>
                  </a:lnTo>
                  <a:lnTo>
                    <a:pt x="5" y="94"/>
                  </a:lnTo>
                  <a:lnTo>
                    <a:pt x="3" y="115"/>
                  </a:lnTo>
                  <a:lnTo>
                    <a:pt x="2" y="139"/>
                  </a:lnTo>
                  <a:lnTo>
                    <a:pt x="0" y="163"/>
                  </a:lnTo>
                  <a:lnTo>
                    <a:pt x="0" y="188"/>
                  </a:lnTo>
                  <a:lnTo>
                    <a:pt x="2" y="188"/>
                  </a:lnTo>
                  <a:lnTo>
                    <a:pt x="2" y="163"/>
                  </a:lnTo>
                  <a:lnTo>
                    <a:pt x="2" y="141"/>
                  </a:lnTo>
                  <a:lnTo>
                    <a:pt x="5" y="118"/>
                  </a:lnTo>
                  <a:lnTo>
                    <a:pt x="7" y="96"/>
                  </a:lnTo>
                  <a:lnTo>
                    <a:pt x="11" y="77"/>
                  </a:lnTo>
                  <a:lnTo>
                    <a:pt x="14" y="59"/>
                  </a:lnTo>
                  <a:lnTo>
                    <a:pt x="20" y="44"/>
                  </a:lnTo>
                  <a:lnTo>
                    <a:pt x="25" y="30"/>
                  </a:lnTo>
                  <a:lnTo>
                    <a:pt x="30" y="19"/>
                  </a:lnTo>
                  <a:lnTo>
                    <a:pt x="36" y="11"/>
                  </a:lnTo>
                  <a:lnTo>
                    <a:pt x="41" y="7"/>
                  </a:lnTo>
                  <a:lnTo>
                    <a:pt x="49" y="6"/>
                  </a:lnTo>
                  <a:lnTo>
                    <a:pt x="49" y="0"/>
                  </a:lnTo>
                  <a:close/>
                </a:path>
              </a:pathLst>
            </a:custGeom>
            <a:solidFill>
              <a:srgbClr val="A3A3A3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556" name="Google Shape;556;p1"/>
            <p:cNvSpPr/>
            <p:nvPr/>
          </p:nvSpPr>
          <p:spPr>
            <a:xfrm>
              <a:off x="4077" y="3313"/>
              <a:ext cx="42" cy="108"/>
            </a:xfrm>
            <a:custGeom>
              <a:avLst/>
              <a:gdLst/>
              <a:ahLst/>
              <a:cxnLst/>
              <a:rect l="l" t="t" r="r" b="b"/>
              <a:pathLst>
                <a:path w="47" h="182" extrusionOk="0">
                  <a:moveTo>
                    <a:pt x="47" y="0"/>
                  </a:moveTo>
                  <a:lnTo>
                    <a:pt x="39" y="1"/>
                  </a:lnTo>
                  <a:lnTo>
                    <a:pt x="34" y="5"/>
                  </a:lnTo>
                  <a:lnTo>
                    <a:pt x="28" y="13"/>
                  </a:lnTo>
                  <a:lnTo>
                    <a:pt x="23" y="24"/>
                  </a:lnTo>
                  <a:lnTo>
                    <a:pt x="18" y="38"/>
                  </a:lnTo>
                  <a:lnTo>
                    <a:pt x="12" y="53"/>
                  </a:lnTo>
                  <a:lnTo>
                    <a:pt x="9" y="71"/>
                  </a:lnTo>
                  <a:lnTo>
                    <a:pt x="5" y="90"/>
                  </a:lnTo>
                  <a:lnTo>
                    <a:pt x="3" y="112"/>
                  </a:lnTo>
                  <a:lnTo>
                    <a:pt x="0" y="135"/>
                  </a:lnTo>
                  <a:lnTo>
                    <a:pt x="0" y="157"/>
                  </a:lnTo>
                  <a:lnTo>
                    <a:pt x="0" y="182"/>
                  </a:lnTo>
                  <a:lnTo>
                    <a:pt x="0" y="182"/>
                  </a:lnTo>
                  <a:lnTo>
                    <a:pt x="1" y="157"/>
                  </a:lnTo>
                  <a:lnTo>
                    <a:pt x="1" y="135"/>
                  </a:lnTo>
                  <a:lnTo>
                    <a:pt x="3" y="114"/>
                  </a:lnTo>
                  <a:lnTo>
                    <a:pt x="7" y="93"/>
                  </a:lnTo>
                  <a:lnTo>
                    <a:pt x="10" y="74"/>
                  </a:lnTo>
                  <a:lnTo>
                    <a:pt x="14" y="57"/>
                  </a:lnTo>
                  <a:lnTo>
                    <a:pt x="18" y="41"/>
                  </a:lnTo>
                  <a:lnTo>
                    <a:pt x="23" y="29"/>
                  </a:lnTo>
                  <a:lnTo>
                    <a:pt x="28" y="19"/>
                  </a:lnTo>
                  <a:lnTo>
                    <a:pt x="34" y="10"/>
                  </a:lnTo>
                  <a:lnTo>
                    <a:pt x="39" y="7"/>
                  </a:lnTo>
                  <a:lnTo>
                    <a:pt x="47" y="5"/>
                  </a:lnTo>
                  <a:lnTo>
                    <a:pt x="47" y="0"/>
                  </a:lnTo>
                  <a:close/>
                </a:path>
              </a:pathLst>
            </a:custGeom>
            <a:solidFill>
              <a:srgbClr val="A5A5A5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557" name="Google Shape;557;p1"/>
            <p:cNvSpPr/>
            <p:nvPr/>
          </p:nvSpPr>
          <p:spPr>
            <a:xfrm>
              <a:off x="4077" y="3315"/>
              <a:ext cx="42" cy="106"/>
            </a:xfrm>
            <a:custGeom>
              <a:avLst/>
              <a:gdLst/>
              <a:ahLst/>
              <a:cxnLst/>
              <a:rect l="l" t="t" r="r" b="b"/>
              <a:pathLst>
                <a:path w="47" h="177" extrusionOk="0">
                  <a:moveTo>
                    <a:pt x="47" y="0"/>
                  </a:moveTo>
                  <a:lnTo>
                    <a:pt x="39" y="2"/>
                  </a:lnTo>
                  <a:lnTo>
                    <a:pt x="34" y="5"/>
                  </a:lnTo>
                  <a:lnTo>
                    <a:pt x="28" y="14"/>
                  </a:lnTo>
                  <a:lnTo>
                    <a:pt x="23" y="24"/>
                  </a:lnTo>
                  <a:lnTo>
                    <a:pt x="18" y="36"/>
                  </a:lnTo>
                  <a:lnTo>
                    <a:pt x="14" y="52"/>
                  </a:lnTo>
                  <a:lnTo>
                    <a:pt x="10" y="69"/>
                  </a:lnTo>
                  <a:lnTo>
                    <a:pt x="7" y="88"/>
                  </a:lnTo>
                  <a:lnTo>
                    <a:pt x="3" y="109"/>
                  </a:lnTo>
                  <a:lnTo>
                    <a:pt x="1" y="130"/>
                  </a:lnTo>
                  <a:lnTo>
                    <a:pt x="1" y="152"/>
                  </a:lnTo>
                  <a:lnTo>
                    <a:pt x="0" y="177"/>
                  </a:lnTo>
                  <a:lnTo>
                    <a:pt x="1" y="177"/>
                  </a:lnTo>
                  <a:lnTo>
                    <a:pt x="1" y="154"/>
                  </a:lnTo>
                  <a:lnTo>
                    <a:pt x="3" y="132"/>
                  </a:lnTo>
                  <a:lnTo>
                    <a:pt x="5" y="111"/>
                  </a:lnTo>
                  <a:lnTo>
                    <a:pt x="7" y="90"/>
                  </a:lnTo>
                  <a:lnTo>
                    <a:pt x="10" y="73"/>
                  </a:lnTo>
                  <a:lnTo>
                    <a:pt x="14" y="55"/>
                  </a:lnTo>
                  <a:lnTo>
                    <a:pt x="19" y="40"/>
                  </a:lnTo>
                  <a:lnTo>
                    <a:pt x="23" y="28"/>
                  </a:lnTo>
                  <a:lnTo>
                    <a:pt x="28" y="17"/>
                  </a:lnTo>
                  <a:lnTo>
                    <a:pt x="34" y="10"/>
                  </a:lnTo>
                  <a:lnTo>
                    <a:pt x="41" y="7"/>
                  </a:lnTo>
                  <a:lnTo>
                    <a:pt x="47" y="5"/>
                  </a:lnTo>
                  <a:lnTo>
                    <a:pt x="47" y="0"/>
                  </a:lnTo>
                  <a:close/>
                </a:path>
              </a:pathLst>
            </a:custGeom>
            <a:solidFill>
              <a:srgbClr val="A8A8A8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558" name="Google Shape;558;p1"/>
            <p:cNvSpPr/>
            <p:nvPr/>
          </p:nvSpPr>
          <p:spPr>
            <a:xfrm>
              <a:off x="4079" y="3319"/>
              <a:ext cx="40" cy="102"/>
            </a:xfrm>
            <a:custGeom>
              <a:avLst/>
              <a:gdLst/>
              <a:ahLst/>
              <a:cxnLst/>
              <a:rect l="l" t="t" r="r" b="b"/>
              <a:pathLst>
                <a:path w="46" h="172" extrusionOk="0">
                  <a:moveTo>
                    <a:pt x="46" y="0"/>
                  </a:moveTo>
                  <a:lnTo>
                    <a:pt x="40" y="2"/>
                  </a:lnTo>
                  <a:lnTo>
                    <a:pt x="33" y="5"/>
                  </a:lnTo>
                  <a:lnTo>
                    <a:pt x="27" y="12"/>
                  </a:lnTo>
                  <a:lnTo>
                    <a:pt x="22" y="23"/>
                  </a:lnTo>
                  <a:lnTo>
                    <a:pt x="18" y="35"/>
                  </a:lnTo>
                  <a:lnTo>
                    <a:pt x="13" y="50"/>
                  </a:lnTo>
                  <a:lnTo>
                    <a:pt x="9" y="68"/>
                  </a:lnTo>
                  <a:lnTo>
                    <a:pt x="6" y="85"/>
                  </a:lnTo>
                  <a:lnTo>
                    <a:pt x="4" y="106"/>
                  </a:lnTo>
                  <a:lnTo>
                    <a:pt x="2" y="127"/>
                  </a:lnTo>
                  <a:lnTo>
                    <a:pt x="0" y="149"/>
                  </a:lnTo>
                  <a:lnTo>
                    <a:pt x="0" y="172"/>
                  </a:lnTo>
                  <a:lnTo>
                    <a:pt x="2" y="172"/>
                  </a:lnTo>
                  <a:lnTo>
                    <a:pt x="2" y="147"/>
                  </a:lnTo>
                  <a:lnTo>
                    <a:pt x="4" y="125"/>
                  </a:lnTo>
                  <a:lnTo>
                    <a:pt x="6" y="102"/>
                  </a:lnTo>
                  <a:lnTo>
                    <a:pt x="9" y="82"/>
                  </a:lnTo>
                  <a:lnTo>
                    <a:pt x="13" y="62"/>
                  </a:lnTo>
                  <a:lnTo>
                    <a:pt x="17" y="45"/>
                  </a:lnTo>
                  <a:lnTo>
                    <a:pt x="22" y="31"/>
                  </a:lnTo>
                  <a:lnTo>
                    <a:pt x="27" y="21"/>
                  </a:lnTo>
                  <a:lnTo>
                    <a:pt x="33" y="12"/>
                  </a:lnTo>
                  <a:lnTo>
                    <a:pt x="38" y="7"/>
                  </a:lnTo>
                  <a:lnTo>
                    <a:pt x="46" y="5"/>
                  </a:lnTo>
                  <a:lnTo>
                    <a:pt x="46" y="0"/>
                  </a:lnTo>
                  <a:close/>
                </a:path>
              </a:pathLst>
            </a:custGeom>
            <a:solidFill>
              <a:srgbClr val="AAAAAA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559" name="Google Shape;559;p1"/>
            <p:cNvSpPr/>
            <p:nvPr/>
          </p:nvSpPr>
          <p:spPr>
            <a:xfrm>
              <a:off x="4081" y="3323"/>
              <a:ext cx="38" cy="98"/>
            </a:xfrm>
            <a:custGeom>
              <a:avLst/>
              <a:gdLst/>
              <a:ahLst/>
              <a:cxnLst/>
              <a:rect l="l" t="t" r="r" b="b"/>
              <a:pathLst>
                <a:path w="44" h="167" extrusionOk="0">
                  <a:moveTo>
                    <a:pt x="44" y="0"/>
                  </a:moveTo>
                  <a:lnTo>
                    <a:pt x="36" y="2"/>
                  </a:lnTo>
                  <a:lnTo>
                    <a:pt x="31" y="7"/>
                  </a:lnTo>
                  <a:lnTo>
                    <a:pt x="25" y="16"/>
                  </a:lnTo>
                  <a:lnTo>
                    <a:pt x="20" y="26"/>
                  </a:lnTo>
                  <a:lnTo>
                    <a:pt x="15" y="40"/>
                  </a:lnTo>
                  <a:lnTo>
                    <a:pt x="11" y="57"/>
                  </a:lnTo>
                  <a:lnTo>
                    <a:pt x="7" y="77"/>
                  </a:lnTo>
                  <a:lnTo>
                    <a:pt x="4" y="97"/>
                  </a:lnTo>
                  <a:lnTo>
                    <a:pt x="2" y="120"/>
                  </a:lnTo>
                  <a:lnTo>
                    <a:pt x="0" y="142"/>
                  </a:lnTo>
                  <a:lnTo>
                    <a:pt x="0" y="167"/>
                  </a:lnTo>
                  <a:lnTo>
                    <a:pt x="2" y="167"/>
                  </a:lnTo>
                  <a:lnTo>
                    <a:pt x="2" y="142"/>
                  </a:lnTo>
                  <a:lnTo>
                    <a:pt x="2" y="122"/>
                  </a:lnTo>
                  <a:lnTo>
                    <a:pt x="6" y="99"/>
                  </a:lnTo>
                  <a:lnTo>
                    <a:pt x="7" y="80"/>
                  </a:lnTo>
                  <a:lnTo>
                    <a:pt x="11" y="61"/>
                  </a:lnTo>
                  <a:lnTo>
                    <a:pt x="16" y="45"/>
                  </a:lnTo>
                  <a:lnTo>
                    <a:pt x="20" y="31"/>
                  </a:lnTo>
                  <a:lnTo>
                    <a:pt x="25" y="19"/>
                  </a:lnTo>
                  <a:lnTo>
                    <a:pt x="31" y="12"/>
                  </a:lnTo>
                  <a:lnTo>
                    <a:pt x="36" y="7"/>
                  </a:lnTo>
                  <a:lnTo>
                    <a:pt x="44" y="5"/>
                  </a:lnTo>
                  <a:lnTo>
                    <a:pt x="44" y="0"/>
                  </a:lnTo>
                  <a:close/>
                </a:path>
              </a:pathLst>
            </a:custGeom>
            <a:solidFill>
              <a:srgbClr val="ACACAC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560" name="Google Shape;560;p1"/>
            <p:cNvSpPr/>
            <p:nvPr/>
          </p:nvSpPr>
          <p:spPr>
            <a:xfrm>
              <a:off x="4082" y="3325"/>
              <a:ext cx="37" cy="96"/>
            </a:xfrm>
            <a:custGeom>
              <a:avLst/>
              <a:gdLst/>
              <a:ahLst/>
              <a:cxnLst/>
              <a:rect l="l" t="t" r="r" b="b"/>
              <a:pathLst>
                <a:path w="42" h="162" extrusionOk="0">
                  <a:moveTo>
                    <a:pt x="42" y="0"/>
                  </a:moveTo>
                  <a:lnTo>
                    <a:pt x="34" y="2"/>
                  </a:lnTo>
                  <a:lnTo>
                    <a:pt x="29" y="7"/>
                  </a:lnTo>
                  <a:lnTo>
                    <a:pt x="23" y="14"/>
                  </a:lnTo>
                  <a:lnTo>
                    <a:pt x="18" y="26"/>
                  </a:lnTo>
                  <a:lnTo>
                    <a:pt x="14" y="40"/>
                  </a:lnTo>
                  <a:lnTo>
                    <a:pt x="9" y="56"/>
                  </a:lnTo>
                  <a:lnTo>
                    <a:pt x="5" y="75"/>
                  </a:lnTo>
                  <a:lnTo>
                    <a:pt x="4" y="94"/>
                  </a:lnTo>
                  <a:lnTo>
                    <a:pt x="0" y="117"/>
                  </a:lnTo>
                  <a:lnTo>
                    <a:pt x="0" y="137"/>
                  </a:lnTo>
                  <a:lnTo>
                    <a:pt x="0" y="162"/>
                  </a:lnTo>
                  <a:lnTo>
                    <a:pt x="0" y="162"/>
                  </a:lnTo>
                  <a:lnTo>
                    <a:pt x="2" y="139"/>
                  </a:lnTo>
                  <a:lnTo>
                    <a:pt x="2" y="117"/>
                  </a:lnTo>
                  <a:lnTo>
                    <a:pt x="4" y="96"/>
                  </a:lnTo>
                  <a:lnTo>
                    <a:pt x="7" y="77"/>
                  </a:lnTo>
                  <a:lnTo>
                    <a:pt x="11" y="59"/>
                  </a:lnTo>
                  <a:lnTo>
                    <a:pt x="14" y="44"/>
                  </a:lnTo>
                  <a:lnTo>
                    <a:pt x="20" y="30"/>
                  </a:lnTo>
                  <a:lnTo>
                    <a:pt x="23" y="20"/>
                  </a:lnTo>
                  <a:lnTo>
                    <a:pt x="29" y="13"/>
                  </a:lnTo>
                  <a:lnTo>
                    <a:pt x="36" y="7"/>
                  </a:lnTo>
                  <a:lnTo>
                    <a:pt x="42" y="6"/>
                  </a:lnTo>
                  <a:lnTo>
                    <a:pt x="42" y="0"/>
                  </a:lnTo>
                  <a:close/>
                </a:path>
              </a:pathLst>
            </a:custGeom>
            <a:solidFill>
              <a:srgbClr val="AFAFAF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</p:grpSp>
      <p:grpSp>
        <p:nvGrpSpPr>
          <p:cNvPr id="561" name="Google Shape;561;p1"/>
          <p:cNvGrpSpPr/>
          <p:nvPr/>
        </p:nvGrpSpPr>
        <p:grpSpPr>
          <a:xfrm>
            <a:off x="3657600" y="1981200"/>
            <a:ext cx="152400" cy="457200"/>
            <a:chOff x="3969" y="3294"/>
            <a:chExt cx="164" cy="567"/>
          </a:xfrm>
        </p:grpSpPr>
        <p:sp>
          <p:nvSpPr>
            <p:cNvPr id="562" name="Google Shape;562;p1"/>
            <p:cNvSpPr/>
            <p:nvPr/>
          </p:nvSpPr>
          <p:spPr>
            <a:xfrm>
              <a:off x="3969" y="3294"/>
              <a:ext cx="164" cy="567"/>
            </a:xfrm>
            <a:custGeom>
              <a:avLst/>
              <a:gdLst/>
              <a:ahLst/>
              <a:cxnLst/>
              <a:rect l="l" t="t" r="r" b="b"/>
              <a:pathLst>
                <a:path w="188" h="953" extrusionOk="0">
                  <a:moveTo>
                    <a:pt x="188" y="873"/>
                  </a:moveTo>
                  <a:lnTo>
                    <a:pt x="94" y="953"/>
                  </a:lnTo>
                  <a:lnTo>
                    <a:pt x="0" y="873"/>
                  </a:lnTo>
                  <a:lnTo>
                    <a:pt x="94" y="0"/>
                  </a:lnTo>
                  <a:lnTo>
                    <a:pt x="188" y="873"/>
                  </a:lnTo>
                </a:path>
              </a:pathLst>
            </a:cu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563" name="Google Shape;563;p1"/>
            <p:cNvSpPr/>
            <p:nvPr/>
          </p:nvSpPr>
          <p:spPr>
            <a:xfrm>
              <a:off x="4035" y="3318"/>
              <a:ext cx="32" cy="59"/>
            </a:xfrm>
            <a:custGeom>
              <a:avLst/>
              <a:gdLst/>
              <a:ahLst/>
              <a:cxnLst/>
              <a:rect l="l" t="t" r="r" b="b"/>
              <a:pathLst>
                <a:path w="36" h="99" extrusionOk="0">
                  <a:moveTo>
                    <a:pt x="29" y="19"/>
                  </a:moveTo>
                  <a:lnTo>
                    <a:pt x="18" y="0"/>
                  </a:lnTo>
                  <a:lnTo>
                    <a:pt x="5" y="19"/>
                  </a:lnTo>
                  <a:lnTo>
                    <a:pt x="0" y="80"/>
                  </a:lnTo>
                  <a:lnTo>
                    <a:pt x="18" y="99"/>
                  </a:lnTo>
                  <a:lnTo>
                    <a:pt x="36" y="80"/>
                  </a:lnTo>
                  <a:lnTo>
                    <a:pt x="29" y="19"/>
                  </a:lnTo>
                  <a:close/>
                </a:path>
              </a:pathLst>
            </a:custGeom>
            <a:solidFill>
              <a:srgbClr val="666666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564" name="Google Shape;564;p1"/>
            <p:cNvSpPr/>
            <p:nvPr/>
          </p:nvSpPr>
          <p:spPr>
            <a:xfrm>
              <a:off x="3969" y="3767"/>
              <a:ext cx="164" cy="48"/>
            </a:xfrm>
            <a:custGeom>
              <a:avLst/>
              <a:gdLst/>
              <a:ahLst/>
              <a:cxnLst/>
              <a:rect l="l" t="t" r="r" b="b"/>
              <a:pathLst>
                <a:path w="188" h="78" extrusionOk="0">
                  <a:moveTo>
                    <a:pt x="188" y="78"/>
                  </a:moveTo>
                  <a:lnTo>
                    <a:pt x="94" y="0"/>
                  </a:lnTo>
                  <a:lnTo>
                    <a:pt x="0" y="78"/>
                  </a:lnTo>
                </a:path>
              </a:pathLst>
            </a:cu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565" name="Google Shape;565;p1"/>
            <p:cNvSpPr/>
            <p:nvPr/>
          </p:nvSpPr>
          <p:spPr>
            <a:xfrm>
              <a:off x="3969" y="3294"/>
              <a:ext cx="164" cy="567"/>
            </a:xfrm>
            <a:custGeom>
              <a:avLst/>
              <a:gdLst/>
              <a:ahLst/>
              <a:cxnLst/>
              <a:rect l="l" t="t" r="r" b="b"/>
              <a:pathLst>
                <a:path w="188" h="953" extrusionOk="0">
                  <a:moveTo>
                    <a:pt x="94" y="0"/>
                  </a:moveTo>
                  <a:lnTo>
                    <a:pt x="94" y="953"/>
                  </a:lnTo>
                  <a:lnTo>
                    <a:pt x="188" y="873"/>
                  </a:lnTo>
                  <a:lnTo>
                    <a:pt x="94" y="0"/>
                  </a:lnTo>
                  <a:lnTo>
                    <a:pt x="0" y="873"/>
                  </a:lnTo>
                  <a:lnTo>
                    <a:pt x="94" y="953"/>
                  </a:lnTo>
                </a:path>
              </a:pathLst>
            </a:cu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566" name="Google Shape;566;p1"/>
            <p:cNvSpPr/>
            <p:nvPr/>
          </p:nvSpPr>
          <p:spPr>
            <a:xfrm>
              <a:off x="4030" y="3424"/>
              <a:ext cx="42" cy="12"/>
            </a:xfrm>
            <a:custGeom>
              <a:avLst/>
              <a:gdLst/>
              <a:ahLst/>
              <a:cxnLst/>
              <a:rect l="l" t="t" r="r" b="b"/>
              <a:pathLst>
                <a:path w="47" h="19" extrusionOk="0">
                  <a:moveTo>
                    <a:pt x="47" y="0"/>
                  </a:moveTo>
                  <a:lnTo>
                    <a:pt x="24" y="19"/>
                  </a:lnTo>
                  <a:lnTo>
                    <a:pt x="0" y="0"/>
                  </a:lnTo>
                </a:path>
              </a:pathLst>
            </a:cu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567" name="Google Shape;567;p1"/>
            <p:cNvSpPr/>
            <p:nvPr/>
          </p:nvSpPr>
          <p:spPr>
            <a:xfrm>
              <a:off x="4023" y="3468"/>
              <a:ext cx="54" cy="15"/>
            </a:xfrm>
            <a:custGeom>
              <a:avLst/>
              <a:gdLst/>
              <a:ahLst/>
              <a:cxnLst/>
              <a:rect l="l" t="t" r="r" b="b"/>
              <a:pathLst>
                <a:path w="64" h="26" extrusionOk="0">
                  <a:moveTo>
                    <a:pt x="64" y="0"/>
                  </a:moveTo>
                  <a:lnTo>
                    <a:pt x="33" y="26"/>
                  </a:lnTo>
                  <a:lnTo>
                    <a:pt x="0" y="0"/>
                  </a:lnTo>
                </a:path>
              </a:pathLst>
            </a:cu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568" name="Google Shape;568;p1"/>
            <p:cNvSpPr/>
            <p:nvPr/>
          </p:nvSpPr>
          <p:spPr>
            <a:xfrm>
              <a:off x="4018" y="3510"/>
              <a:ext cx="68" cy="21"/>
            </a:xfrm>
            <a:custGeom>
              <a:avLst/>
              <a:gdLst/>
              <a:ahLst/>
              <a:cxnLst/>
              <a:rect l="l" t="t" r="r" b="b"/>
              <a:pathLst>
                <a:path w="78" h="35" extrusionOk="0">
                  <a:moveTo>
                    <a:pt x="78" y="2"/>
                  </a:moveTo>
                  <a:lnTo>
                    <a:pt x="38" y="35"/>
                  </a:lnTo>
                  <a:lnTo>
                    <a:pt x="0" y="0"/>
                  </a:lnTo>
                </a:path>
              </a:pathLst>
            </a:cu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569" name="Google Shape;569;p1"/>
            <p:cNvSpPr/>
            <p:nvPr/>
          </p:nvSpPr>
          <p:spPr>
            <a:xfrm>
              <a:off x="4009" y="3555"/>
              <a:ext cx="82" cy="23"/>
            </a:xfrm>
            <a:custGeom>
              <a:avLst/>
              <a:gdLst/>
              <a:ahLst/>
              <a:cxnLst/>
              <a:rect l="l" t="t" r="r" b="b"/>
              <a:pathLst>
                <a:path w="94" h="38" extrusionOk="0">
                  <a:moveTo>
                    <a:pt x="94" y="0"/>
                  </a:moveTo>
                  <a:lnTo>
                    <a:pt x="47" y="38"/>
                  </a:lnTo>
                  <a:lnTo>
                    <a:pt x="0" y="0"/>
                  </a:lnTo>
                </a:path>
              </a:pathLst>
            </a:cu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570" name="Google Shape;570;p1"/>
            <p:cNvSpPr/>
            <p:nvPr/>
          </p:nvSpPr>
          <p:spPr>
            <a:xfrm>
              <a:off x="4002" y="3598"/>
              <a:ext cx="96" cy="27"/>
            </a:xfrm>
            <a:custGeom>
              <a:avLst/>
              <a:gdLst/>
              <a:ahLst/>
              <a:cxnLst/>
              <a:rect l="l" t="t" r="r" b="b"/>
              <a:pathLst>
                <a:path w="110" h="46" extrusionOk="0">
                  <a:moveTo>
                    <a:pt x="110" y="0"/>
                  </a:moveTo>
                  <a:lnTo>
                    <a:pt x="56" y="46"/>
                  </a:lnTo>
                  <a:lnTo>
                    <a:pt x="0" y="0"/>
                  </a:lnTo>
                </a:path>
              </a:pathLst>
            </a:cu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571" name="Google Shape;571;p1"/>
            <p:cNvSpPr/>
            <p:nvPr/>
          </p:nvSpPr>
          <p:spPr>
            <a:xfrm>
              <a:off x="3997" y="3641"/>
              <a:ext cx="110" cy="32"/>
            </a:xfrm>
            <a:custGeom>
              <a:avLst/>
              <a:gdLst/>
              <a:ahLst/>
              <a:cxnLst/>
              <a:rect l="l" t="t" r="r" b="b"/>
              <a:pathLst>
                <a:path w="125" h="53" extrusionOk="0">
                  <a:moveTo>
                    <a:pt x="125" y="0"/>
                  </a:moveTo>
                  <a:lnTo>
                    <a:pt x="62" y="53"/>
                  </a:lnTo>
                  <a:lnTo>
                    <a:pt x="0" y="0"/>
                  </a:lnTo>
                </a:path>
              </a:pathLst>
            </a:cu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572" name="Google Shape;572;p1"/>
            <p:cNvSpPr/>
            <p:nvPr/>
          </p:nvSpPr>
          <p:spPr>
            <a:xfrm>
              <a:off x="3990" y="3684"/>
              <a:ext cx="122" cy="36"/>
            </a:xfrm>
            <a:custGeom>
              <a:avLst/>
              <a:gdLst/>
              <a:ahLst/>
              <a:cxnLst/>
              <a:rect l="l" t="t" r="r" b="b"/>
              <a:pathLst>
                <a:path w="141" h="61" extrusionOk="0">
                  <a:moveTo>
                    <a:pt x="141" y="0"/>
                  </a:moveTo>
                  <a:lnTo>
                    <a:pt x="71" y="61"/>
                  </a:lnTo>
                  <a:lnTo>
                    <a:pt x="0" y="0"/>
                  </a:lnTo>
                </a:path>
              </a:pathLst>
            </a:cu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573" name="Google Shape;573;p1"/>
            <p:cNvSpPr/>
            <p:nvPr/>
          </p:nvSpPr>
          <p:spPr>
            <a:xfrm>
              <a:off x="3981" y="3728"/>
              <a:ext cx="138" cy="39"/>
            </a:xfrm>
            <a:custGeom>
              <a:avLst/>
              <a:gdLst/>
              <a:ahLst/>
              <a:cxnLst/>
              <a:rect l="l" t="t" r="r" b="b"/>
              <a:pathLst>
                <a:path w="158" h="68" extrusionOk="0">
                  <a:moveTo>
                    <a:pt x="158" y="0"/>
                  </a:moveTo>
                  <a:lnTo>
                    <a:pt x="80" y="68"/>
                  </a:lnTo>
                  <a:lnTo>
                    <a:pt x="0" y="2"/>
                  </a:lnTo>
                </a:path>
              </a:pathLst>
            </a:cu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574" name="Google Shape;574;p1"/>
            <p:cNvSpPr/>
            <p:nvPr/>
          </p:nvSpPr>
          <p:spPr>
            <a:xfrm>
              <a:off x="3978" y="3769"/>
              <a:ext cx="148" cy="46"/>
            </a:xfrm>
            <a:custGeom>
              <a:avLst/>
              <a:gdLst/>
              <a:ahLst/>
              <a:cxnLst/>
              <a:rect l="l" t="t" r="r" b="b"/>
              <a:pathLst>
                <a:path w="172" h="75" extrusionOk="0">
                  <a:moveTo>
                    <a:pt x="172" y="2"/>
                  </a:moveTo>
                  <a:lnTo>
                    <a:pt x="85" y="75"/>
                  </a:lnTo>
                  <a:lnTo>
                    <a:pt x="0" y="0"/>
                  </a:lnTo>
                </a:path>
              </a:pathLst>
            </a:cu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575" name="Google Shape;575;p1"/>
            <p:cNvSpPr/>
            <p:nvPr/>
          </p:nvSpPr>
          <p:spPr>
            <a:xfrm>
              <a:off x="4035" y="3318"/>
              <a:ext cx="32" cy="59"/>
            </a:xfrm>
            <a:custGeom>
              <a:avLst/>
              <a:gdLst/>
              <a:ahLst/>
              <a:cxnLst/>
              <a:rect l="l" t="t" r="r" b="b"/>
              <a:pathLst>
                <a:path w="36" h="99" extrusionOk="0">
                  <a:moveTo>
                    <a:pt x="29" y="19"/>
                  </a:moveTo>
                  <a:lnTo>
                    <a:pt x="18" y="0"/>
                  </a:lnTo>
                  <a:lnTo>
                    <a:pt x="5" y="19"/>
                  </a:lnTo>
                  <a:lnTo>
                    <a:pt x="0" y="80"/>
                  </a:lnTo>
                  <a:lnTo>
                    <a:pt x="18" y="99"/>
                  </a:lnTo>
                  <a:lnTo>
                    <a:pt x="36" y="80"/>
                  </a:lnTo>
                  <a:lnTo>
                    <a:pt x="29" y="19"/>
                  </a:lnTo>
                </a:path>
              </a:pathLst>
            </a:cu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576" name="Google Shape;576;p1"/>
            <p:cNvSpPr/>
            <p:nvPr/>
          </p:nvSpPr>
          <p:spPr>
            <a:xfrm>
              <a:off x="4070" y="3294"/>
              <a:ext cx="49" cy="127"/>
            </a:xfrm>
            <a:custGeom>
              <a:avLst/>
              <a:gdLst/>
              <a:ahLst/>
              <a:cxnLst/>
              <a:rect l="l" t="t" r="r" b="b"/>
              <a:pathLst>
                <a:path w="56" h="214" extrusionOk="0">
                  <a:moveTo>
                    <a:pt x="56" y="0"/>
                  </a:moveTo>
                  <a:lnTo>
                    <a:pt x="48" y="2"/>
                  </a:lnTo>
                  <a:lnTo>
                    <a:pt x="41" y="7"/>
                  </a:lnTo>
                  <a:lnTo>
                    <a:pt x="36" y="14"/>
                  </a:lnTo>
                  <a:lnTo>
                    <a:pt x="28" y="25"/>
                  </a:lnTo>
                  <a:lnTo>
                    <a:pt x="23" y="39"/>
                  </a:lnTo>
                  <a:lnTo>
                    <a:pt x="18" y="54"/>
                  </a:lnTo>
                  <a:lnTo>
                    <a:pt x="14" y="72"/>
                  </a:lnTo>
                  <a:lnTo>
                    <a:pt x="9" y="92"/>
                  </a:lnTo>
                  <a:lnTo>
                    <a:pt x="7" y="115"/>
                  </a:lnTo>
                  <a:lnTo>
                    <a:pt x="3" y="137"/>
                  </a:lnTo>
                  <a:lnTo>
                    <a:pt x="1" y="162"/>
                  </a:lnTo>
                  <a:lnTo>
                    <a:pt x="0" y="188"/>
                  </a:lnTo>
                  <a:lnTo>
                    <a:pt x="0" y="214"/>
                  </a:lnTo>
                  <a:lnTo>
                    <a:pt x="0" y="0"/>
                  </a:lnTo>
                  <a:lnTo>
                    <a:pt x="56" y="0"/>
                  </a:lnTo>
                  <a:close/>
                </a:path>
              </a:pathLst>
            </a:custGeom>
            <a:solidFill>
              <a:srgbClr val="9A9A9A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577" name="Google Shape;577;p1"/>
            <p:cNvSpPr/>
            <p:nvPr/>
          </p:nvSpPr>
          <p:spPr>
            <a:xfrm>
              <a:off x="4070" y="3294"/>
              <a:ext cx="49" cy="127"/>
            </a:xfrm>
            <a:custGeom>
              <a:avLst/>
              <a:gdLst/>
              <a:ahLst/>
              <a:cxnLst/>
              <a:rect l="l" t="t" r="r" b="b"/>
              <a:pathLst>
                <a:path w="56" h="214" extrusionOk="0">
                  <a:moveTo>
                    <a:pt x="56" y="0"/>
                  </a:moveTo>
                  <a:lnTo>
                    <a:pt x="48" y="2"/>
                  </a:lnTo>
                  <a:lnTo>
                    <a:pt x="41" y="7"/>
                  </a:lnTo>
                  <a:lnTo>
                    <a:pt x="36" y="14"/>
                  </a:lnTo>
                  <a:lnTo>
                    <a:pt x="28" y="25"/>
                  </a:lnTo>
                  <a:lnTo>
                    <a:pt x="23" y="39"/>
                  </a:lnTo>
                  <a:lnTo>
                    <a:pt x="18" y="54"/>
                  </a:lnTo>
                  <a:lnTo>
                    <a:pt x="14" y="72"/>
                  </a:lnTo>
                  <a:lnTo>
                    <a:pt x="9" y="92"/>
                  </a:lnTo>
                  <a:lnTo>
                    <a:pt x="7" y="115"/>
                  </a:lnTo>
                  <a:lnTo>
                    <a:pt x="3" y="137"/>
                  </a:lnTo>
                  <a:lnTo>
                    <a:pt x="1" y="162"/>
                  </a:lnTo>
                  <a:lnTo>
                    <a:pt x="0" y="188"/>
                  </a:lnTo>
                  <a:lnTo>
                    <a:pt x="0" y="214"/>
                  </a:lnTo>
                  <a:lnTo>
                    <a:pt x="1" y="214"/>
                  </a:lnTo>
                  <a:lnTo>
                    <a:pt x="1" y="188"/>
                  </a:lnTo>
                  <a:lnTo>
                    <a:pt x="3" y="163"/>
                  </a:lnTo>
                  <a:lnTo>
                    <a:pt x="5" y="139"/>
                  </a:lnTo>
                  <a:lnTo>
                    <a:pt x="7" y="117"/>
                  </a:lnTo>
                  <a:lnTo>
                    <a:pt x="10" y="96"/>
                  </a:lnTo>
                  <a:lnTo>
                    <a:pt x="14" y="75"/>
                  </a:lnTo>
                  <a:lnTo>
                    <a:pt x="19" y="58"/>
                  </a:lnTo>
                  <a:lnTo>
                    <a:pt x="25" y="42"/>
                  </a:lnTo>
                  <a:lnTo>
                    <a:pt x="30" y="30"/>
                  </a:lnTo>
                  <a:lnTo>
                    <a:pt x="36" y="19"/>
                  </a:lnTo>
                  <a:lnTo>
                    <a:pt x="43" y="11"/>
                  </a:lnTo>
                  <a:lnTo>
                    <a:pt x="48" y="7"/>
                  </a:lnTo>
                  <a:lnTo>
                    <a:pt x="56" y="6"/>
                  </a:lnTo>
                  <a:lnTo>
                    <a:pt x="56" y="0"/>
                  </a:lnTo>
                  <a:close/>
                </a:path>
              </a:pathLst>
            </a:custGeom>
            <a:solidFill>
              <a:srgbClr val="9A9A9A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578" name="Google Shape;578;p1"/>
            <p:cNvSpPr/>
            <p:nvPr/>
          </p:nvSpPr>
          <p:spPr>
            <a:xfrm>
              <a:off x="4072" y="3298"/>
              <a:ext cx="47" cy="123"/>
            </a:xfrm>
            <a:custGeom>
              <a:avLst/>
              <a:gdLst/>
              <a:ahLst/>
              <a:cxnLst/>
              <a:rect l="l" t="t" r="r" b="b"/>
              <a:pathLst>
                <a:path w="55" h="208" extrusionOk="0">
                  <a:moveTo>
                    <a:pt x="55" y="0"/>
                  </a:moveTo>
                  <a:lnTo>
                    <a:pt x="47" y="1"/>
                  </a:lnTo>
                  <a:lnTo>
                    <a:pt x="42" y="5"/>
                  </a:lnTo>
                  <a:lnTo>
                    <a:pt x="35" y="13"/>
                  </a:lnTo>
                  <a:lnTo>
                    <a:pt x="29" y="24"/>
                  </a:lnTo>
                  <a:lnTo>
                    <a:pt x="24" y="36"/>
                  </a:lnTo>
                  <a:lnTo>
                    <a:pt x="18" y="52"/>
                  </a:lnTo>
                  <a:lnTo>
                    <a:pt x="13" y="69"/>
                  </a:lnTo>
                  <a:lnTo>
                    <a:pt x="9" y="90"/>
                  </a:lnTo>
                  <a:lnTo>
                    <a:pt x="6" y="111"/>
                  </a:lnTo>
                  <a:lnTo>
                    <a:pt x="4" y="133"/>
                  </a:lnTo>
                  <a:lnTo>
                    <a:pt x="2" y="157"/>
                  </a:lnTo>
                  <a:lnTo>
                    <a:pt x="0" y="182"/>
                  </a:lnTo>
                  <a:lnTo>
                    <a:pt x="0" y="208"/>
                  </a:lnTo>
                  <a:lnTo>
                    <a:pt x="2" y="208"/>
                  </a:lnTo>
                  <a:lnTo>
                    <a:pt x="2" y="180"/>
                  </a:lnTo>
                  <a:lnTo>
                    <a:pt x="4" y="154"/>
                  </a:lnTo>
                  <a:lnTo>
                    <a:pt x="6" y="130"/>
                  </a:lnTo>
                  <a:lnTo>
                    <a:pt x="8" y="105"/>
                  </a:lnTo>
                  <a:lnTo>
                    <a:pt x="13" y="85"/>
                  </a:lnTo>
                  <a:lnTo>
                    <a:pt x="17" y="64"/>
                  </a:lnTo>
                  <a:lnTo>
                    <a:pt x="22" y="46"/>
                  </a:lnTo>
                  <a:lnTo>
                    <a:pt x="27" y="33"/>
                  </a:lnTo>
                  <a:lnTo>
                    <a:pt x="35" y="20"/>
                  </a:lnTo>
                  <a:lnTo>
                    <a:pt x="40" y="12"/>
                  </a:lnTo>
                  <a:lnTo>
                    <a:pt x="47" y="7"/>
                  </a:lnTo>
                  <a:lnTo>
                    <a:pt x="55" y="5"/>
                  </a:lnTo>
                  <a:lnTo>
                    <a:pt x="55" y="0"/>
                  </a:lnTo>
                  <a:close/>
                </a:path>
              </a:pathLst>
            </a:custGeom>
            <a:solidFill>
              <a:srgbClr val="9B9B9B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579" name="Google Shape;579;p1"/>
            <p:cNvSpPr/>
            <p:nvPr/>
          </p:nvSpPr>
          <p:spPr>
            <a:xfrm>
              <a:off x="4074" y="3300"/>
              <a:ext cx="45" cy="121"/>
            </a:xfrm>
            <a:custGeom>
              <a:avLst/>
              <a:gdLst/>
              <a:ahLst/>
              <a:cxnLst/>
              <a:rect l="l" t="t" r="r" b="b"/>
              <a:pathLst>
                <a:path w="53" h="203" extrusionOk="0">
                  <a:moveTo>
                    <a:pt x="53" y="0"/>
                  </a:moveTo>
                  <a:lnTo>
                    <a:pt x="45" y="2"/>
                  </a:lnTo>
                  <a:lnTo>
                    <a:pt x="38" y="7"/>
                  </a:lnTo>
                  <a:lnTo>
                    <a:pt x="33" y="15"/>
                  </a:lnTo>
                  <a:lnTo>
                    <a:pt x="25" y="28"/>
                  </a:lnTo>
                  <a:lnTo>
                    <a:pt x="20" y="41"/>
                  </a:lnTo>
                  <a:lnTo>
                    <a:pt x="15" y="59"/>
                  </a:lnTo>
                  <a:lnTo>
                    <a:pt x="11" y="80"/>
                  </a:lnTo>
                  <a:lnTo>
                    <a:pt x="6" y="100"/>
                  </a:lnTo>
                  <a:lnTo>
                    <a:pt x="4" y="125"/>
                  </a:lnTo>
                  <a:lnTo>
                    <a:pt x="2" y="149"/>
                  </a:lnTo>
                  <a:lnTo>
                    <a:pt x="0" y="175"/>
                  </a:lnTo>
                  <a:lnTo>
                    <a:pt x="0" y="203"/>
                  </a:lnTo>
                  <a:lnTo>
                    <a:pt x="0" y="203"/>
                  </a:lnTo>
                  <a:lnTo>
                    <a:pt x="2" y="177"/>
                  </a:lnTo>
                  <a:lnTo>
                    <a:pt x="2" y="151"/>
                  </a:lnTo>
                  <a:lnTo>
                    <a:pt x="4" y="126"/>
                  </a:lnTo>
                  <a:lnTo>
                    <a:pt x="7" y="104"/>
                  </a:lnTo>
                  <a:lnTo>
                    <a:pt x="11" y="81"/>
                  </a:lnTo>
                  <a:lnTo>
                    <a:pt x="16" y="62"/>
                  </a:lnTo>
                  <a:lnTo>
                    <a:pt x="20" y="45"/>
                  </a:lnTo>
                  <a:lnTo>
                    <a:pt x="27" y="31"/>
                  </a:lnTo>
                  <a:lnTo>
                    <a:pt x="33" y="21"/>
                  </a:lnTo>
                  <a:lnTo>
                    <a:pt x="38" y="12"/>
                  </a:lnTo>
                  <a:lnTo>
                    <a:pt x="45" y="7"/>
                  </a:lnTo>
                  <a:lnTo>
                    <a:pt x="53" y="5"/>
                  </a:lnTo>
                  <a:lnTo>
                    <a:pt x="53" y="0"/>
                  </a:lnTo>
                  <a:close/>
                </a:path>
              </a:pathLst>
            </a:custGeom>
            <a:solidFill>
              <a:srgbClr val="9D9D9D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580" name="Google Shape;580;p1"/>
            <p:cNvSpPr/>
            <p:nvPr/>
          </p:nvSpPr>
          <p:spPr>
            <a:xfrm>
              <a:off x="4074" y="3304"/>
              <a:ext cx="45" cy="117"/>
            </a:xfrm>
            <a:custGeom>
              <a:avLst/>
              <a:gdLst/>
              <a:ahLst/>
              <a:cxnLst/>
              <a:rect l="l" t="t" r="r" b="b"/>
              <a:pathLst>
                <a:path w="53" h="198" extrusionOk="0">
                  <a:moveTo>
                    <a:pt x="53" y="0"/>
                  </a:moveTo>
                  <a:lnTo>
                    <a:pt x="45" y="2"/>
                  </a:lnTo>
                  <a:lnTo>
                    <a:pt x="38" y="7"/>
                  </a:lnTo>
                  <a:lnTo>
                    <a:pt x="33" y="16"/>
                  </a:lnTo>
                  <a:lnTo>
                    <a:pt x="27" y="26"/>
                  </a:lnTo>
                  <a:lnTo>
                    <a:pt x="20" y="40"/>
                  </a:lnTo>
                  <a:lnTo>
                    <a:pt x="16" y="57"/>
                  </a:lnTo>
                  <a:lnTo>
                    <a:pt x="11" y="76"/>
                  </a:lnTo>
                  <a:lnTo>
                    <a:pt x="7" y="99"/>
                  </a:lnTo>
                  <a:lnTo>
                    <a:pt x="4" y="121"/>
                  </a:lnTo>
                  <a:lnTo>
                    <a:pt x="2" y="146"/>
                  </a:lnTo>
                  <a:lnTo>
                    <a:pt x="2" y="172"/>
                  </a:lnTo>
                  <a:lnTo>
                    <a:pt x="0" y="198"/>
                  </a:lnTo>
                  <a:lnTo>
                    <a:pt x="2" y="198"/>
                  </a:lnTo>
                  <a:lnTo>
                    <a:pt x="2" y="172"/>
                  </a:lnTo>
                  <a:lnTo>
                    <a:pt x="4" y="147"/>
                  </a:lnTo>
                  <a:lnTo>
                    <a:pt x="6" y="123"/>
                  </a:lnTo>
                  <a:lnTo>
                    <a:pt x="9" y="101"/>
                  </a:lnTo>
                  <a:lnTo>
                    <a:pt x="13" y="80"/>
                  </a:lnTo>
                  <a:lnTo>
                    <a:pt x="16" y="61"/>
                  </a:lnTo>
                  <a:lnTo>
                    <a:pt x="22" y="45"/>
                  </a:lnTo>
                  <a:lnTo>
                    <a:pt x="27" y="31"/>
                  </a:lnTo>
                  <a:lnTo>
                    <a:pt x="33" y="19"/>
                  </a:lnTo>
                  <a:lnTo>
                    <a:pt x="40" y="12"/>
                  </a:lnTo>
                  <a:lnTo>
                    <a:pt x="45" y="7"/>
                  </a:lnTo>
                  <a:lnTo>
                    <a:pt x="53" y="5"/>
                  </a:lnTo>
                  <a:lnTo>
                    <a:pt x="53" y="0"/>
                  </a:lnTo>
                  <a:close/>
                </a:path>
              </a:pathLst>
            </a:custGeom>
            <a:solidFill>
              <a:srgbClr val="9F9F9F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581" name="Google Shape;581;p1"/>
            <p:cNvSpPr/>
            <p:nvPr/>
          </p:nvSpPr>
          <p:spPr>
            <a:xfrm>
              <a:off x="4074" y="3307"/>
              <a:ext cx="45" cy="114"/>
            </a:xfrm>
            <a:custGeom>
              <a:avLst/>
              <a:gdLst/>
              <a:ahLst/>
              <a:cxnLst/>
              <a:rect l="l" t="t" r="r" b="b"/>
              <a:pathLst>
                <a:path w="51" h="193" extrusionOk="0">
                  <a:moveTo>
                    <a:pt x="51" y="0"/>
                  </a:moveTo>
                  <a:lnTo>
                    <a:pt x="43" y="2"/>
                  </a:lnTo>
                  <a:lnTo>
                    <a:pt x="38" y="7"/>
                  </a:lnTo>
                  <a:lnTo>
                    <a:pt x="31" y="14"/>
                  </a:lnTo>
                  <a:lnTo>
                    <a:pt x="25" y="26"/>
                  </a:lnTo>
                  <a:lnTo>
                    <a:pt x="20" y="40"/>
                  </a:lnTo>
                  <a:lnTo>
                    <a:pt x="14" y="56"/>
                  </a:lnTo>
                  <a:lnTo>
                    <a:pt x="11" y="75"/>
                  </a:lnTo>
                  <a:lnTo>
                    <a:pt x="7" y="96"/>
                  </a:lnTo>
                  <a:lnTo>
                    <a:pt x="4" y="118"/>
                  </a:lnTo>
                  <a:lnTo>
                    <a:pt x="2" y="142"/>
                  </a:lnTo>
                  <a:lnTo>
                    <a:pt x="0" y="167"/>
                  </a:lnTo>
                  <a:lnTo>
                    <a:pt x="0" y="193"/>
                  </a:lnTo>
                  <a:lnTo>
                    <a:pt x="2" y="193"/>
                  </a:lnTo>
                  <a:lnTo>
                    <a:pt x="2" y="168"/>
                  </a:lnTo>
                  <a:lnTo>
                    <a:pt x="4" y="144"/>
                  </a:lnTo>
                  <a:lnTo>
                    <a:pt x="5" y="120"/>
                  </a:lnTo>
                  <a:lnTo>
                    <a:pt x="7" y="99"/>
                  </a:lnTo>
                  <a:lnTo>
                    <a:pt x="11" y="78"/>
                  </a:lnTo>
                  <a:lnTo>
                    <a:pt x="16" y="59"/>
                  </a:lnTo>
                  <a:lnTo>
                    <a:pt x="20" y="44"/>
                  </a:lnTo>
                  <a:lnTo>
                    <a:pt x="25" y="30"/>
                  </a:lnTo>
                  <a:lnTo>
                    <a:pt x="31" y="19"/>
                  </a:lnTo>
                  <a:lnTo>
                    <a:pt x="38" y="12"/>
                  </a:lnTo>
                  <a:lnTo>
                    <a:pt x="43" y="7"/>
                  </a:lnTo>
                  <a:lnTo>
                    <a:pt x="51" y="5"/>
                  </a:lnTo>
                  <a:lnTo>
                    <a:pt x="51" y="0"/>
                  </a:lnTo>
                  <a:close/>
                </a:path>
              </a:pathLst>
            </a:custGeom>
            <a:solidFill>
              <a:srgbClr val="A1A1A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582" name="Google Shape;582;p1"/>
            <p:cNvSpPr/>
            <p:nvPr/>
          </p:nvSpPr>
          <p:spPr>
            <a:xfrm>
              <a:off x="4075" y="3309"/>
              <a:ext cx="44" cy="112"/>
            </a:xfrm>
            <a:custGeom>
              <a:avLst/>
              <a:gdLst/>
              <a:ahLst/>
              <a:cxnLst/>
              <a:rect l="l" t="t" r="r" b="b"/>
              <a:pathLst>
                <a:path w="49" h="188" extrusionOk="0">
                  <a:moveTo>
                    <a:pt x="49" y="0"/>
                  </a:moveTo>
                  <a:lnTo>
                    <a:pt x="41" y="2"/>
                  </a:lnTo>
                  <a:lnTo>
                    <a:pt x="36" y="7"/>
                  </a:lnTo>
                  <a:lnTo>
                    <a:pt x="29" y="14"/>
                  </a:lnTo>
                  <a:lnTo>
                    <a:pt x="23" y="25"/>
                  </a:lnTo>
                  <a:lnTo>
                    <a:pt x="18" y="39"/>
                  </a:lnTo>
                  <a:lnTo>
                    <a:pt x="14" y="54"/>
                  </a:lnTo>
                  <a:lnTo>
                    <a:pt x="9" y="73"/>
                  </a:lnTo>
                  <a:lnTo>
                    <a:pt x="5" y="94"/>
                  </a:lnTo>
                  <a:lnTo>
                    <a:pt x="3" y="115"/>
                  </a:lnTo>
                  <a:lnTo>
                    <a:pt x="2" y="139"/>
                  </a:lnTo>
                  <a:lnTo>
                    <a:pt x="0" y="163"/>
                  </a:lnTo>
                  <a:lnTo>
                    <a:pt x="0" y="188"/>
                  </a:lnTo>
                  <a:lnTo>
                    <a:pt x="2" y="188"/>
                  </a:lnTo>
                  <a:lnTo>
                    <a:pt x="2" y="163"/>
                  </a:lnTo>
                  <a:lnTo>
                    <a:pt x="2" y="141"/>
                  </a:lnTo>
                  <a:lnTo>
                    <a:pt x="5" y="118"/>
                  </a:lnTo>
                  <a:lnTo>
                    <a:pt x="7" y="96"/>
                  </a:lnTo>
                  <a:lnTo>
                    <a:pt x="11" y="77"/>
                  </a:lnTo>
                  <a:lnTo>
                    <a:pt x="14" y="59"/>
                  </a:lnTo>
                  <a:lnTo>
                    <a:pt x="20" y="44"/>
                  </a:lnTo>
                  <a:lnTo>
                    <a:pt x="25" y="30"/>
                  </a:lnTo>
                  <a:lnTo>
                    <a:pt x="30" y="19"/>
                  </a:lnTo>
                  <a:lnTo>
                    <a:pt x="36" y="11"/>
                  </a:lnTo>
                  <a:lnTo>
                    <a:pt x="41" y="7"/>
                  </a:lnTo>
                  <a:lnTo>
                    <a:pt x="49" y="6"/>
                  </a:lnTo>
                  <a:lnTo>
                    <a:pt x="49" y="0"/>
                  </a:lnTo>
                  <a:close/>
                </a:path>
              </a:pathLst>
            </a:custGeom>
            <a:solidFill>
              <a:srgbClr val="A3A3A3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583" name="Google Shape;583;p1"/>
            <p:cNvSpPr/>
            <p:nvPr/>
          </p:nvSpPr>
          <p:spPr>
            <a:xfrm>
              <a:off x="4077" y="3313"/>
              <a:ext cx="42" cy="108"/>
            </a:xfrm>
            <a:custGeom>
              <a:avLst/>
              <a:gdLst/>
              <a:ahLst/>
              <a:cxnLst/>
              <a:rect l="l" t="t" r="r" b="b"/>
              <a:pathLst>
                <a:path w="47" h="182" extrusionOk="0">
                  <a:moveTo>
                    <a:pt x="47" y="0"/>
                  </a:moveTo>
                  <a:lnTo>
                    <a:pt x="39" y="1"/>
                  </a:lnTo>
                  <a:lnTo>
                    <a:pt x="34" y="5"/>
                  </a:lnTo>
                  <a:lnTo>
                    <a:pt x="28" y="13"/>
                  </a:lnTo>
                  <a:lnTo>
                    <a:pt x="23" y="24"/>
                  </a:lnTo>
                  <a:lnTo>
                    <a:pt x="18" y="38"/>
                  </a:lnTo>
                  <a:lnTo>
                    <a:pt x="12" y="53"/>
                  </a:lnTo>
                  <a:lnTo>
                    <a:pt x="9" y="71"/>
                  </a:lnTo>
                  <a:lnTo>
                    <a:pt x="5" y="90"/>
                  </a:lnTo>
                  <a:lnTo>
                    <a:pt x="3" y="112"/>
                  </a:lnTo>
                  <a:lnTo>
                    <a:pt x="0" y="135"/>
                  </a:lnTo>
                  <a:lnTo>
                    <a:pt x="0" y="157"/>
                  </a:lnTo>
                  <a:lnTo>
                    <a:pt x="0" y="182"/>
                  </a:lnTo>
                  <a:lnTo>
                    <a:pt x="0" y="182"/>
                  </a:lnTo>
                  <a:lnTo>
                    <a:pt x="1" y="157"/>
                  </a:lnTo>
                  <a:lnTo>
                    <a:pt x="1" y="135"/>
                  </a:lnTo>
                  <a:lnTo>
                    <a:pt x="3" y="114"/>
                  </a:lnTo>
                  <a:lnTo>
                    <a:pt x="7" y="93"/>
                  </a:lnTo>
                  <a:lnTo>
                    <a:pt x="10" y="74"/>
                  </a:lnTo>
                  <a:lnTo>
                    <a:pt x="14" y="57"/>
                  </a:lnTo>
                  <a:lnTo>
                    <a:pt x="18" y="41"/>
                  </a:lnTo>
                  <a:lnTo>
                    <a:pt x="23" y="29"/>
                  </a:lnTo>
                  <a:lnTo>
                    <a:pt x="28" y="19"/>
                  </a:lnTo>
                  <a:lnTo>
                    <a:pt x="34" y="10"/>
                  </a:lnTo>
                  <a:lnTo>
                    <a:pt x="39" y="7"/>
                  </a:lnTo>
                  <a:lnTo>
                    <a:pt x="47" y="5"/>
                  </a:lnTo>
                  <a:lnTo>
                    <a:pt x="47" y="0"/>
                  </a:lnTo>
                  <a:close/>
                </a:path>
              </a:pathLst>
            </a:custGeom>
            <a:solidFill>
              <a:srgbClr val="A5A5A5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584" name="Google Shape;584;p1"/>
            <p:cNvSpPr/>
            <p:nvPr/>
          </p:nvSpPr>
          <p:spPr>
            <a:xfrm>
              <a:off x="4077" y="3315"/>
              <a:ext cx="42" cy="106"/>
            </a:xfrm>
            <a:custGeom>
              <a:avLst/>
              <a:gdLst/>
              <a:ahLst/>
              <a:cxnLst/>
              <a:rect l="l" t="t" r="r" b="b"/>
              <a:pathLst>
                <a:path w="47" h="177" extrusionOk="0">
                  <a:moveTo>
                    <a:pt x="47" y="0"/>
                  </a:moveTo>
                  <a:lnTo>
                    <a:pt x="39" y="2"/>
                  </a:lnTo>
                  <a:lnTo>
                    <a:pt x="34" y="5"/>
                  </a:lnTo>
                  <a:lnTo>
                    <a:pt x="28" y="14"/>
                  </a:lnTo>
                  <a:lnTo>
                    <a:pt x="23" y="24"/>
                  </a:lnTo>
                  <a:lnTo>
                    <a:pt x="18" y="36"/>
                  </a:lnTo>
                  <a:lnTo>
                    <a:pt x="14" y="52"/>
                  </a:lnTo>
                  <a:lnTo>
                    <a:pt x="10" y="69"/>
                  </a:lnTo>
                  <a:lnTo>
                    <a:pt x="7" y="88"/>
                  </a:lnTo>
                  <a:lnTo>
                    <a:pt x="3" y="109"/>
                  </a:lnTo>
                  <a:lnTo>
                    <a:pt x="1" y="130"/>
                  </a:lnTo>
                  <a:lnTo>
                    <a:pt x="1" y="152"/>
                  </a:lnTo>
                  <a:lnTo>
                    <a:pt x="0" y="177"/>
                  </a:lnTo>
                  <a:lnTo>
                    <a:pt x="1" y="177"/>
                  </a:lnTo>
                  <a:lnTo>
                    <a:pt x="1" y="154"/>
                  </a:lnTo>
                  <a:lnTo>
                    <a:pt x="3" y="132"/>
                  </a:lnTo>
                  <a:lnTo>
                    <a:pt x="5" y="111"/>
                  </a:lnTo>
                  <a:lnTo>
                    <a:pt x="7" y="90"/>
                  </a:lnTo>
                  <a:lnTo>
                    <a:pt x="10" y="73"/>
                  </a:lnTo>
                  <a:lnTo>
                    <a:pt x="14" y="55"/>
                  </a:lnTo>
                  <a:lnTo>
                    <a:pt x="19" y="40"/>
                  </a:lnTo>
                  <a:lnTo>
                    <a:pt x="23" y="28"/>
                  </a:lnTo>
                  <a:lnTo>
                    <a:pt x="28" y="17"/>
                  </a:lnTo>
                  <a:lnTo>
                    <a:pt x="34" y="10"/>
                  </a:lnTo>
                  <a:lnTo>
                    <a:pt x="41" y="7"/>
                  </a:lnTo>
                  <a:lnTo>
                    <a:pt x="47" y="5"/>
                  </a:lnTo>
                  <a:lnTo>
                    <a:pt x="47" y="0"/>
                  </a:lnTo>
                  <a:close/>
                </a:path>
              </a:pathLst>
            </a:custGeom>
            <a:solidFill>
              <a:srgbClr val="A8A8A8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585" name="Google Shape;585;p1"/>
            <p:cNvSpPr/>
            <p:nvPr/>
          </p:nvSpPr>
          <p:spPr>
            <a:xfrm>
              <a:off x="4079" y="3319"/>
              <a:ext cx="40" cy="102"/>
            </a:xfrm>
            <a:custGeom>
              <a:avLst/>
              <a:gdLst/>
              <a:ahLst/>
              <a:cxnLst/>
              <a:rect l="l" t="t" r="r" b="b"/>
              <a:pathLst>
                <a:path w="46" h="172" extrusionOk="0">
                  <a:moveTo>
                    <a:pt x="46" y="0"/>
                  </a:moveTo>
                  <a:lnTo>
                    <a:pt x="40" y="2"/>
                  </a:lnTo>
                  <a:lnTo>
                    <a:pt x="33" y="5"/>
                  </a:lnTo>
                  <a:lnTo>
                    <a:pt x="27" y="12"/>
                  </a:lnTo>
                  <a:lnTo>
                    <a:pt x="22" y="23"/>
                  </a:lnTo>
                  <a:lnTo>
                    <a:pt x="18" y="35"/>
                  </a:lnTo>
                  <a:lnTo>
                    <a:pt x="13" y="50"/>
                  </a:lnTo>
                  <a:lnTo>
                    <a:pt x="9" y="68"/>
                  </a:lnTo>
                  <a:lnTo>
                    <a:pt x="6" y="85"/>
                  </a:lnTo>
                  <a:lnTo>
                    <a:pt x="4" y="106"/>
                  </a:lnTo>
                  <a:lnTo>
                    <a:pt x="2" y="127"/>
                  </a:lnTo>
                  <a:lnTo>
                    <a:pt x="0" y="149"/>
                  </a:lnTo>
                  <a:lnTo>
                    <a:pt x="0" y="172"/>
                  </a:lnTo>
                  <a:lnTo>
                    <a:pt x="2" y="172"/>
                  </a:lnTo>
                  <a:lnTo>
                    <a:pt x="2" y="147"/>
                  </a:lnTo>
                  <a:lnTo>
                    <a:pt x="4" y="125"/>
                  </a:lnTo>
                  <a:lnTo>
                    <a:pt x="6" y="102"/>
                  </a:lnTo>
                  <a:lnTo>
                    <a:pt x="9" y="82"/>
                  </a:lnTo>
                  <a:lnTo>
                    <a:pt x="13" y="62"/>
                  </a:lnTo>
                  <a:lnTo>
                    <a:pt x="17" y="45"/>
                  </a:lnTo>
                  <a:lnTo>
                    <a:pt x="22" y="31"/>
                  </a:lnTo>
                  <a:lnTo>
                    <a:pt x="27" y="21"/>
                  </a:lnTo>
                  <a:lnTo>
                    <a:pt x="33" y="12"/>
                  </a:lnTo>
                  <a:lnTo>
                    <a:pt x="38" y="7"/>
                  </a:lnTo>
                  <a:lnTo>
                    <a:pt x="46" y="5"/>
                  </a:lnTo>
                  <a:lnTo>
                    <a:pt x="46" y="0"/>
                  </a:lnTo>
                  <a:close/>
                </a:path>
              </a:pathLst>
            </a:custGeom>
            <a:solidFill>
              <a:srgbClr val="AAAAAA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586" name="Google Shape;586;p1"/>
            <p:cNvSpPr/>
            <p:nvPr/>
          </p:nvSpPr>
          <p:spPr>
            <a:xfrm>
              <a:off x="4081" y="3323"/>
              <a:ext cx="38" cy="98"/>
            </a:xfrm>
            <a:custGeom>
              <a:avLst/>
              <a:gdLst/>
              <a:ahLst/>
              <a:cxnLst/>
              <a:rect l="l" t="t" r="r" b="b"/>
              <a:pathLst>
                <a:path w="44" h="167" extrusionOk="0">
                  <a:moveTo>
                    <a:pt x="44" y="0"/>
                  </a:moveTo>
                  <a:lnTo>
                    <a:pt x="36" y="2"/>
                  </a:lnTo>
                  <a:lnTo>
                    <a:pt x="31" y="7"/>
                  </a:lnTo>
                  <a:lnTo>
                    <a:pt x="25" y="16"/>
                  </a:lnTo>
                  <a:lnTo>
                    <a:pt x="20" y="26"/>
                  </a:lnTo>
                  <a:lnTo>
                    <a:pt x="15" y="40"/>
                  </a:lnTo>
                  <a:lnTo>
                    <a:pt x="11" y="57"/>
                  </a:lnTo>
                  <a:lnTo>
                    <a:pt x="7" y="77"/>
                  </a:lnTo>
                  <a:lnTo>
                    <a:pt x="4" y="97"/>
                  </a:lnTo>
                  <a:lnTo>
                    <a:pt x="2" y="120"/>
                  </a:lnTo>
                  <a:lnTo>
                    <a:pt x="0" y="142"/>
                  </a:lnTo>
                  <a:lnTo>
                    <a:pt x="0" y="167"/>
                  </a:lnTo>
                  <a:lnTo>
                    <a:pt x="2" y="167"/>
                  </a:lnTo>
                  <a:lnTo>
                    <a:pt x="2" y="142"/>
                  </a:lnTo>
                  <a:lnTo>
                    <a:pt x="2" y="122"/>
                  </a:lnTo>
                  <a:lnTo>
                    <a:pt x="6" y="99"/>
                  </a:lnTo>
                  <a:lnTo>
                    <a:pt x="7" y="80"/>
                  </a:lnTo>
                  <a:lnTo>
                    <a:pt x="11" y="61"/>
                  </a:lnTo>
                  <a:lnTo>
                    <a:pt x="16" y="45"/>
                  </a:lnTo>
                  <a:lnTo>
                    <a:pt x="20" y="31"/>
                  </a:lnTo>
                  <a:lnTo>
                    <a:pt x="25" y="19"/>
                  </a:lnTo>
                  <a:lnTo>
                    <a:pt x="31" y="12"/>
                  </a:lnTo>
                  <a:lnTo>
                    <a:pt x="36" y="7"/>
                  </a:lnTo>
                  <a:lnTo>
                    <a:pt x="44" y="5"/>
                  </a:lnTo>
                  <a:lnTo>
                    <a:pt x="44" y="0"/>
                  </a:lnTo>
                  <a:close/>
                </a:path>
              </a:pathLst>
            </a:custGeom>
            <a:solidFill>
              <a:srgbClr val="ACACAC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587" name="Google Shape;587;p1"/>
            <p:cNvSpPr/>
            <p:nvPr/>
          </p:nvSpPr>
          <p:spPr>
            <a:xfrm>
              <a:off x="4082" y="3325"/>
              <a:ext cx="37" cy="96"/>
            </a:xfrm>
            <a:custGeom>
              <a:avLst/>
              <a:gdLst/>
              <a:ahLst/>
              <a:cxnLst/>
              <a:rect l="l" t="t" r="r" b="b"/>
              <a:pathLst>
                <a:path w="42" h="162" extrusionOk="0">
                  <a:moveTo>
                    <a:pt x="42" y="0"/>
                  </a:moveTo>
                  <a:lnTo>
                    <a:pt x="34" y="2"/>
                  </a:lnTo>
                  <a:lnTo>
                    <a:pt x="29" y="7"/>
                  </a:lnTo>
                  <a:lnTo>
                    <a:pt x="23" y="14"/>
                  </a:lnTo>
                  <a:lnTo>
                    <a:pt x="18" y="26"/>
                  </a:lnTo>
                  <a:lnTo>
                    <a:pt x="14" y="40"/>
                  </a:lnTo>
                  <a:lnTo>
                    <a:pt x="9" y="56"/>
                  </a:lnTo>
                  <a:lnTo>
                    <a:pt x="5" y="75"/>
                  </a:lnTo>
                  <a:lnTo>
                    <a:pt x="4" y="94"/>
                  </a:lnTo>
                  <a:lnTo>
                    <a:pt x="0" y="117"/>
                  </a:lnTo>
                  <a:lnTo>
                    <a:pt x="0" y="137"/>
                  </a:lnTo>
                  <a:lnTo>
                    <a:pt x="0" y="162"/>
                  </a:lnTo>
                  <a:lnTo>
                    <a:pt x="0" y="162"/>
                  </a:lnTo>
                  <a:lnTo>
                    <a:pt x="2" y="139"/>
                  </a:lnTo>
                  <a:lnTo>
                    <a:pt x="2" y="117"/>
                  </a:lnTo>
                  <a:lnTo>
                    <a:pt x="4" y="96"/>
                  </a:lnTo>
                  <a:lnTo>
                    <a:pt x="7" y="77"/>
                  </a:lnTo>
                  <a:lnTo>
                    <a:pt x="11" y="59"/>
                  </a:lnTo>
                  <a:lnTo>
                    <a:pt x="14" y="44"/>
                  </a:lnTo>
                  <a:lnTo>
                    <a:pt x="20" y="30"/>
                  </a:lnTo>
                  <a:lnTo>
                    <a:pt x="23" y="20"/>
                  </a:lnTo>
                  <a:lnTo>
                    <a:pt x="29" y="13"/>
                  </a:lnTo>
                  <a:lnTo>
                    <a:pt x="36" y="7"/>
                  </a:lnTo>
                  <a:lnTo>
                    <a:pt x="42" y="6"/>
                  </a:lnTo>
                  <a:lnTo>
                    <a:pt x="42" y="0"/>
                  </a:lnTo>
                  <a:close/>
                </a:path>
              </a:pathLst>
            </a:custGeom>
            <a:solidFill>
              <a:srgbClr val="AFAFAF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588" name="Google Shape;588;p1"/>
            <p:cNvSpPr/>
            <p:nvPr/>
          </p:nvSpPr>
          <p:spPr>
            <a:xfrm>
              <a:off x="4082" y="3329"/>
              <a:ext cx="37" cy="92"/>
            </a:xfrm>
            <a:custGeom>
              <a:avLst/>
              <a:gdLst/>
              <a:ahLst/>
              <a:cxnLst/>
              <a:rect l="l" t="t" r="r" b="b"/>
              <a:pathLst>
                <a:path w="42" h="156" extrusionOk="0">
                  <a:moveTo>
                    <a:pt x="42" y="0"/>
                  </a:moveTo>
                  <a:lnTo>
                    <a:pt x="36" y="1"/>
                  </a:lnTo>
                  <a:lnTo>
                    <a:pt x="29" y="7"/>
                  </a:lnTo>
                  <a:lnTo>
                    <a:pt x="23" y="14"/>
                  </a:lnTo>
                  <a:lnTo>
                    <a:pt x="20" y="24"/>
                  </a:lnTo>
                  <a:lnTo>
                    <a:pt x="14" y="38"/>
                  </a:lnTo>
                  <a:lnTo>
                    <a:pt x="11" y="53"/>
                  </a:lnTo>
                  <a:lnTo>
                    <a:pt x="7" y="71"/>
                  </a:lnTo>
                  <a:lnTo>
                    <a:pt x="4" y="90"/>
                  </a:lnTo>
                  <a:lnTo>
                    <a:pt x="2" y="111"/>
                  </a:lnTo>
                  <a:lnTo>
                    <a:pt x="2" y="133"/>
                  </a:lnTo>
                  <a:lnTo>
                    <a:pt x="0" y="156"/>
                  </a:lnTo>
                  <a:lnTo>
                    <a:pt x="2" y="156"/>
                  </a:lnTo>
                  <a:lnTo>
                    <a:pt x="2" y="133"/>
                  </a:lnTo>
                  <a:lnTo>
                    <a:pt x="4" y="112"/>
                  </a:lnTo>
                  <a:lnTo>
                    <a:pt x="5" y="93"/>
                  </a:lnTo>
                  <a:lnTo>
                    <a:pt x="7" y="74"/>
                  </a:lnTo>
                  <a:lnTo>
                    <a:pt x="11" y="57"/>
                  </a:lnTo>
                  <a:lnTo>
                    <a:pt x="16" y="41"/>
                  </a:lnTo>
                  <a:lnTo>
                    <a:pt x="20" y="29"/>
                  </a:lnTo>
                  <a:lnTo>
                    <a:pt x="25" y="19"/>
                  </a:lnTo>
                  <a:lnTo>
                    <a:pt x="31" y="10"/>
                  </a:lnTo>
                  <a:lnTo>
                    <a:pt x="36" y="7"/>
                  </a:lnTo>
                  <a:lnTo>
                    <a:pt x="42" y="5"/>
                  </a:lnTo>
                  <a:lnTo>
                    <a:pt x="42" y="0"/>
                  </a:lnTo>
                  <a:close/>
                </a:path>
              </a:pathLst>
            </a:custGeom>
            <a:solidFill>
              <a:srgbClr val="B1B1B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589" name="Google Shape;589;p1"/>
            <p:cNvSpPr/>
            <p:nvPr/>
          </p:nvSpPr>
          <p:spPr>
            <a:xfrm>
              <a:off x="4084" y="3331"/>
              <a:ext cx="35" cy="90"/>
            </a:xfrm>
            <a:custGeom>
              <a:avLst/>
              <a:gdLst/>
              <a:ahLst/>
              <a:cxnLst/>
              <a:rect l="l" t="t" r="r" b="b"/>
              <a:pathLst>
                <a:path w="40" h="151" extrusionOk="0">
                  <a:moveTo>
                    <a:pt x="40" y="0"/>
                  </a:moveTo>
                  <a:lnTo>
                    <a:pt x="34" y="2"/>
                  </a:lnTo>
                  <a:lnTo>
                    <a:pt x="29" y="5"/>
                  </a:lnTo>
                  <a:lnTo>
                    <a:pt x="23" y="14"/>
                  </a:lnTo>
                  <a:lnTo>
                    <a:pt x="18" y="24"/>
                  </a:lnTo>
                  <a:lnTo>
                    <a:pt x="14" y="36"/>
                  </a:lnTo>
                  <a:lnTo>
                    <a:pt x="9" y="52"/>
                  </a:lnTo>
                  <a:lnTo>
                    <a:pt x="5" y="69"/>
                  </a:lnTo>
                  <a:lnTo>
                    <a:pt x="3" y="88"/>
                  </a:lnTo>
                  <a:lnTo>
                    <a:pt x="2" y="107"/>
                  </a:lnTo>
                  <a:lnTo>
                    <a:pt x="0" y="128"/>
                  </a:lnTo>
                  <a:lnTo>
                    <a:pt x="0" y="151"/>
                  </a:lnTo>
                  <a:lnTo>
                    <a:pt x="2" y="151"/>
                  </a:lnTo>
                  <a:lnTo>
                    <a:pt x="2" y="130"/>
                  </a:lnTo>
                  <a:lnTo>
                    <a:pt x="3" y="109"/>
                  </a:lnTo>
                  <a:lnTo>
                    <a:pt x="5" y="90"/>
                  </a:lnTo>
                  <a:lnTo>
                    <a:pt x="7" y="71"/>
                  </a:lnTo>
                  <a:lnTo>
                    <a:pt x="11" y="55"/>
                  </a:lnTo>
                  <a:lnTo>
                    <a:pt x="14" y="40"/>
                  </a:lnTo>
                  <a:lnTo>
                    <a:pt x="18" y="28"/>
                  </a:lnTo>
                  <a:lnTo>
                    <a:pt x="23" y="17"/>
                  </a:lnTo>
                  <a:lnTo>
                    <a:pt x="29" y="10"/>
                  </a:lnTo>
                  <a:lnTo>
                    <a:pt x="34" y="7"/>
                  </a:lnTo>
                  <a:lnTo>
                    <a:pt x="40" y="5"/>
                  </a:lnTo>
                  <a:lnTo>
                    <a:pt x="40" y="0"/>
                  </a:lnTo>
                  <a:close/>
                </a:path>
              </a:pathLst>
            </a:custGeom>
            <a:solidFill>
              <a:srgbClr val="B4B4B4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590" name="Google Shape;590;p1"/>
            <p:cNvSpPr/>
            <p:nvPr/>
          </p:nvSpPr>
          <p:spPr>
            <a:xfrm>
              <a:off x="4086" y="3335"/>
              <a:ext cx="33" cy="86"/>
            </a:xfrm>
            <a:custGeom>
              <a:avLst/>
              <a:gdLst/>
              <a:ahLst/>
              <a:cxnLst/>
              <a:rect l="l" t="t" r="r" b="b"/>
              <a:pathLst>
                <a:path w="38" h="146" extrusionOk="0">
                  <a:moveTo>
                    <a:pt x="38" y="0"/>
                  </a:moveTo>
                  <a:lnTo>
                    <a:pt x="32" y="2"/>
                  </a:lnTo>
                  <a:lnTo>
                    <a:pt x="27" y="5"/>
                  </a:lnTo>
                  <a:lnTo>
                    <a:pt x="21" y="12"/>
                  </a:lnTo>
                  <a:lnTo>
                    <a:pt x="16" y="23"/>
                  </a:lnTo>
                  <a:lnTo>
                    <a:pt x="12" y="35"/>
                  </a:lnTo>
                  <a:lnTo>
                    <a:pt x="9" y="50"/>
                  </a:lnTo>
                  <a:lnTo>
                    <a:pt x="5" y="66"/>
                  </a:lnTo>
                  <a:lnTo>
                    <a:pt x="3" y="85"/>
                  </a:lnTo>
                  <a:lnTo>
                    <a:pt x="1" y="104"/>
                  </a:lnTo>
                  <a:lnTo>
                    <a:pt x="0" y="125"/>
                  </a:lnTo>
                  <a:lnTo>
                    <a:pt x="0" y="146"/>
                  </a:lnTo>
                  <a:lnTo>
                    <a:pt x="1" y="146"/>
                  </a:lnTo>
                  <a:lnTo>
                    <a:pt x="1" y="123"/>
                  </a:lnTo>
                  <a:lnTo>
                    <a:pt x="3" y="102"/>
                  </a:lnTo>
                  <a:lnTo>
                    <a:pt x="5" y="82"/>
                  </a:lnTo>
                  <a:lnTo>
                    <a:pt x="7" y="63"/>
                  </a:lnTo>
                  <a:lnTo>
                    <a:pt x="10" y="47"/>
                  </a:lnTo>
                  <a:lnTo>
                    <a:pt x="16" y="31"/>
                  </a:lnTo>
                  <a:lnTo>
                    <a:pt x="21" y="21"/>
                  </a:lnTo>
                  <a:lnTo>
                    <a:pt x="25" y="12"/>
                  </a:lnTo>
                  <a:lnTo>
                    <a:pt x="32" y="7"/>
                  </a:lnTo>
                  <a:lnTo>
                    <a:pt x="38" y="5"/>
                  </a:lnTo>
                  <a:lnTo>
                    <a:pt x="38" y="0"/>
                  </a:lnTo>
                  <a:close/>
                </a:path>
              </a:pathLst>
            </a:custGeom>
            <a:solidFill>
              <a:srgbClr val="B7B7B7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591" name="Google Shape;591;p1"/>
            <p:cNvSpPr/>
            <p:nvPr/>
          </p:nvSpPr>
          <p:spPr>
            <a:xfrm>
              <a:off x="4088" y="3338"/>
              <a:ext cx="31" cy="83"/>
            </a:xfrm>
            <a:custGeom>
              <a:avLst/>
              <a:gdLst/>
              <a:ahLst/>
              <a:cxnLst/>
              <a:rect l="l" t="t" r="r" b="b"/>
              <a:pathLst>
                <a:path w="37" h="141" extrusionOk="0">
                  <a:moveTo>
                    <a:pt x="37" y="0"/>
                  </a:moveTo>
                  <a:lnTo>
                    <a:pt x="31" y="2"/>
                  </a:lnTo>
                  <a:lnTo>
                    <a:pt x="24" y="7"/>
                  </a:lnTo>
                  <a:lnTo>
                    <a:pt x="20" y="16"/>
                  </a:lnTo>
                  <a:lnTo>
                    <a:pt x="15" y="26"/>
                  </a:lnTo>
                  <a:lnTo>
                    <a:pt x="9" y="42"/>
                  </a:lnTo>
                  <a:lnTo>
                    <a:pt x="6" y="58"/>
                  </a:lnTo>
                  <a:lnTo>
                    <a:pt x="4" y="77"/>
                  </a:lnTo>
                  <a:lnTo>
                    <a:pt x="2" y="97"/>
                  </a:lnTo>
                  <a:lnTo>
                    <a:pt x="0" y="118"/>
                  </a:lnTo>
                  <a:lnTo>
                    <a:pt x="0" y="141"/>
                  </a:lnTo>
                  <a:lnTo>
                    <a:pt x="0" y="141"/>
                  </a:lnTo>
                  <a:lnTo>
                    <a:pt x="2" y="118"/>
                  </a:lnTo>
                  <a:lnTo>
                    <a:pt x="2" y="99"/>
                  </a:lnTo>
                  <a:lnTo>
                    <a:pt x="4" y="78"/>
                  </a:lnTo>
                  <a:lnTo>
                    <a:pt x="8" y="61"/>
                  </a:lnTo>
                  <a:lnTo>
                    <a:pt x="11" y="45"/>
                  </a:lnTo>
                  <a:lnTo>
                    <a:pt x="15" y="31"/>
                  </a:lnTo>
                  <a:lnTo>
                    <a:pt x="20" y="19"/>
                  </a:lnTo>
                  <a:lnTo>
                    <a:pt x="26" y="12"/>
                  </a:lnTo>
                  <a:lnTo>
                    <a:pt x="31" y="7"/>
                  </a:lnTo>
                  <a:lnTo>
                    <a:pt x="37" y="5"/>
                  </a:lnTo>
                  <a:lnTo>
                    <a:pt x="37" y="0"/>
                  </a:lnTo>
                  <a:close/>
                </a:path>
              </a:pathLst>
            </a:custGeom>
            <a:solidFill>
              <a:srgbClr val="BABABA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592" name="Google Shape;592;p1"/>
            <p:cNvSpPr/>
            <p:nvPr/>
          </p:nvSpPr>
          <p:spPr>
            <a:xfrm>
              <a:off x="4088" y="3340"/>
              <a:ext cx="31" cy="81"/>
            </a:xfrm>
            <a:custGeom>
              <a:avLst/>
              <a:gdLst/>
              <a:ahLst/>
              <a:cxnLst/>
              <a:rect l="l" t="t" r="r" b="b"/>
              <a:pathLst>
                <a:path w="37" h="136" extrusionOk="0">
                  <a:moveTo>
                    <a:pt x="37" y="0"/>
                  </a:moveTo>
                  <a:lnTo>
                    <a:pt x="31" y="2"/>
                  </a:lnTo>
                  <a:lnTo>
                    <a:pt x="26" y="7"/>
                  </a:lnTo>
                  <a:lnTo>
                    <a:pt x="20" y="14"/>
                  </a:lnTo>
                  <a:lnTo>
                    <a:pt x="15" y="26"/>
                  </a:lnTo>
                  <a:lnTo>
                    <a:pt x="11" y="40"/>
                  </a:lnTo>
                  <a:lnTo>
                    <a:pt x="8" y="56"/>
                  </a:lnTo>
                  <a:lnTo>
                    <a:pt x="4" y="73"/>
                  </a:lnTo>
                  <a:lnTo>
                    <a:pt x="2" y="94"/>
                  </a:lnTo>
                  <a:lnTo>
                    <a:pt x="2" y="113"/>
                  </a:lnTo>
                  <a:lnTo>
                    <a:pt x="0" y="136"/>
                  </a:lnTo>
                  <a:lnTo>
                    <a:pt x="2" y="136"/>
                  </a:lnTo>
                  <a:lnTo>
                    <a:pt x="2" y="115"/>
                  </a:lnTo>
                  <a:lnTo>
                    <a:pt x="4" y="96"/>
                  </a:lnTo>
                  <a:lnTo>
                    <a:pt x="6" y="77"/>
                  </a:lnTo>
                  <a:lnTo>
                    <a:pt x="9" y="59"/>
                  </a:lnTo>
                  <a:lnTo>
                    <a:pt x="13" y="44"/>
                  </a:lnTo>
                  <a:lnTo>
                    <a:pt x="17" y="30"/>
                  </a:lnTo>
                  <a:lnTo>
                    <a:pt x="20" y="20"/>
                  </a:lnTo>
                  <a:lnTo>
                    <a:pt x="26" y="13"/>
                  </a:lnTo>
                  <a:lnTo>
                    <a:pt x="31" y="7"/>
                  </a:lnTo>
                  <a:lnTo>
                    <a:pt x="37" y="6"/>
                  </a:lnTo>
                  <a:lnTo>
                    <a:pt x="37" y="0"/>
                  </a:lnTo>
                  <a:close/>
                </a:path>
              </a:pathLst>
            </a:custGeom>
            <a:solidFill>
              <a:srgbClr val="BDBDBD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593" name="Google Shape;593;p1"/>
            <p:cNvSpPr/>
            <p:nvPr/>
          </p:nvSpPr>
          <p:spPr>
            <a:xfrm>
              <a:off x="4089" y="3344"/>
              <a:ext cx="30" cy="77"/>
            </a:xfrm>
            <a:custGeom>
              <a:avLst/>
              <a:gdLst/>
              <a:ahLst/>
              <a:cxnLst/>
              <a:rect l="l" t="t" r="r" b="b"/>
              <a:pathLst>
                <a:path w="35" h="130" extrusionOk="0">
                  <a:moveTo>
                    <a:pt x="35" y="0"/>
                  </a:moveTo>
                  <a:lnTo>
                    <a:pt x="29" y="1"/>
                  </a:lnTo>
                  <a:lnTo>
                    <a:pt x="24" y="7"/>
                  </a:lnTo>
                  <a:lnTo>
                    <a:pt x="18" y="14"/>
                  </a:lnTo>
                  <a:lnTo>
                    <a:pt x="15" y="24"/>
                  </a:lnTo>
                  <a:lnTo>
                    <a:pt x="11" y="38"/>
                  </a:lnTo>
                  <a:lnTo>
                    <a:pt x="7" y="53"/>
                  </a:lnTo>
                  <a:lnTo>
                    <a:pt x="4" y="71"/>
                  </a:lnTo>
                  <a:lnTo>
                    <a:pt x="2" y="90"/>
                  </a:lnTo>
                  <a:lnTo>
                    <a:pt x="0" y="109"/>
                  </a:lnTo>
                  <a:lnTo>
                    <a:pt x="0" y="130"/>
                  </a:lnTo>
                  <a:lnTo>
                    <a:pt x="2" y="130"/>
                  </a:lnTo>
                  <a:lnTo>
                    <a:pt x="2" y="109"/>
                  </a:lnTo>
                  <a:lnTo>
                    <a:pt x="4" y="90"/>
                  </a:lnTo>
                  <a:lnTo>
                    <a:pt x="6" y="73"/>
                  </a:lnTo>
                  <a:lnTo>
                    <a:pt x="7" y="55"/>
                  </a:lnTo>
                  <a:lnTo>
                    <a:pt x="11" y="41"/>
                  </a:lnTo>
                  <a:lnTo>
                    <a:pt x="15" y="29"/>
                  </a:lnTo>
                  <a:lnTo>
                    <a:pt x="20" y="19"/>
                  </a:lnTo>
                  <a:lnTo>
                    <a:pt x="24" y="10"/>
                  </a:lnTo>
                  <a:lnTo>
                    <a:pt x="29" y="7"/>
                  </a:lnTo>
                  <a:lnTo>
                    <a:pt x="35" y="5"/>
                  </a:lnTo>
                  <a:lnTo>
                    <a:pt x="35" y="0"/>
                  </a:lnTo>
                  <a:close/>
                </a:path>
              </a:pathLst>
            </a:custGeom>
            <a:solidFill>
              <a:srgbClr val="C0C0C0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594" name="Google Shape;594;p1"/>
            <p:cNvSpPr/>
            <p:nvPr/>
          </p:nvSpPr>
          <p:spPr>
            <a:xfrm>
              <a:off x="4091" y="3346"/>
              <a:ext cx="28" cy="75"/>
            </a:xfrm>
            <a:custGeom>
              <a:avLst/>
              <a:gdLst/>
              <a:ahLst/>
              <a:cxnLst/>
              <a:rect l="l" t="t" r="r" b="b"/>
              <a:pathLst>
                <a:path w="33" h="125" extrusionOk="0">
                  <a:moveTo>
                    <a:pt x="33" y="0"/>
                  </a:moveTo>
                  <a:lnTo>
                    <a:pt x="27" y="2"/>
                  </a:lnTo>
                  <a:lnTo>
                    <a:pt x="22" y="5"/>
                  </a:lnTo>
                  <a:lnTo>
                    <a:pt x="18" y="14"/>
                  </a:lnTo>
                  <a:lnTo>
                    <a:pt x="13" y="24"/>
                  </a:lnTo>
                  <a:lnTo>
                    <a:pt x="9" y="36"/>
                  </a:lnTo>
                  <a:lnTo>
                    <a:pt x="5" y="50"/>
                  </a:lnTo>
                  <a:lnTo>
                    <a:pt x="4" y="68"/>
                  </a:lnTo>
                  <a:lnTo>
                    <a:pt x="2" y="85"/>
                  </a:lnTo>
                  <a:lnTo>
                    <a:pt x="0" y="104"/>
                  </a:lnTo>
                  <a:lnTo>
                    <a:pt x="0" y="125"/>
                  </a:lnTo>
                  <a:lnTo>
                    <a:pt x="2" y="125"/>
                  </a:lnTo>
                  <a:lnTo>
                    <a:pt x="2" y="106"/>
                  </a:lnTo>
                  <a:lnTo>
                    <a:pt x="2" y="87"/>
                  </a:lnTo>
                  <a:lnTo>
                    <a:pt x="4" y="69"/>
                  </a:lnTo>
                  <a:lnTo>
                    <a:pt x="7" y="54"/>
                  </a:lnTo>
                  <a:lnTo>
                    <a:pt x="11" y="40"/>
                  </a:lnTo>
                  <a:lnTo>
                    <a:pt x="14" y="28"/>
                  </a:lnTo>
                  <a:lnTo>
                    <a:pt x="18" y="17"/>
                  </a:lnTo>
                  <a:lnTo>
                    <a:pt x="22" y="10"/>
                  </a:lnTo>
                  <a:lnTo>
                    <a:pt x="27" y="7"/>
                  </a:lnTo>
                  <a:lnTo>
                    <a:pt x="33" y="5"/>
                  </a:lnTo>
                  <a:lnTo>
                    <a:pt x="33" y="0"/>
                  </a:lnTo>
                  <a:close/>
                </a:path>
              </a:pathLst>
            </a:custGeom>
            <a:solidFill>
              <a:srgbClr val="C3C3C3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595" name="Google Shape;595;p1"/>
            <p:cNvSpPr/>
            <p:nvPr/>
          </p:nvSpPr>
          <p:spPr>
            <a:xfrm>
              <a:off x="4091" y="3350"/>
              <a:ext cx="28" cy="71"/>
            </a:xfrm>
            <a:custGeom>
              <a:avLst/>
              <a:gdLst/>
              <a:ahLst/>
              <a:cxnLst/>
              <a:rect l="l" t="t" r="r" b="b"/>
              <a:pathLst>
                <a:path w="31" h="120" extrusionOk="0">
                  <a:moveTo>
                    <a:pt x="31" y="0"/>
                  </a:moveTo>
                  <a:lnTo>
                    <a:pt x="25" y="2"/>
                  </a:lnTo>
                  <a:lnTo>
                    <a:pt x="20" y="5"/>
                  </a:lnTo>
                  <a:lnTo>
                    <a:pt x="16" y="12"/>
                  </a:lnTo>
                  <a:lnTo>
                    <a:pt x="12" y="23"/>
                  </a:lnTo>
                  <a:lnTo>
                    <a:pt x="9" y="35"/>
                  </a:lnTo>
                  <a:lnTo>
                    <a:pt x="5" y="49"/>
                  </a:lnTo>
                  <a:lnTo>
                    <a:pt x="2" y="64"/>
                  </a:lnTo>
                  <a:lnTo>
                    <a:pt x="0" y="82"/>
                  </a:lnTo>
                  <a:lnTo>
                    <a:pt x="0" y="101"/>
                  </a:lnTo>
                  <a:lnTo>
                    <a:pt x="0" y="120"/>
                  </a:lnTo>
                  <a:lnTo>
                    <a:pt x="0" y="120"/>
                  </a:lnTo>
                  <a:lnTo>
                    <a:pt x="0" y="101"/>
                  </a:lnTo>
                  <a:lnTo>
                    <a:pt x="2" y="83"/>
                  </a:lnTo>
                  <a:lnTo>
                    <a:pt x="3" y="68"/>
                  </a:lnTo>
                  <a:lnTo>
                    <a:pt x="5" y="52"/>
                  </a:lnTo>
                  <a:lnTo>
                    <a:pt x="9" y="38"/>
                  </a:lnTo>
                  <a:lnTo>
                    <a:pt x="12" y="26"/>
                  </a:lnTo>
                  <a:lnTo>
                    <a:pt x="16" y="17"/>
                  </a:lnTo>
                  <a:lnTo>
                    <a:pt x="22" y="10"/>
                  </a:lnTo>
                  <a:lnTo>
                    <a:pt x="25" y="7"/>
                  </a:lnTo>
                  <a:lnTo>
                    <a:pt x="31" y="5"/>
                  </a:lnTo>
                  <a:lnTo>
                    <a:pt x="31" y="0"/>
                  </a:lnTo>
                  <a:close/>
                </a:path>
              </a:pathLst>
            </a:custGeom>
            <a:solidFill>
              <a:srgbClr val="C7C7C7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596" name="Google Shape;596;p1"/>
            <p:cNvSpPr/>
            <p:nvPr/>
          </p:nvSpPr>
          <p:spPr>
            <a:xfrm>
              <a:off x="4091" y="3354"/>
              <a:ext cx="28" cy="67"/>
            </a:xfrm>
            <a:custGeom>
              <a:avLst/>
              <a:gdLst/>
              <a:ahLst/>
              <a:cxnLst/>
              <a:rect l="l" t="t" r="r" b="b"/>
              <a:pathLst>
                <a:path w="31" h="115" extrusionOk="0">
                  <a:moveTo>
                    <a:pt x="31" y="0"/>
                  </a:moveTo>
                  <a:lnTo>
                    <a:pt x="25" y="2"/>
                  </a:lnTo>
                  <a:lnTo>
                    <a:pt x="22" y="5"/>
                  </a:lnTo>
                  <a:lnTo>
                    <a:pt x="16" y="12"/>
                  </a:lnTo>
                  <a:lnTo>
                    <a:pt x="12" y="21"/>
                  </a:lnTo>
                  <a:lnTo>
                    <a:pt x="9" y="33"/>
                  </a:lnTo>
                  <a:lnTo>
                    <a:pt x="5" y="47"/>
                  </a:lnTo>
                  <a:lnTo>
                    <a:pt x="3" y="63"/>
                  </a:lnTo>
                  <a:lnTo>
                    <a:pt x="2" y="78"/>
                  </a:lnTo>
                  <a:lnTo>
                    <a:pt x="0" y="96"/>
                  </a:lnTo>
                  <a:lnTo>
                    <a:pt x="0" y="115"/>
                  </a:lnTo>
                  <a:lnTo>
                    <a:pt x="2" y="115"/>
                  </a:lnTo>
                  <a:lnTo>
                    <a:pt x="2" y="96"/>
                  </a:lnTo>
                  <a:lnTo>
                    <a:pt x="3" y="77"/>
                  </a:lnTo>
                  <a:lnTo>
                    <a:pt x="5" y="59"/>
                  </a:lnTo>
                  <a:lnTo>
                    <a:pt x="9" y="44"/>
                  </a:lnTo>
                  <a:lnTo>
                    <a:pt x="12" y="32"/>
                  </a:lnTo>
                  <a:lnTo>
                    <a:pt x="16" y="19"/>
                  </a:lnTo>
                  <a:lnTo>
                    <a:pt x="20" y="12"/>
                  </a:lnTo>
                  <a:lnTo>
                    <a:pt x="25" y="7"/>
                  </a:lnTo>
                  <a:lnTo>
                    <a:pt x="31" y="5"/>
                  </a:lnTo>
                  <a:lnTo>
                    <a:pt x="31" y="0"/>
                  </a:lnTo>
                  <a:close/>
                </a:path>
              </a:pathLst>
            </a:custGeom>
            <a:solidFill>
              <a:srgbClr val="CACACA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597" name="Google Shape;597;p1"/>
            <p:cNvSpPr/>
            <p:nvPr/>
          </p:nvSpPr>
          <p:spPr>
            <a:xfrm>
              <a:off x="4093" y="3356"/>
              <a:ext cx="26" cy="65"/>
            </a:xfrm>
            <a:custGeom>
              <a:avLst/>
              <a:gdLst/>
              <a:ahLst/>
              <a:cxnLst/>
              <a:rect l="l" t="t" r="r" b="b"/>
              <a:pathLst>
                <a:path w="29" h="110" extrusionOk="0">
                  <a:moveTo>
                    <a:pt x="29" y="0"/>
                  </a:moveTo>
                  <a:lnTo>
                    <a:pt x="23" y="2"/>
                  </a:lnTo>
                  <a:lnTo>
                    <a:pt x="18" y="7"/>
                  </a:lnTo>
                  <a:lnTo>
                    <a:pt x="14" y="14"/>
                  </a:lnTo>
                  <a:lnTo>
                    <a:pt x="10" y="27"/>
                  </a:lnTo>
                  <a:lnTo>
                    <a:pt x="7" y="39"/>
                  </a:lnTo>
                  <a:lnTo>
                    <a:pt x="3" y="54"/>
                  </a:lnTo>
                  <a:lnTo>
                    <a:pt x="1" y="72"/>
                  </a:lnTo>
                  <a:lnTo>
                    <a:pt x="0" y="91"/>
                  </a:lnTo>
                  <a:lnTo>
                    <a:pt x="0" y="110"/>
                  </a:lnTo>
                  <a:lnTo>
                    <a:pt x="1" y="110"/>
                  </a:lnTo>
                  <a:lnTo>
                    <a:pt x="1" y="91"/>
                  </a:lnTo>
                  <a:lnTo>
                    <a:pt x="3" y="73"/>
                  </a:lnTo>
                  <a:lnTo>
                    <a:pt x="5" y="58"/>
                  </a:lnTo>
                  <a:lnTo>
                    <a:pt x="7" y="42"/>
                  </a:lnTo>
                  <a:lnTo>
                    <a:pt x="10" y="30"/>
                  </a:lnTo>
                  <a:lnTo>
                    <a:pt x="14" y="20"/>
                  </a:lnTo>
                  <a:lnTo>
                    <a:pt x="20" y="11"/>
                  </a:lnTo>
                  <a:lnTo>
                    <a:pt x="23" y="7"/>
                  </a:lnTo>
                  <a:lnTo>
                    <a:pt x="29" y="6"/>
                  </a:lnTo>
                  <a:lnTo>
                    <a:pt x="29" y="0"/>
                  </a:lnTo>
                  <a:close/>
                </a:path>
              </a:pathLst>
            </a:custGeom>
            <a:solidFill>
              <a:srgbClr val="CDCDCD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598" name="Google Shape;598;p1"/>
            <p:cNvSpPr/>
            <p:nvPr/>
          </p:nvSpPr>
          <p:spPr>
            <a:xfrm>
              <a:off x="4095" y="3360"/>
              <a:ext cx="24" cy="61"/>
            </a:xfrm>
            <a:custGeom>
              <a:avLst/>
              <a:gdLst/>
              <a:ahLst/>
              <a:cxnLst/>
              <a:rect l="l" t="t" r="r" b="b"/>
              <a:pathLst>
                <a:path w="28" h="104" extrusionOk="0">
                  <a:moveTo>
                    <a:pt x="28" y="0"/>
                  </a:moveTo>
                  <a:lnTo>
                    <a:pt x="22" y="1"/>
                  </a:lnTo>
                  <a:lnTo>
                    <a:pt x="19" y="5"/>
                  </a:lnTo>
                  <a:lnTo>
                    <a:pt x="13" y="14"/>
                  </a:lnTo>
                  <a:lnTo>
                    <a:pt x="9" y="24"/>
                  </a:lnTo>
                  <a:lnTo>
                    <a:pt x="6" y="36"/>
                  </a:lnTo>
                  <a:lnTo>
                    <a:pt x="4" y="52"/>
                  </a:lnTo>
                  <a:lnTo>
                    <a:pt x="2" y="67"/>
                  </a:lnTo>
                  <a:lnTo>
                    <a:pt x="0" y="85"/>
                  </a:lnTo>
                  <a:lnTo>
                    <a:pt x="0" y="104"/>
                  </a:lnTo>
                  <a:lnTo>
                    <a:pt x="2" y="104"/>
                  </a:lnTo>
                  <a:lnTo>
                    <a:pt x="2" y="86"/>
                  </a:lnTo>
                  <a:lnTo>
                    <a:pt x="2" y="69"/>
                  </a:lnTo>
                  <a:lnTo>
                    <a:pt x="4" y="53"/>
                  </a:lnTo>
                  <a:lnTo>
                    <a:pt x="8" y="40"/>
                  </a:lnTo>
                  <a:lnTo>
                    <a:pt x="11" y="27"/>
                  </a:lnTo>
                  <a:lnTo>
                    <a:pt x="15" y="17"/>
                  </a:lnTo>
                  <a:lnTo>
                    <a:pt x="19" y="10"/>
                  </a:lnTo>
                  <a:lnTo>
                    <a:pt x="22" y="7"/>
                  </a:lnTo>
                  <a:lnTo>
                    <a:pt x="28" y="5"/>
                  </a:lnTo>
                  <a:lnTo>
                    <a:pt x="28" y="0"/>
                  </a:lnTo>
                  <a:close/>
                </a:path>
              </a:pathLst>
            </a:custGeom>
            <a:solidFill>
              <a:srgbClr val="CFCFCF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599" name="Google Shape;599;p1"/>
            <p:cNvSpPr/>
            <p:nvPr/>
          </p:nvSpPr>
          <p:spPr>
            <a:xfrm>
              <a:off x="4096" y="3362"/>
              <a:ext cx="23" cy="59"/>
            </a:xfrm>
            <a:custGeom>
              <a:avLst/>
              <a:gdLst/>
              <a:ahLst/>
              <a:cxnLst/>
              <a:rect l="l" t="t" r="r" b="b"/>
              <a:pathLst>
                <a:path w="26" h="99" extrusionOk="0">
                  <a:moveTo>
                    <a:pt x="26" y="0"/>
                  </a:moveTo>
                  <a:lnTo>
                    <a:pt x="20" y="2"/>
                  </a:lnTo>
                  <a:lnTo>
                    <a:pt x="17" y="5"/>
                  </a:lnTo>
                  <a:lnTo>
                    <a:pt x="13" y="12"/>
                  </a:lnTo>
                  <a:lnTo>
                    <a:pt x="9" y="22"/>
                  </a:lnTo>
                  <a:lnTo>
                    <a:pt x="6" y="35"/>
                  </a:lnTo>
                  <a:lnTo>
                    <a:pt x="2" y="48"/>
                  </a:lnTo>
                  <a:lnTo>
                    <a:pt x="0" y="64"/>
                  </a:lnTo>
                  <a:lnTo>
                    <a:pt x="0" y="81"/>
                  </a:lnTo>
                  <a:lnTo>
                    <a:pt x="0" y="99"/>
                  </a:lnTo>
                  <a:lnTo>
                    <a:pt x="0" y="99"/>
                  </a:lnTo>
                  <a:lnTo>
                    <a:pt x="0" y="81"/>
                  </a:lnTo>
                  <a:lnTo>
                    <a:pt x="2" y="66"/>
                  </a:lnTo>
                  <a:lnTo>
                    <a:pt x="4" y="52"/>
                  </a:lnTo>
                  <a:lnTo>
                    <a:pt x="6" y="38"/>
                  </a:lnTo>
                  <a:lnTo>
                    <a:pt x="9" y="26"/>
                  </a:lnTo>
                  <a:lnTo>
                    <a:pt x="13" y="17"/>
                  </a:lnTo>
                  <a:lnTo>
                    <a:pt x="17" y="10"/>
                  </a:lnTo>
                  <a:lnTo>
                    <a:pt x="20" y="7"/>
                  </a:lnTo>
                  <a:lnTo>
                    <a:pt x="26" y="5"/>
                  </a:lnTo>
                  <a:lnTo>
                    <a:pt x="26" y="0"/>
                  </a:lnTo>
                  <a:close/>
                </a:path>
              </a:pathLst>
            </a:custGeom>
            <a:solidFill>
              <a:srgbClr val="D2D2D2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600" name="Google Shape;600;p1"/>
            <p:cNvSpPr/>
            <p:nvPr/>
          </p:nvSpPr>
          <p:spPr>
            <a:xfrm>
              <a:off x="4096" y="3365"/>
              <a:ext cx="23" cy="56"/>
            </a:xfrm>
            <a:custGeom>
              <a:avLst/>
              <a:gdLst/>
              <a:ahLst/>
              <a:cxnLst/>
              <a:rect l="l" t="t" r="r" b="b"/>
              <a:pathLst>
                <a:path w="26" h="94" extrusionOk="0">
                  <a:moveTo>
                    <a:pt x="26" y="0"/>
                  </a:moveTo>
                  <a:lnTo>
                    <a:pt x="20" y="2"/>
                  </a:lnTo>
                  <a:lnTo>
                    <a:pt x="17" y="5"/>
                  </a:lnTo>
                  <a:lnTo>
                    <a:pt x="13" y="12"/>
                  </a:lnTo>
                  <a:lnTo>
                    <a:pt x="9" y="21"/>
                  </a:lnTo>
                  <a:lnTo>
                    <a:pt x="6" y="33"/>
                  </a:lnTo>
                  <a:lnTo>
                    <a:pt x="4" y="47"/>
                  </a:lnTo>
                  <a:lnTo>
                    <a:pt x="2" y="61"/>
                  </a:lnTo>
                  <a:lnTo>
                    <a:pt x="0" y="76"/>
                  </a:lnTo>
                  <a:lnTo>
                    <a:pt x="0" y="94"/>
                  </a:lnTo>
                  <a:lnTo>
                    <a:pt x="2" y="94"/>
                  </a:lnTo>
                  <a:lnTo>
                    <a:pt x="2" y="76"/>
                  </a:lnTo>
                  <a:lnTo>
                    <a:pt x="4" y="59"/>
                  </a:lnTo>
                  <a:lnTo>
                    <a:pt x="6" y="43"/>
                  </a:lnTo>
                  <a:lnTo>
                    <a:pt x="9" y="31"/>
                  </a:lnTo>
                  <a:lnTo>
                    <a:pt x="13" y="19"/>
                  </a:lnTo>
                  <a:lnTo>
                    <a:pt x="17" y="12"/>
                  </a:lnTo>
                  <a:lnTo>
                    <a:pt x="20" y="7"/>
                  </a:lnTo>
                  <a:lnTo>
                    <a:pt x="26" y="5"/>
                  </a:lnTo>
                  <a:lnTo>
                    <a:pt x="26" y="0"/>
                  </a:lnTo>
                  <a:close/>
                </a:path>
              </a:pathLst>
            </a:custGeom>
            <a:solidFill>
              <a:srgbClr val="D4D4D4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601" name="Google Shape;601;p1"/>
            <p:cNvSpPr/>
            <p:nvPr/>
          </p:nvSpPr>
          <p:spPr>
            <a:xfrm>
              <a:off x="4098" y="3369"/>
              <a:ext cx="21" cy="52"/>
            </a:xfrm>
            <a:custGeom>
              <a:avLst/>
              <a:gdLst/>
              <a:ahLst/>
              <a:cxnLst/>
              <a:rect l="l" t="t" r="r" b="b"/>
              <a:pathLst>
                <a:path w="24" h="89" extrusionOk="0">
                  <a:moveTo>
                    <a:pt x="24" y="0"/>
                  </a:moveTo>
                  <a:lnTo>
                    <a:pt x="18" y="2"/>
                  </a:lnTo>
                  <a:lnTo>
                    <a:pt x="15" y="7"/>
                  </a:lnTo>
                  <a:lnTo>
                    <a:pt x="11" y="14"/>
                  </a:lnTo>
                  <a:lnTo>
                    <a:pt x="7" y="26"/>
                  </a:lnTo>
                  <a:lnTo>
                    <a:pt x="4" y="38"/>
                  </a:lnTo>
                  <a:lnTo>
                    <a:pt x="2" y="54"/>
                  </a:lnTo>
                  <a:lnTo>
                    <a:pt x="0" y="71"/>
                  </a:lnTo>
                  <a:lnTo>
                    <a:pt x="0" y="89"/>
                  </a:lnTo>
                  <a:lnTo>
                    <a:pt x="2" y="89"/>
                  </a:lnTo>
                  <a:lnTo>
                    <a:pt x="2" y="71"/>
                  </a:lnTo>
                  <a:lnTo>
                    <a:pt x="4" y="56"/>
                  </a:lnTo>
                  <a:lnTo>
                    <a:pt x="5" y="42"/>
                  </a:lnTo>
                  <a:lnTo>
                    <a:pt x="7" y="30"/>
                  </a:lnTo>
                  <a:lnTo>
                    <a:pt x="11" y="19"/>
                  </a:lnTo>
                  <a:lnTo>
                    <a:pt x="15" y="11"/>
                  </a:lnTo>
                  <a:lnTo>
                    <a:pt x="18" y="7"/>
                  </a:lnTo>
                  <a:lnTo>
                    <a:pt x="24" y="6"/>
                  </a:lnTo>
                  <a:lnTo>
                    <a:pt x="24" y="0"/>
                  </a:lnTo>
                  <a:close/>
                </a:path>
              </a:pathLst>
            </a:custGeom>
            <a:solidFill>
              <a:srgbClr val="D6D6D6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602" name="Google Shape;602;p1"/>
            <p:cNvSpPr/>
            <p:nvPr/>
          </p:nvSpPr>
          <p:spPr>
            <a:xfrm>
              <a:off x="4100" y="3371"/>
              <a:ext cx="19" cy="50"/>
            </a:xfrm>
            <a:custGeom>
              <a:avLst/>
              <a:gdLst/>
              <a:ahLst/>
              <a:cxnLst/>
              <a:rect l="l" t="t" r="r" b="b"/>
              <a:pathLst>
                <a:path w="22" h="83" extrusionOk="0">
                  <a:moveTo>
                    <a:pt x="22" y="0"/>
                  </a:moveTo>
                  <a:lnTo>
                    <a:pt x="16" y="1"/>
                  </a:lnTo>
                  <a:lnTo>
                    <a:pt x="13" y="5"/>
                  </a:lnTo>
                  <a:lnTo>
                    <a:pt x="9" y="13"/>
                  </a:lnTo>
                  <a:lnTo>
                    <a:pt x="5" y="24"/>
                  </a:lnTo>
                  <a:lnTo>
                    <a:pt x="3" y="36"/>
                  </a:lnTo>
                  <a:lnTo>
                    <a:pt x="2" y="50"/>
                  </a:lnTo>
                  <a:lnTo>
                    <a:pt x="0" y="65"/>
                  </a:lnTo>
                  <a:lnTo>
                    <a:pt x="0" y="83"/>
                  </a:lnTo>
                  <a:lnTo>
                    <a:pt x="2" y="83"/>
                  </a:lnTo>
                  <a:lnTo>
                    <a:pt x="2" y="67"/>
                  </a:lnTo>
                  <a:lnTo>
                    <a:pt x="2" y="52"/>
                  </a:lnTo>
                  <a:lnTo>
                    <a:pt x="3" y="39"/>
                  </a:lnTo>
                  <a:lnTo>
                    <a:pt x="7" y="27"/>
                  </a:lnTo>
                  <a:lnTo>
                    <a:pt x="11" y="17"/>
                  </a:lnTo>
                  <a:lnTo>
                    <a:pt x="13" y="10"/>
                  </a:lnTo>
                  <a:lnTo>
                    <a:pt x="18" y="6"/>
                  </a:lnTo>
                  <a:lnTo>
                    <a:pt x="22" y="5"/>
                  </a:lnTo>
                  <a:lnTo>
                    <a:pt x="22" y="0"/>
                  </a:lnTo>
                  <a:close/>
                </a:path>
              </a:pathLst>
            </a:custGeom>
            <a:solidFill>
              <a:srgbClr val="D8D8D8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603" name="Google Shape;603;p1"/>
            <p:cNvSpPr/>
            <p:nvPr/>
          </p:nvSpPr>
          <p:spPr>
            <a:xfrm>
              <a:off x="4102" y="3375"/>
              <a:ext cx="17" cy="46"/>
            </a:xfrm>
            <a:custGeom>
              <a:avLst/>
              <a:gdLst/>
              <a:ahLst/>
              <a:cxnLst/>
              <a:rect l="l" t="t" r="r" b="b"/>
              <a:pathLst>
                <a:path w="20" h="78" extrusionOk="0">
                  <a:moveTo>
                    <a:pt x="20" y="0"/>
                  </a:moveTo>
                  <a:lnTo>
                    <a:pt x="16" y="1"/>
                  </a:lnTo>
                  <a:lnTo>
                    <a:pt x="11" y="5"/>
                  </a:lnTo>
                  <a:lnTo>
                    <a:pt x="9" y="12"/>
                  </a:lnTo>
                  <a:lnTo>
                    <a:pt x="5" y="22"/>
                  </a:lnTo>
                  <a:lnTo>
                    <a:pt x="1" y="34"/>
                  </a:lnTo>
                  <a:lnTo>
                    <a:pt x="0" y="47"/>
                  </a:lnTo>
                  <a:lnTo>
                    <a:pt x="0" y="62"/>
                  </a:lnTo>
                  <a:lnTo>
                    <a:pt x="0" y="78"/>
                  </a:lnTo>
                  <a:lnTo>
                    <a:pt x="0" y="78"/>
                  </a:lnTo>
                  <a:lnTo>
                    <a:pt x="0" y="62"/>
                  </a:lnTo>
                  <a:lnTo>
                    <a:pt x="1" y="50"/>
                  </a:lnTo>
                  <a:lnTo>
                    <a:pt x="3" y="36"/>
                  </a:lnTo>
                  <a:lnTo>
                    <a:pt x="5" y="26"/>
                  </a:lnTo>
                  <a:lnTo>
                    <a:pt x="9" y="17"/>
                  </a:lnTo>
                  <a:lnTo>
                    <a:pt x="12" y="10"/>
                  </a:lnTo>
                  <a:lnTo>
                    <a:pt x="16" y="7"/>
                  </a:lnTo>
                  <a:lnTo>
                    <a:pt x="20" y="5"/>
                  </a:lnTo>
                  <a:lnTo>
                    <a:pt x="20" y="0"/>
                  </a:lnTo>
                  <a:close/>
                </a:path>
              </a:pathLst>
            </a:custGeom>
            <a:solidFill>
              <a:srgbClr val="DADADA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604" name="Google Shape;604;p1"/>
            <p:cNvSpPr/>
            <p:nvPr/>
          </p:nvSpPr>
          <p:spPr>
            <a:xfrm>
              <a:off x="4102" y="3377"/>
              <a:ext cx="17" cy="44"/>
            </a:xfrm>
            <a:custGeom>
              <a:avLst/>
              <a:gdLst/>
              <a:ahLst/>
              <a:cxnLst/>
              <a:rect l="l" t="t" r="r" b="b"/>
              <a:pathLst>
                <a:path w="20" h="73" extrusionOk="0">
                  <a:moveTo>
                    <a:pt x="20" y="0"/>
                  </a:moveTo>
                  <a:lnTo>
                    <a:pt x="16" y="2"/>
                  </a:lnTo>
                  <a:lnTo>
                    <a:pt x="12" y="5"/>
                  </a:lnTo>
                  <a:lnTo>
                    <a:pt x="9" y="12"/>
                  </a:lnTo>
                  <a:lnTo>
                    <a:pt x="5" y="21"/>
                  </a:lnTo>
                  <a:lnTo>
                    <a:pt x="3" y="31"/>
                  </a:lnTo>
                  <a:lnTo>
                    <a:pt x="1" y="45"/>
                  </a:lnTo>
                  <a:lnTo>
                    <a:pt x="0" y="57"/>
                  </a:lnTo>
                  <a:lnTo>
                    <a:pt x="0" y="73"/>
                  </a:lnTo>
                  <a:lnTo>
                    <a:pt x="1" y="73"/>
                  </a:lnTo>
                  <a:lnTo>
                    <a:pt x="1" y="57"/>
                  </a:lnTo>
                  <a:lnTo>
                    <a:pt x="3" y="43"/>
                  </a:lnTo>
                  <a:lnTo>
                    <a:pt x="5" y="29"/>
                  </a:lnTo>
                  <a:lnTo>
                    <a:pt x="9" y="19"/>
                  </a:lnTo>
                  <a:lnTo>
                    <a:pt x="12" y="12"/>
                  </a:lnTo>
                  <a:lnTo>
                    <a:pt x="16" y="7"/>
                  </a:lnTo>
                  <a:lnTo>
                    <a:pt x="20" y="5"/>
                  </a:lnTo>
                  <a:lnTo>
                    <a:pt x="20" y="0"/>
                  </a:lnTo>
                  <a:close/>
                </a:path>
              </a:pathLst>
            </a:custGeom>
            <a:solidFill>
              <a:srgbClr val="DBDBDB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605" name="Google Shape;605;p1"/>
            <p:cNvSpPr/>
            <p:nvPr/>
          </p:nvSpPr>
          <p:spPr>
            <a:xfrm>
              <a:off x="4103" y="3381"/>
              <a:ext cx="16" cy="40"/>
            </a:xfrm>
            <a:custGeom>
              <a:avLst/>
              <a:gdLst/>
              <a:ahLst/>
              <a:cxnLst/>
              <a:rect l="l" t="t" r="r" b="b"/>
              <a:pathLst>
                <a:path w="19" h="68" extrusionOk="0">
                  <a:moveTo>
                    <a:pt x="19" y="0"/>
                  </a:moveTo>
                  <a:lnTo>
                    <a:pt x="15" y="2"/>
                  </a:lnTo>
                  <a:lnTo>
                    <a:pt x="11" y="7"/>
                  </a:lnTo>
                  <a:lnTo>
                    <a:pt x="8" y="14"/>
                  </a:lnTo>
                  <a:lnTo>
                    <a:pt x="4" y="24"/>
                  </a:lnTo>
                  <a:lnTo>
                    <a:pt x="2" y="38"/>
                  </a:lnTo>
                  <a:lnTo>
                    <a:pt x="0" y="52"/>
                  </a:lnTo>
                  <a:lnTo>
                    <a:pt x="0" y="68"/>
                  </a:lnTo>
                  <a:lnTo>
                    <a:pt x="2" y="68"/>
                  </a:lnTo>
                  <a:lnTo>
                    <a:pt x="2" y="54"/>
                  </a:lnTo>
                  <a:lnTo>
                    <a:pt x="4" y="40"/>
                  </a:lnTo>
                  <a:lnTo>
                    <a:pt x="6" y="28"/>
                  </a:lnTo>
                  <a:lnTo>
                    <a:pt x="8" y="19"/>
                  </a:lnTo>
                  <a:lnTo>
                    <a:pt x="11" y="11"/>
                  </a:lnTo>
                  <a:lnTo>
                    <a:pt x="15" y="7"/>
                  </a:lnTo>
                  <a:lnTo>
                    <a:pt x="19" y="5"/>
                  </a:lnTo>
                  <a:lnTo>
                    <a:pt x="19" y="0"/>
                  </a:lnTo>
                  <a:close/>
                </a:path>
              </a:pathLst>
            </a:custGeom>
            <a:solidFill>
              <a:srgbClr val="DDDDDD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606" name="Google Shape;606;p1"/>
            <p:cNvSpPr/>
            <p:nvPr/>
          </p:nvSpPr>
          <p:spPr>
            <a:xfrm>
              <a:off x="4105" y="3385"/>
              <a:ext cx="14" cy="36"/>
            </a:xfrm>
            <a:custGeom>
              <a:avLst/>
              <a:gdLst/>
              <a:ahLst/>
              <a:cxnLst/>
              <a:rect l="l" t="t" r="r" b="b"/>
              <a:pathLst>
                <a:path w="17" h="63" extrusionOk="0">
                  <a:moveTo>
                    <a:pt x="17" y="0"/>
                  </a:moveTo>
                  <a:lnTo>
                    <a:pt x="13" y="2"/>
                  </a:lnTo>
                  <a:lnTo>
                    <a:pt x="9" y="6"/>
                  </a:lnTo>
                  <a:lnTo>
                    <a:pt x="6" y="14"/>
                  </a:lnTo>
                  <a:lnTo>
                    <a:pt x="4" y="23"/>
                  </a:lnTo>
                  <a:lnTo>
                    <a:pt x="2" y="35"/>
                  </a:lnTo>
                  <a:lnTo>
                    <a:pt x="0" y="49"/>
                  </a:lnTo>
                  <a:lnTo>
                    <a:pt x="0" y="63"/>
                  </a:lnTo>
                  <a:lnTo>
                    <a:pt x="2" y="63"/>
                  </a:lnTo>
                  <a:lnTo>
                    <a:pt x="2" y="49"/>
                  </a:lnTo>
                  <a:lnTo>
                    <a:pt x="2" y="37"/>
                  </a:lnTo>
                  <a:lnTo>
                    <a:pt x="4" y="26"/>
                  </a:lnTo>
                  <a:lnTo>
                    <a:pt x="8" y="18"/>
                  </a:lnTo>
                  <a:lnTo>
                    <a:pt x="9" y="11"/>
                  </a:lnTo>
                  <a:lnTo>
                    <a:pt x="13" y="7"/>
                  </a:lnTo>
                  <a:lnTo>
                    <a:pt x="17" y="6"/>
                  </a:lnTo>
                  <a:lnTo>
                    <a:pt x="17" y="0"/>
                  </a:lnTo>
                  <a:close/>
                </a:path>
              </a:pathLst>
            </a:custGeom>
            <a:solidFill>
              <a:srgbClr val="DEDEDE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607" name="Google Shape;607;p1"/>
            <p:cNvSpPr/>
            <p:nvPr/>
          </p:nvSpPr>
          <p:spPr>
            <a:xfrm>
              <a:off x="4107" y="3387"/>
              <a:ext cx="12" cy="34"/>
            </a:xfrm>
            <a:custGeom>
              <a:avLst/>
              <a:gdLst/>
              <a:ahLst/>
              <a:cxnLst/>
              <a:rect l="l" t="t" r="r" b="b"/>
              <a:pathLst>
                <a:path w="15" h="57" extrusionOk="0">
                  <a:moveTo>
                    <a:pt x="15" y="0"/>
                  </a:moveTo>
                  <a:lnTo>
                    <a:pt x="11" y="1"/>
                  </a:lnTo>
                  <a:lnTo>
                    <a:pt x="7" y="5"/>
                  </a:lnTo>
                  <a:lnTo>
                    <a:pt x="6" y="12"/>
                  </a:lnTo>
                  <a:lnTo>
                    <a:pt x="2" y="20"/>
                  </a:lnTo>
                  <a:lnTo>
                    <a:pt x="0" y="31"/>
                  </a:lnTo>
                  <a:lnTo>
                    <a:pt x="0" y="43"/>
                  </a:lnTo>
                  <a:lnTo>
                    <a:pt x="0" y="57"/>
                  </a:lnTo>
                  <a:lnTo>
                    <a:pt x="0" y="57"/>
                  </a:lnTo>
                  <a:lnTo>
                    <a:pt x="0" y="45"/>
                  </a:lnTo>
                  <a:lnTo>
                    <a:pt x="2" y="34"/>
                  </a:lnTo>
                  <a:lnTo>
                    <a:pt x="4" y="24"/>
                  </a:lnTo>
                  <a:lnTo>
                    <a:pt x="6" y="15"/>
                  </a:lnTo>
                  <a:lnTo>
                    <a:pt x="7" y="10"/>
                  </a:lnTo>
                  <a:lnTo>
                    <a:pt x="11" y="5"/>
                  </a:lnTo>
                  <a:lnTo>
                    <a:pt x="15" y="5"/>
                  </a:lnTo>
                  <a:lnTo>
                    <a:pt x="15" y="0"/>
                  </a:lnTo>
                  <a:close/>
                </a:path>
              </a:pathLst>
            </a:custGeom>
            <a:solidFill>
              <a:srgbClr val="DFDFDF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608" name="Google Shape;608;p1"/>
            <p:cNvSpPr/>
            <p:nvPr/>
          </p:nvSpPr>
          <p:spPr>
            <a:xfrm>
              <a:off x="4107" y="3390"/>
              <a:ext cx="12" cy="31"/>
            </a:xfrm>
            <a:custGeom>
              <a:avLst/>
              <a:gdLst/>
              <a:ahLst/>
              <a:cxnLst/>
              <a:rect l="l" t="t" r="r" b="b"/>
              <a:pathLst>
                <a:path w="15" h="52" extrusionOk="0">
                  <a:moveTo>
                    <a:pt x="15" y="0"/>
                  </a:moveTo>
                  <a:lnTo>
                    <a:pt x="11" y="0"/>
                  </a:lnTo>
                  <a:lnTo>
                    <a:pt x="7" y="5"/>
                  </a:lnTo>
                  <a:lnTo>
                    <a:pt x="6" y="10"/>
                  </a:lnTo>
                  <a:lnTo>
                    <a:pt x="4" y="19"/>
                  </a:lnTo>
                  <a:lnTo>
                    <a:pt x="2" y="29"/>
                  </a:lnTo>
                  <a:lnTo>
                    <a:pt x="0" y="40"/>
                  </a:lnTo>
                  <a:lnTo>
                    <a:pt x="0" y="52"/>
                  </a:lnTo>
                  <a:lnTo>
                    <a:pt x="2" y="52"/>
                  </a:lnTo>
                  <a:lnTo>
                    <a:pt x="2" y="40"/>
                  </a:lnTo>
                  <a:lnTo>
                    <a:pt x="4" y="27"/>
                  </a:lnTo>
                  <a:lnTo>
                    <a:pt x="6" y="19"/>
                  </a:lnTo>
                  <a:lnTo>
                    <a:pt x="7" y="10"/>
                  </a:lnTo>
                  <a:lnTo>
                    <a:pt x="11" y="7"/>
                  </a:lnTo>
                  <a:lnTo>
                    <a:pt x="15" y="5"/>
                  </a:lnTo>
                  <a:lnTo>
                    <a:pt x="15" y="0"/>
                  </a:lnTo>
                  <a:close/>
                </a:path>
              </a:pathLst>
            </a:custGeom>
            <a:solidFill>
              <a:srgbClr val="E1E1E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609" name="Google Shape;609;p1"/>
            <p:cNvSpPr/>
            <p:nvPr/>
          </p:nvSpPr>
          <p:spPr>
            <a:xfrm>
              <a:off x="4107" y="3393"/>
              <a:ext cx="12" cy="28"/>
            </a:xfrm>
            <a:custGeom>
              <a:avLst/>
              <a:gdLst/>
              <a:ahLst/>
              <a:cxnLst/>
              <a:rect l="l" t="t" r="r" b="b"/>
              <a:pathLst>
                <a:path w="13" h="47" extrusionOk="0">
                  <a:moveTo>
                    <a:pt x="13" y="0"/>
                  </a:moveTo>
                  <a:lnTo>
                    <a:pt x="9" y="2"/>
                  </a:lnTo>
                  <a:lnTo>
                    <a:pt x="5" y="5"/>
                  </a:lnTo>
                  <a:lnTo>
                    <a:pt x="4" y="14"/>
                  </a:lnTo>
                  <a:lnTo>
                    <a:pt x="2" y="22"/>
                  </a:lnTo>
                  <a:lnTo>
                    <a:pt x="0" y="35"/>
                  </a:lnTo>
                  <a:lnTo>
                    <a:pt x="0" y="47"/>
                  </a:lnTo>
                  <a:lnTo>
                    <a:pt x="2" y="47"/>
                  </a:lnTo>
                  <a:lnTo>
                    <a:pt x="2" y="35"/>
                  </a:lnTo>
                  <a:lnTo>
                    <a:pt x="4" y="26"/>
                  </a:lnTo>
                  <a:lnTo>
                    <a:pt x="5" y="17"/>
                  </a:lnTo>
                  <a:lnTo>
                    <a:pt x="7" y="10"/>
                  </a:lnTo>
                  <a:lnTo>
                    <a:pt x="9" y="7"/>
                  </a:lnTo>
                  <a:lnTo>
                    <a:pt x="13" y="5"/>
                  </a:lnTo>
                  <a:lnTo>
                    <a:pt x="13" y="0"/>
                  </a:lnTo>
                  <a:close/>
                </a:path>
              </a:pathLst>
            </a:custGeom>
            <a:solidFill>
              <a:srgbClr val="E2E2E2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610" name="Google Shape;610;p1"/>
            <p:cNvSpPr/>
            <p:nvPr/>
          </p:nvSpPr>
          <p:spPr>
            <a:xfrm>
              <a:off x="4109" y="3396"/>
              <a:ext cx="10" cy="25"/>
            </a:xfrm>
            <a:custGeom>
              <a:avLst/>
              <a:gdLst/>
              <a:ahLst/>
              <a:cxnLst/>
              <a:rect l="l" t="t" r="r" b="b"/>
              <a:pathLst>
                <a:path w="11" h="42" extrusionOk="0">
                  <a:moveTo>
                    <a:pt x="11" y="0"/>
                  </a:moveTo>
                  <a:lnTo>
                    <a:pt x="7" y="2"/>
                  </a:lnTo>
                  <a:lnTo>
                    <a:pt x="5" y="5"/>
                  </a:lnTo>
                  <a:lnTo>
                    <a:pt x="3" y="12"/>
                  </a:lnTo>
                  <a:lnTo>
                    <a:pt x="2" y="21"/>
                  </a:lnTo>
                  <a:lnTo>
                    <a:pt x="0" y="30"/>
                  </a:lnTo>
                  <a:lnTo>
                    <a:pt x="0" y="42"/>
                  </a:lnTo>
                  <a:lnTo>
                    <a:pt x="0" y="42"/>
                  </a:lnTo>
                  <a:lnTo>
                    <a:pt x="2" y="31"/>
                  </a:lnTo>
                  <a:lnTo>
                    <a:pt x="2" y="23"/>
                  </a:lnTo>
                  <a:lnTo>
                    <a:pt x="3" y="16"/>
                  </a:lnTo>
                  <a:lnTo>
                    <a:pt x="5" y="11"/>
                  </a:lnTo>
                  <a:lnTo>
                    <a:pt x="7" y="5"/>
                  </a:lnTo>
                  <a:lnTo>
                    <a:pt x="11" y="5"/>
                  </a:lnTo>
                  <a:lnTo>
                    <a:pt x="11" y="0"/>
                  </a:lnTo>
                  <a:close/>
                </a:path>
              </a:pathLst>
            </a:custGeom>
            <a:solidFill>
              <a:srgbClr val="E3E3E3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611" name="Google Shape;611;p1"/>
            <p:cNvSpPr/>
            <p:nvPr/>
          </p:nvSpPr>
          <p:spPr>
            <a:xfrm>
              <a:off x="4109" y="3400"/>
              <a:ext cx="10" cy="21"/>
            </a:xfrm>
            <a:custGeom>
              <a:avLst/>
              <a:gdLst/>
              <a:ahLst/>
              <a:cxnLst/>
              <a:rect l="l" t="t" r="r" b="b"/>
              <a:pathLst>
                <a:path w="11" h="37" extrusionOk="0">
                  <a:moveTo>
                    <a:pt x="11" y="0"/>
                  </a:moveTo>
                  <a:lnTo>
                    <a:pt x="7" y="0"/>
                  </a:lnTo>
                  <a:lnTo>
                    <a:pt x="5" y="6"/>
                  </a:lnTo>
                  <a:lnTo>
                    <a:pt x="3" y="11"/>
                  </a:lnTo>
                  <a:lnTo>
                    <a:pt x="2" y="18"/>
                  </a:lnTo>
                  <a:lnTo>
                    <a:pt x="2" y="26"/>
                  </a:lnTo>
                  <a:lnTo>
                    <a:pt x="0" y="37"/>
                  </a:lnTo>
                  <a:lnTo>
                    <a:pt x="2" y="37"/>
                  </a:lnTo>
                  <a:lnTo>
                    <a:pt x="2" y="26"/>
                  </a:lnTo>
                  <a:lnTo>
                    <a:pt x="3" y="18"/>
                  </a:lnTo>
                  <a:lnTo>
                    <a:pt x="5" y="11"/>
                  </a:lnTo>
                  <a:lnTo>
                    <a:pt x="7" y="7"/>
                  </a:lnTo>
                  <a:lnTo>
                    <a:pt x="11" y="6"/>
                  </a:lnTo>
                  <a:lnTo>
                    <a:pt x="11" y="0"/>
                  </a:lnTo>
                  <a:close/>
                </a:path>
              </a:pathLst>
            </a:custGeom>
            <a:solidFill>
              <a:srgbClr val="E4E4E4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612" name="Google Shape;612;p1"/>
            <p:cNvSpPr/>
            <p:nvPr/>
          </p:nvSpPr>
          <p:spPr>
            <a:xfrm>
              <a:off x="4110" y="3402"/>
              <a:ext cx="9" cy="19"/>
            </a:xfrm>
            <a:custGeom>
              <a:avLst/>
              <a:gdLst/>
              <a:ahLst/>
              <a:cxnLst/>
              <a:rect l="l" t="t" r="r" b="b"/>
              <a:pathLst>
                <a:path w="9" h="31" extrusionOk="0">
                  <a:moveTo>
                    <a:pt x="9" y="0"/>
                  </a:moveTo>
                  <a:lnTo>
                    <a:pt x="5" y="1"/>
                  </a:lnTo>
                  <a:lnTo>
                    <a:pt x="3" y="5"/>
                  </a:lnTo>
                  <a:lnTo>
                    <a:pt x="1" y="12"/>
                  </a:lnTo>
                  <a:lnTo>
                    <a:pt x="0" y="20"/>
                  </a:lnTo>
                  <a:lnTo>
                    <a:pt x="0" y="31"/>
                  </a:lnTo>
                  <a:lnTo>
                    <a:pt x="1" y="31"/>
                  </a:lnTo>
                  <a:lnTo>
                    <a:pt x="1" y="22"/>
                  </a:lnTo>
                  <a:lnTo>
                    <a:pt x="3" y="15"/>
                  </a:lnTo>
                  <a:lnTo>
                    <a:pt x="5" y="10"/>
                  </a:lnTo>
                  <a:lnTo>
                    <a:pt x="7" y="5"/>
                  </a:lnTo>
                  <a:lnTo>
                    <a:pt x="9" y="5"/>
                  </a:lnTo>
                  <a:lnTo>
                    <a:pt x="9" y="0"/>
                  </a:lnTo>
                  <a:close/>
                </a:path>
              </a:pathLst>
            </a:custGeom>
            <a:solidFill>
              <a:srgbClr val="E5E5E5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613" name="Google Shape;613;p1"/>
            <p:cNvSpPr/>
            <p:nvPr/>
          </p:nvSpPr>
          <p:spPr>
            <a:xfrm>
              <a:off x="4112" y="3406"/>
              <a:ext cx="7" cy="15"/>
            </a:xfrm>
            <a:custGeom>
              <a:avLst/>
              <a:gdLst/>
              <a:ahLst/>
              <a:cxnLst/>
              <a:rect l="l" t="t" r="r" b="b"/>
              <a:pathLst>
                <a:path w="8" h="26" extrusionOk="0">
                  <a:moveTo>
                    <a:pt x="8" y="0"/>
                  </a:moveTo>
                  <a:lnTo>
                    <a:pt x="6" y="0"/>
                  </a:lnTo>
                  <a:lnTo>
                    <a:pt x="4" y="5"/>
                  </a:lnTo>
                  <a:lnTo>
                    <a:pt x="2" y="10"/>
                  </a:lnTo>
                  <a:lnTo>
                    <a:pt x="0" y="17"/>
                  </a:lnTo>
                  <a:lnTo>
                    <a:pt x="0" y="26"/>
                  </a:lnTo>
                  <a:lnTo>
                    <a:pt x="2" y="26"/>
                  </a:lnTo>
                  <a:lnTo>
                    <a:pt x="2" y="17"/>
                  </a:lnTo>
                  <a:lnTo>
                    <a:pt x="4" y="10"/>
                  </a:lnTo>
                  <a:lnTo>
                    <a:pt x="6" y="7"/>
                  </a:lnTo>
                  <a:lnTo>
                    <a:pt x="8" y="5"/>
                  </a:lnTo>
                  <a:lnTo>
                    <a:pt x="8" y="0"/>
                  </a:lnTo>
                  <a:close/>
                </a:path>
              </a:pathLst>
            </a:custGeom>
            <a:solidFill>
              <a:srgbClr val="E6E6E6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614" name="Google Shape;614;p1"/>
            <p:cNvSpPr/>
            <p:nvPr/>
          </p:nvSpPr>
          <p:spPr>
            <a:xfrm>
              <a:off x="4114" y="3408"/>
              <a:ext cx="5" cy="13"/>
            </a:xfrm>
            <a:custGeom>
              <a:avLst/>
              <a:gdLst/>
              <a:ahLst/>
              <a:cxnLst/>
              <a:rect l="l" t="t" r="r" b="b"/>
              <a:pathLst>
                <a:path w="6" h="21" extrusionOk="0">
                  <a:moveTo>
                    <a:pt x="6" y="0"/>
                  </a:moveTo>
                  <a:lnTo>
                    <a:pt x="4" y="2"/>
                  </a:lnTo>
                  <a:lnTo>
                    <a:pt x="2" y="5"/>
                  </a:lnTo>
                  <a:lnTo>
                    <a:pt x="0" y="12"/>
                  </a:lnTo>
                  <a:lnTo>
                    <a:pt x="0" y="21"/>
                  </a:lnTo>
                  <a:lnTo>
                    <a:pt x="0" y="21"/>
                  </a:lnTo>
                  <a:lnTo>
                    <a:pt x="2" y="14"/>
                  </a:lnTo>
                  <a:lnTo>
                    <a:pt x="2" y="9"/>
                  </a:lnTo>
                  <a:lnTo>
                    <a:pt x="4" y="5"/>
                  </a:lnTo>
                  <a:lnTo>
                    <a:pt x="6" y="5"/>
                  </a:lnTo>
                  <a:lnTo>
                    <a:pt x="6" y="0"/>
                  </a:lnTo>
                  <a:close/>
                </a:path>
              </a:pathLst>
            </a:custGeom>
            <a:solidFill>
              <a:srgbClr val="E6E6E6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615" name="Google Shape;615;p1"/>
            <p:cNvSpPr/>
            <p:nvPr/>
          </p:nvSpPr>
          <p:spPr>
            <a:xfrm>
              <a:off x="4114" y="3412"/>
              <a:ext cx="5" cy="9"/>
            </a:xfrm>
            <a:custGeom>
              <a:avLst/>
              <a:gdLst/>
              <a:ahLst/>
              <a:cxnLst/>
              <a:rect l="l" t="t" r="r" b="b"/>
              <a:pathLst>
                <a:path w="6" h="16" extrusionOk="0">
                  <a:moveTo>
                    <a:pt x="6" y="0"/>
                  </a:moveTo>
                  <a:lnTo>
                    <a:pt x="4" y="0"/>
                  </a:lnTo>
                  <a:lnTo>
                    <a:pt x="2" y="4"/>
                  </a:lnTo>
                  <a:lnTo>
                    <a:pt x="2" y="9"/>
                  </a:lnTo>
                  <a:lnTo>
                    <a:pt x="0" y="16"/>
                  </a:lnTo>
                  <a:lnTo>
                    <a:pt x="2" y="16"/>
                  </a:lnTo>
                  <a:lnTo>
                    <a:pt x="2" y="11"/>
                  </a:lnTo>
                  <a:lnTo>
                    <a:pt x="4" y="5"/>
                  </a:lnTo>
                  <a:lnTo>
                    <a:pt x="6" y="5"/>
                  </a:lnTo>
                  <a:lnTo>
                    <a:pt x="6" y="0"/>
                  </a:lnTo>
                  <a:close/>
                </a:path>
              </a:pathLst>
            </a:custGeom>
            <a:solidFill>
              <a:srgbClr val="E6E6E6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616" name="Google Shape;616;p1"/>
            <p:cNvSpPr/>
            <p:nvPr/>
          </p:nvSpPr>
          <p:spPr>
            <a:xfrm>
              <a:off x="4116" y="3416"/>
              <a:ext cx="3" cy="5"/>
            </a:xfrm>
            <a:custGeom>
              <a:avLst/>
              <a:gdLst/>
              <a:ahLst/>
              <a:cxnLst/>
              <a:rect l="l" t="t" r="r" b="b"/>
              <a:pathLst>
                <a:path w="4" h="11" extrusionOk="0">
                  <a:moveTo>
                    <a:pt x="4" y="0"/>
                  </a:moveTo>
                  <a:lnTo>
                    <a:pt x="2" y="0"/>
                  </a:lnTo>
                  <a:lnTo>
                    <a:pt x="0" y="6"/>
                  </a:lnTo>
                  <a:lnTo>
                    <a:pt x="0" y="11"/>
                  </a:lnTo>
                  <a:lnTo>
                    <a:pt x="2" y="11"/>
                  </a:lnTo>
                  <a:lnTo>
                    <a:pt x="2" y="7"/>
                  </a:lnTo>
                  <a:lnTo>
                    <a:pt x="4" y="6"/>
                  </a:lnTo>
                  <a:lnTo>
                    <a:pt x="4" y="0"/>
                  </a:lnTo>
                  <a:close/>
                </a:path>
              </a:pathLst>
            </a:custGeom>
            <a:solidFill>
              <a:srgbClr val="E6E6E6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617" name="Google Shape;617;p1"/>
            <p:cNvSpPr/>
            <p:nvPr/>
          </p:nvSpPr>
          <p:spPr>
            <a:xfrm>
              <a:off x="4117" y="3418"/>
              <a:ext cx="2" cy="3"/>
            </a:xfrm>
            <a:custGeom>
              <a:avLst/>
              <a:gdLst/>
              <a:ahLst/>
              <a:cxnLst/>
              <a:rect l="l" t="t" r="r" b="b"/>
              <a:pathLst>
                <a:path w="2" h="5" extrusionOk="0">
                  <a:moveTo>
                    <a:pt x="2" y="0"/>
                  </a:moveTo>
                  <a:lnTo>
                    <a:pt x="0" y="1"/>
                  </a:lnTo>
                  <a:lnTo>
                    <a:pt x="0" y="5"/>
                  </a:lnTo>
                  <a:lnTo>
                    <a:pt x="2" y="5"/>
                  </a:lnTo>
                  <a:lnTo>
                    <a:pt x="2" y="5"/>
                  </a:lnTo>
                  <a:lnTo>
                    <a:pt x="2" y="0"/>
                  </a:lnTo>
                  <a:close/>
                </a:path>
              </a:pathLst>
            </a:custGeom>
            <a:solidFill>
              <a:srgbClr val="E6E6E6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618" name="Google Shape;618;p1"/>
            <p:cNvSpPr/>
            <p:nvPr/>
          </p:nvSpPr>
          <p:spPr>
            <a:xfrm>
              <a:off x="4070" y="3294"/>
              <a:ext cx="49" cy="127"/>
            </a:xfrm>
            <a:custGeom>
              <a:avLst/>
              <a:gdLst/>
              <a:ahLst/>
              <a:cxnLst/>
              <a:rect l="l" t="t" r="r" b="b"/>
              <a:pathLst>
                <a:path w="56" h="214" extrusionOk="0">
                  <a:moveTo>
                    <a:pt x="27" y="214"/>
                  </a:moveTo>
                  <a:lnTo>
                    <a:pt x="34" y="210"/>
                  </a:lnTo>
                  <a:lnTo>
                    <a:pt x="41" y="202"/>
                  </a:lnTo>
                  <a:lnTo>
                    <a:pt x="47" y="186"/>
                  </a:lnTo>
                  <a:lnTo>
                    <a:pt x="50" y="167"/>
                  </a:lnTo>
                  <a:lnTo>
                    <a:pt x="54" y="144"/>
                  </a:lnTo>
                  <a:lnTo>
                    <a:pt x="56" y="120"/>
                  </a:lnTo>
                  <a:lnTo>
                    <a:pt x="56" y="94"/>
                  </a:lnTo>
                  <a:lnTo>
                    <a:pt x="54" y="70"/>
                  </a:lnTo>
                  <a:lnTo>
                    <a:pt x="50" y="45"/>
                  </a:lnTo>
                  <a:lnTo>
                    <a:pt x="47" y="26"/>
                  </a:lnTo>
                  <a:lnTo>
                    <a:pt x="41" y="13"/>
                  </a:lnTo>
                  <a:lnTo>
                    <a:pt x="34" y="4"/>
                  </a:lnTo>
                  <a:lnTo>
                    <a:pt x="27" y="0"/>
                  </a:lnTo>
                  <a:lnTo>
                    <a:pt x="21" y="4"/>
                  </a:lnTo>
                  <a:lnTo>
                    <a:pt x="14" y="13"/>
                  </a:lnTo>
                  <a:lnTo>
                    <a:pt x="9" y="26"/>
                  </a:lnTo>
                  <a:lnTo>
                    <a:pt x="5" y="45"/>
                  </a:lnTo>
                  <a:lnTo>
                    <a:pt x="1" y="70"/>
                  </a:lnTo>
                  <a:lnTo>
                    <a:pt x="0" y="94"/>
                  </a:lnTo>
                  <a:lnTo>
                    <a:pt x="0" y="120"/>
                  </a:lnTo>
                  <a:lnTo>
                    <a:pt x="1" y="144"/>
                  </a:lnTo>
                  <a:lnTo>
                    <a:pt x="5" y="167"/>
                  </a:lnTo>
                  <a:lnTo>
                    <a:pt x="9" y="186"/>
                  </a:lnTo>
                  <a:lnTo>
                    <a:pt x="14" y="202"/>
                  </a:lnTo>
                  <a:lnTo>
                    <a:pt x="21" y="210"/>
                  </a:lnTo>
                  <a:lnTo>
                    <a:pt x="27" y="214"/>
                  </a:lnTo>
                  <a:close/>
                </a:path>
              </a:pathLst>
            </a:custGeom>
            <a:solidFill>
              <a:srgbClr val="000000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619" name="Google Shape;619;p1"/>
            <p:cNvSpPr/>
            <p:nvPr/>
          </p:nvSpPr>
          <p:spPr>
            <a:xfrm>
              <a:off x="4070" y="3294"/>
              <a:ext cx="49" cy="127"/>
            </a:xfrm>
            <a:custGeom>
              <a:avLst/>
              <a:gdLst/>
              <a:ahLst/>
              <a:cxnLst/>
              <a:rect l="l" t="t" r="r" b="b"/>
              <a:pathLst>
                <a:path w="56" h="214" extrusionOk="0">
                  <a:moveTo>
                    <a:pt x="56" y="0"/>
                  </a:moveTo>
                  <a:lnTo>
                    <a:pt x="48" y="2"/>
                  </a:lnTo>
                  <a:lnTo>
                    <a:pt x="41" y="7"/>
                  </a:lnTo>
                  <a:lnTo>
                    <a:pt x="36" y="14"/>
                  </a:lnTo>
                  <a:lnTo>
                    <a:pt x="28" y="25"/>
                  </a:lnTo>
                  <a:lnTo>
                    <a:pt x="23" y="39"/>
                  </a:lnTo>
                  <a:lnTo>
                    <a:pt x="18" y="54"/>
                  </a:lnTo>
                  <a:lnTo>
                    <a:pt x="14" y="72"/>
                  </a:lnTo>
                  <a:lnTo>
                    <a:pt x="9" y="92"/>
                  </a:lnTo>
                  <a:lnTo>
                    <a:pt x="7" y="115"/>
                  </a:lnTo>
                  <a:lnTo>
                    <a:pt x="3" y="137"/>
                  </a:lnTo>
                  <a:lnTo>
                    <a:pt x="1" y="162"/>
                  </a:lnTo>
                  <a:lnTo>
                    <a:pt x="0" y="188"/>
                  </a:lnTo>
                  <a:lnTo>
                    <a:pt x="0" y="214"/>
                  </a:lnTo>
                  <a:lnTo>
                    <a:pt x="0" y="0"/>
                  </a:lnTo>
                  <a:lnTo>
                    <a:pt x="56" y="0"/>
                  </a:lnTo>
                  <a:close/>
                </a:path>
              </a:pathLst>
            </a:custGeom>
            <a:solidFill>
              <a:srgbClr val="9A9A9A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620" name="Google Shape;620;p1"/>
            <p:cNvSpPr/>
            <p:nvPr/>
          </p:nvSpPr>
          <p:spPr>
            <a:xfrm>
              <a:off x="4070" y="3294"/>
              <a:ext cx="49" cy="127"/>
            </a:xfrm>
            <a:custGeom>
              <a:avLst/>
              <a:gdLst/>
              <a:ahLst/>
              <a:cxnLst/>
              <a:rect l="l" t="t" r="r" b="b"/>
              <a:pathLst>
                <a:path w="56" h="214" extrusionOk="0">
                  <a:moveTo>
                    <a:pt x="56" y="0"/>
                  </a:moveTo>
                  <a:lnTo>
                    <a:pt x="48" y="2"/>
                  </a:lnTo>
                  <a:lnTo>
                    <a:pt x="41" y="7"/>
                  </a:lnTo>
                  <a:lnTo>
                    <a:pt x="36" y="14"/>
                  </a:lnTo>
                  <a:lnTo>
                    <a:pt x="28" y="25"/>
                  </a:lnTo>
                  <a:lnTo>
                    <a:pt x="23" y="39"/>
                  </a:lnTo>
                  <a:lnTo>
                    <a:pt x="18" y="54"/>
                  </a:lnTo>
                  <a:lnTo>
                    <a:pt x="14" y="72"/>
                  </a:lnTo>
                  <a:lnTo>
                    <a:pt x="9" y="92"/>
                  </a:lnTo>
                  <a:lnTo>
                    <a:pt x="7" y="115"/>
                  </a:lnTo>
                  <a:lnTo>
                    <a:pt x="3" y="137"/>
                  </a:lnTo>
                  <a:lnTo>
                    <a:pt x="1" y="162"/>
                  </a:lnTo>
                  <a:lnTo>
                    <a:pt x="0" y="188"/>
                  </a:lnTo>
                  <a:lnTo>
                    <a:pt x="0" y="214"/>
                  </a:lnTo>
                  <a:lnTo>
                    <a:pt x="1" y="214"/>
                  </a:lnTo>
                  <a:lnTo>
                    <a:pt x="1" y="188"/>
                  </a:lnTo>
                  <a:lnTo>
                    <a:pt x="3" y="163"/>
                  </a:lnTo>
                  <a:lnTo>
                    <a:pt x="5" y="139"/>
                  </a:lnTo>
                  <a:lnTo>
                    <a:pt x="7" y="117"/>
                  </a:lnTo>
                  <a:lnTo>
                    <a:pt x="10" y="96"/>
                  </a:lnTo>
                  <a:lnTo>
                    <a:pt x="14" y="75"/>
                  </a:lnTo>
                  <a:lnTo>
                    <a:pt x="19" y="58"/>
                  </a:lnTo>
                  <a:lnTo>
                    <a:pt x="25" y="42"/>
                  </a:lnTo>
                  <a:lnTo>
                    <a:pt x="30" y="30"/>
                  </a:lnTo>
                  <a:lnTo>
                    <a:pt x="36" y="19"/>
                  </a:lnTo>
                  <a:lnTo>
                    <a:pt x="43" y="11"/>
                  </a:lnTo>
                  <a:lnTo>
                    <a:pt x="48" y="7"/>
                  </a:lnTo>
                  <a:lnTo>
                    <a:pt x="56" y="6"/>
                  </a:lnTo>
                  <a:lnTo>
                    <a:pt x="56" y="0"/>
                  </a:lnTo>
                  <a:close/>
                </a:path>
              </a:pathLst>
            </a:custGeom>
            <a:solidFill>
              <a:srgbClr val="9A9A9A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621" name="Google Shape;621;p1"/>
            <p:cNvSpPr/>
            <p:nvPr/>
          </p:nvSpPr>
          <p:spPr>
            <a:xfrm>
              <a:off x="4072" y="3298"/>
              <a:ext cx="47" cy="123"/>
            </a:xfrm>
            <a:custGeom>
              <a:avLst/>
              <a:gdLst/>
              <a:ahLst/>
              <a:cxnLst/>
              <a:rect l="l" t="t" r="r" b="b"/>
              <a:pathLst>
                <a:path w="55" h="208" extrusionOk="0">
                  <a:moveTo>
                    <a:pt x="55" y="0"/>
                  </a:moveTo>
                  <a:lnTo>
                    <a:pt x="47" y="1"/>
                  </a:lnTo>
                  <a:lnTo>
                    <a:pt x="42" y="5"/>
                  </a:lnTo>
                  <a:lnTo>
                    <a:pt x="35" y="13"/>
                  </a:lnTo>
                  <a:lnTo>
                    <a:pt x="29" y="24"/>
                  </a:lnTo>
                  <a:lnTo>
                    <a:pt x="24" y="36"/>
                  </a:lnTo>
                  <a:lnTo>
                    <a:pt x="18" y="52"/>
                  </a:lnTo>
                  <a:lnTo>
                    <a:pt x="13" y="69"/>
                  </a:lnTo>
                  <a:lnTo>
                    <a:pt x="9" y="90"/>
                  </a:lnTo>
                  <a:lnTo>
                    <a:pt x="6" y="111"/>
                  </a:lnTo>
                  <a:lnTo>
                    <a:pt x="4" y="133"/>
                  </a:lnTo>
                  <a:lnTo>
                    <a:pt x="2" y="157"/>
                  </a:lnTo>
                  <a:lnTo>
                    <a:pt x="0" y="182"/>
                  </a:lnTo>
                  <a:lnTo>
                    <a:pt x="0" y="208"/>
                  </a:lnTo>
                  <a:lnTo>
                    <a:pt x="2" y="208"/>
                  </a:lnTo>
                  <a:lnTo>
                    <a:pt x="2" y="180"/>
                  </a:lnTo>
                  <a:lnTo>
                    <a:pt x="4" y="154"/>
                  </a:lnTo>
                  <a:lnTo>
                    <a:pt x="6" y="130"/>
                  </a:lnTo>
                  <a:lnTo>
                    <a:pt x="8" y="105"/>
                  </a:lnTo>
                  <a:lnTo>
                    <a:pt x="13" y="85"/>
                  </a:lnTo>
                  <a:lnTo>
                    <a:pt x="17" y="64"/>
                  </a:lnTo>
                  <a:lnTo>
                    <a:pt x="22" y="46"/>
                  </a:lnTo>
                  <a:lnTo>
                    <a:pt x="27" y="33"/>
                  </a:lnTo>
                  <a:lnTo>
                    <a:pt x="35" y="20"/>
                  </a:lnTo>
                  <a:lnTo>
                    <a:pt x="40" y="12"/>
                  </a:lnTo>
                  <a:lnTo>
                    <a:pt x="47" y="7"/>
                  </a:lnTo>
                  <a:lnTo>
                    <a:pt x="55" y="5"/>
                  </a:lnTo>
                  <a:lnTo>
                    <a:pt x="55" y="0"/>
                  </a:lnTo>
                  <a:close/>
                </a:path>
              </a:pathLst>
            </a:custGeom>
            <a:solidFill>
              <a:srgbClr val="9B9B9B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622" name="Google Shape;622;p1"/>
            <p:cNvSpPr/>
            <p:nvPr/>
          </p:nvSpPr>
          <p:spPr>
            <a:xfrm>
              <a:off x="4074" y="3300"/>
              <a:ext cx="45" cy="121"/>
            </a:xfrm>
            <a:custGeom>
              <a:avLst/>
              <a:gdLst/>
              <a:ahLst/>
              <a:cxnLst/>
              <a:rect l="l" t="t" r="r" b="b"/>
              <a:pathLst>
                <a:path w="53" h="203" extrusionOk="0">
                  <a:moveTo>
                    <a:pt x="53" y="0"/>
                  </a:moveTo>
                  <a:lnTo>
                    <a:pt x="45" y="2"/>
                  </a:lnTo>
                  <a:lnTo>
                    <a:pt x="38" y="7"/>
                  </a:lnTo>
                  <a:lnTo>
                    <a:pt x="33" y="15"/>
                  </a:lnTo>
                  <a:lnTo>
                    <a:pt x="25" y="28"/>
                  </a:lnTo>
                  <a:lnTo>
                    <a:pt x="20" y="41"/>
                  </a:lnTo>
                  <a:lnTo>
                    <a:pt x="15" y="59"/>
                  </a:lnTo>
                  <a:lnTo>
                    <a:pt x="11" y="80"/>
                  </a:lnTo>
                  <a:lnTo>
                    <a:pt x="6" y="100"/>
                  </a:lnTo>
                  <a:lnTo>
                    <a:pt x="4" y="125"/>
                  </a:lnTo>
                  <a:lnTo>
                    <a:pt x="2" y="149"/>
                  </a:lnTo>
                  <a:lnTo>
                    <a:pt x="0" y="175"/>
                  </a:lnTo>
                  <a:lnTo>
                    <a:pt x="0" y="203"/>
                  </a:lnTo>
                  <a:lnTo>
                    <a:pt x="0" y="203"/>
                  </a:lnTo>
                  <a:lnTo>
                    <a:pt x="2" y="177"/>
                  </a:lnTo>
                  <a:lnTo>
                    <a:pt x="2" y="151"/>
                  </a:lnTo>
                  <a:lnTo>
                    <a:pt x="4" y="126"/>
                  </a:lnTo>
                  <a:lnTo>
                    <a:pt x="7" y="104"/>
                  </a:lnTo>
                  <a:lnTo>
                    <a:pt x="11" y="81"/>
                  </a:lnTo>
                  <a:lnTo>
                    <a:pt x="16" y="62"/>
                  </a:lnTo>
                  <a:lnTo>
                    <a:pt x="20" y="45"/>
                  </a:lnTo>
                  <a:lnTo>
                    <a:pt x="27" y="31"/>
                  </a:lnTo>
                  <a:lnTo>
                    <a:pt x="33" y="21"/>
                  </a:lnTo>
                  <a:lnTo>
                    <a:pt x="38" y="12"/>
                  </a:lnTo>
                  <a:lnTo>
                    <a:pt x="45" y="7"/>
                  </a:lnTo>
                  <a:lnTo>
                    <a:pt x="53" y="5"/>
                  </a:lnTo>
                  <a:lnTo>
                    <a:pt x="53" y="0"/>
                  </a:lnTo>
                  <a:close/>
                </a:path>
              </a:pathLst>
            </a:custGeom>
            <a:solidFill>
              <a:srgbClr val="9D9D9D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623" name="Google Shape;623;p1"/>
            <p:cNvSpPr/>
            <p:nvPr/>
          </p:nvSpPr>
          <p:spPr>
            <a:xfrm>
              <a:off x="4074" y="3304"/>
              <a:ext cx="45" cy="117"/>
            </a:xfrm>
            <a:custGeom>
              <a:avLst/>
              <a:gdLst/>
              <a:ahLst/>
              <a:cxnLst/>
              <a:rect l="l" t="t" r="r" b="b"/>
              <a:pathLst>
                <a:path w="53" h="198" extrusionOk="0">
                  <a:moveTo>
                    <a:pt x="53" y="0"/>
                  </a:moveTo>
                  <a:lnTo>
                    <a:pt x="45" y="2"/>
                  </a:lnTo>
                  <a:lnTo>
                    <a:pt x="38" y="7"/>
                  </a:lnTo>
                  <a:lnTo>
                    <a:pt x="33" y="16"/>
                  </a:lnTo>
                  <a:lnTo>
                    <a:pt x="27" y="26"/>
                  </a:lnTo>
                  <a:lnTo>
                    <a:pt x="20" y="40"/>
                  </a:lnTo>
                  <a:lnTo>
                    <a:pt x="16" y="57"/>
                  </a:lnTo>
                  <a:lnTo>
                    <a:pt x="11" y="76"/>
                  </a:lnTo>
                  <a:lnTo>
                    <a:pt x="7" y="99"/>
                  </a:lnTo>
                  <a:lnTo>
                    <a:pt x="4" y="121"/>
                  </a:lnTo>
                  <a:lnTo>
                    <a:pt x="2" y="146"/>
                  </a:lnTo>
                  <a:lnTo>
                    <a:pt x="2" y="172"/>
                  </a:lnTo>
                  <a:lnTo>
                    <a:pt x="0" y="198"/>
                  </a:lnTo>
                  <a:lnTo>
                    <a:pt x="2" y="198"/>
                  </a:lnTo>
                  <a:lnTo>
                    <a:pt x="2" y="172"/>
                  </a:lnTo>
                  <a:lnTo>
                    <a:pt x="4" y="147"/>
                  </a:lnTo>
                  <a:lnTo>
                    <a:pt x="6" y="123"/>
                  </a:lnTo>
                  <a:lnTo>
                    <a:pt x="9" y="101"/>
                  </a:lnTo>
                  <a:lnTo>
                    <a:pt x="13" y="80"/>
                  </a:lnTo>
                  <a:lnTo>
                    <a:pt x="16" y="61"/>
                  </a:lnTo>
                  <a:lnTo>
                    <a:pt x="22" y="45"/>
                  </a:lnTo>
                  <a:lnTo>
                    <a:pt x="27" y="31"/>
                  </a:lnTo>
                  <a:lnTo>
                    <a:pt x="33" y="19"/>
                  </a:lnTo>
                  <a:lnTo>
                    <a:pt x="40" y="12"/>
                  </a:lnTo>
                  <a:lnTo>
                    <a:pt x="45" y="7"/>
                  </a:lnTo>
                  <a:lnTo>
                    <a:pt x="53" y="5"/>
                  </a:lnTo>
                  <a:lnTo>
                    <a:pt x="53" y="0"/>
                  </a:lnTo>
                  <a:close/>
                </a:path>
              </a:pathLst>
            </a:custGeom>
            <a:solidFill>
              <a:srgbClr val="9F9F9F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624" name="Google Shape;624;p1"/>
            <p:cNvSpPr/>
            <p:nvPr/>
          </p:nvSpPr>
          <p:spPr>
            <a:xfrm>
              <a:off x="4074" y="3307"/>
              <a:ext cx="45" cy="114"/>
            </a:xfrm>
            <a:custGeom>
              <a:avLst/>
              <a:gdLst/>
              <a:ahLst/>
              <a:cxnLst/>
              <a:rect l="l" t="t" r="r" b="b"/>
              <a:pathLst>
                <a:path w="51" h="193" extrusionOk="0">
                  <a:moveTo>
                    <a:pt x="51" y="0"/>
                  </a:moveTo>
                  <a:lnTo>
                    <a:pt x="43" y="2"/>
                  </a:lnTo>
                  <a:lnTo>
                    <a:pt x="38" y="7"/>
                  </a:lnTo>
                  <a:lnTo>
                    <a:pt x="31" y="14"/>
                  </a:lnTo>
                  <a:lnTo>
                    <a:pt x="25" y="26"/>
                  </a:lnTo>
                  <a:lnTo>
                    <a:pt x="20" y="40"/>
                  </a:lnTo>
                  <a:lnTo>
                    <a:pt x="14" y="56"/>
                  </a:lnTo>
                  <a:lnTo>
                    <a:pt x="11" y="75"/>
                  </a:lnTo>
                  <a:lnTo>
                    <a:pt x="7" y="96"/>
                  </a:lnTo>
                  <a:lnTo>
                    <a:pt x="4" y="118"/>
                  </a:lnTo>
                  <a:lnTo>
                    <a:pt x="2" y="142"/>
                  </a:lnTo>
                  <a:lnTo>
                    <a:pt x="0" y="167"/>
                  </a:lnTo>
                  <a:lnTo>
                    <a:pt x="0" y="193"/>
                  </a:lnTo>
                  <a:lnTo>
                    <a:pt x="2" y="193"/>
                  </a:lnTo>
                  <a:lnTo>
                    <a:pt x="2" y="168"/>
                  </a:lnTo>
                  <a:lnTo>
                    <a:pt x="4" y="144"/>
                  </a:lnTo>
                  <a:lnTo>
                    <a:pt x="5" y="120"/>
                  </a:lnTo>
                  <a:lnTo>
                    <a:pt x="7" y="99"/>
                  </a:lnTo>
                  <a:lnTo>
                    <a:pt x="11" y="78"/>
                  </a:lnTo>
                  <a:lnTo>
                    <a:pt x="16" y="59"/>
                  </a:lnTo>
                  <a:lnTo>
                    <a:pt x="20" y="44"/>
                  </a:lnTo>
                  <a:lnTo>
                    <a:pt x="25" y="30"/>
                  </a:lnTo>
                  <a:lnTo>
                    <a:pt x="31" y="19"/>
                  </a:lnTo>
                  <a:lnTo>
                    <a:pt x="38" y="12"/>
                  </a:lnTo>
                  <a:lnTo>
                    <a:pt x="43" y="7"/>
                  </a:lnTo>
                  <a:lnTo>
                    <a:pt x="51" y="5"/>
                  </a:lnTo>
                  <a:lnTo>
                    <a:pt x="51" y="0"/>
                  </a:lnTo>
                  <a:close/>
                </a:path>
              </a:pathLst>
            </a:custGeom>
            <a:solidFill>
              <a:srgbClr val="A1A1A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625" name="Google Shape;625;p1"/>
            <p:cNvSpPr/>
            <p:nvPr/>
          </p:nvSpPr>
          <p:spPr>
            <a:xfrm>
              <a:off x="4075" y="3309"/>
              <a:ext cx="44" cy="112"/>
            </a:xfrm>
            <a:custGeom>
              <a:avLst/>
              <a:gdLst/>
              <a:ahLst/>
              <a:cxnLst/>
              <a:rect l="l" t="t" r="r" b="b"/>
              <a:pathLst>
                <a:path w="49" h="188" extrusionOk="0">
                  <a:moveTo>
                    <a:pt x="49" y="0"/>
                  </a:moveTo>
                  <a:lnTo>
                    <a:pt x="41" y="2"/>
                  </a:lnTo>
                  <a:lnTo>
                    <a:pt x="36" y="7"/>
                  </a:lnTo>
                  <a:lnTo>
                    <a:pt x="29" y="14"/>
                  </a:lnTo>
                  <a:lnTo>
                    <a:pt x="23" y="25"/>
                  </a:lnTo>
                  <a:lnTo>
                    <a:pt x="18" y="39"/>
                  </a:lnTo>
                  <a:lnTo>
                    <a:pt x="14" y="54"/>
                  </a:lnTo>
                  <a:lnTo>
                    <a:pt x="9" y="73"/>
                  </a:lnTo>
                  <a:lnTo>
                    <a:pt x="5" y="94"/>
                  </a:lnTo>
                  <a:lnTo>
                    <a:pt x="3" y="115"/>
                  </a:lnTo>
                  <a:lnTo>
                    <a:pt x="2" y="139"/>
                  </a:lnTo>
                  <a:lnTo>
                    <a:pt x="0" y="163"/>
                  </a:lnTo>
                  <a:lnTo>
                    <a:pt x="0" y="188"/>
                  </a:lnTo>
                  <a:lnTo>
                    <a:pt x="2" y="188"/>
                  </a:lnTo>
                  <a:lnTo>
                    <a:pt x="2" y="163"/>
                  </a:lnTo>
                  <a:lnTo>
                    <a:pt x="2" y="141"/>
                  </a:lnTo>
                  <a:lnTo>
                    <a:pt x="5" y="118"/>
                  </a:lnTo>
                  <a:lnTo>
                    <a:pt x="7" y="96"/>
                  </a:lnTo>
                  <a:lnTo>
                    <a:pt x="11" y="77"/>
                  </a:lnTo>
                  <a:lnTo>
                    <a:pt x="14" y="59"/>
                  </a:lnTo>
                  <a:lnTo>
                    <a:pt x="20" y="44"/>
                  </a:lnTo>
                  <a:lnTo>
                    <a:pt x="25" y="30"/>
                  </a:lnTo>
                  <a:lnTo>
                    <a:pt x="30" y="19"/>
                  </a:lnTo>
                  <a:lnTo>
                    <a:pt x="36" y="11"/>
                  </a:lnTo>
                  <a:lnTo>
                    <a:pt x="41" y="7"/>
                  </a:lnTo>
                  <a:lnTo>
                    <a:pt x="49" y="6"/>
                  </a:lnTo>
                  <a:lnTo>
                    <a:pt x="49" y="0"/>
                  </a:lnTo>
                  <a:close/>
                </a:path>
              </a:pathLst>
            </a:custGeom>
            <a:solidFill>
              <a:srgbClr val="A3A3A3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626" name="Google Shape;626;p1"/>
            <p:cNvSpPr/>
            <p:nvPr/>
          </p:nvSpPr>
          <p:spPr>
            <a:xfrm>
              <a:off x="4077" y="3313"/>
              <a:ext cx="42" cy="108"/>
            </a:xfrm>
            <a:custGeom>
              <a:avLst/>
              <a:gdLst/>
              <a:ahLst/>
              <a:cxnLst/>
              <a:rect l="l" t="t" r="r" b="b"/>
              <a:pathLst>
                <a:path w="47" h="182" extrusionOk="0">
                  <a:moveTo>
                    <a:pt x="47" y="0"/>
                  </a:moveTo>
                  <a:lnTo>
                    <a:pt x="39" y="1"/>
                  </a:lnTo>
                  <a:lnTo>
                    <a:pt x="34" y="5"/>
                  </a:lnTo>
                  <a:lnTo>
                    <a:pt x="28" y="13"/>
                  </a:lnTo>
                  <a:lnTo>
                    <a:pt x="23" y="24"/>
                  </a:lnTo>
                  <a:lnTo>
                    <a:pt x="18" y="38"/>
                  </a:lnTo>
                  <a:lnTo>
                    <a:pt x="12" y="53"/>
                  </a:lnTo>
                  <a:lnTo>
                    <a:pt x="9" y="71"/>
                  </a:lnTo>
                  <a:lnTo>
                    <a:pt x="5" y="90"/>
                  </a:lnTo>
                  <a:lnTo>
                    <a:pt x="3" y="112"/>
                  </a:lnTo>
                  <a:lnTo>
                    <a:pt x="0" y="135"/>
                  </a:lnTo>
                  <a:lnTo>
                    <a:pt x="0" y="157"/>
                  </a:lnTo>
                  <a:lnTo>
                    <a:pt x="0" y="182"/>
                  </a:lnTo>
                  <a:lnTo>
                    <a:pt x="0" y="182"/>
                  </a:lnTo>
                  <a:lnTo>
                    <a:pt x="1" y="157"/>
                  </a:lnTo>
                  <a:lnTo>
                    <a:pt x="1" y="135"/>
                  </a:lnTo>
                  <a:lnTo>
                    <a:pt x="3" y="114"/>
                  </a:lnTo>
                  <a:lnTo>
                    <a:pt x="7" y="93"/>
                  </a:lnTo>
                  <a:lnTo>
                    <a:pt x="10" y="74"/>
                  </a:lnTo>
                  <a:lnTo>
                    <a:pt x="14" y="57"/>
                  </a:lnTo>
                  <a:lnTo>
                    <a:pt x="18" y="41"/>
                  </a:lnTo>
                  <a:lnTo>
                    <a:pt x="23" y="29"/>
                  </a:lnTo>
                  <a:lnTo>
                    <a:pt x="28" y="19"/>
                  </a:lnTo>
                  <a:lnTo>
                    <a:pt x="34" y="10"/>
                  </a:lnTo>
                  <a:lnTo>
                    <a:pt x="39" y="7"/>
                  </a:lnTo>
                  <a:lnTo>
                    <a:pt x="47" y="5"/>
                  </a:lnTo>
                  <a:lnTo>
                    <a:pt x="47" y="0"/>
                  </a:lnTo>
                  <a:close/>
                </a:path>
              </a:pathLst>
            </a:custGeom>
            <a:solidFill>
              <a:srgbClr val="A5A5A5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627" name="Google Shape;627;p1"/>
            <p:cNvSpPr/>
            <p:nvPr/>
          </p:nvSpPr>
          <p:spPr>
            <a:xfrm>
              <a:off x="4077" y="3315"/>
              <a:ext cx="42" cy="106"/>
            </a:xfrm>
            <a:custGeom>
              <a:avLst/>
              <a:gdLst/>
              <a:ahLst/>
              <a:cxnLst/>
              <a:rect l="l" t="t" r="r" b="b"/>
              <a:pathLst>
                <a:path w="47" h="177" extrusionOk="0">
                  <a:moveTo>
                    <a:pt x="47" y="0"/>
                  </a:moveTo>
                  <a:lnTo>
                    <a:pt x="39" y="2"/>
                  </a:lnTo>
                  <a:lnTo>
                    <a:pt x="34" y="5"/>
                  </a:lnTo>
                  <a:lnTo>
                    <a:pt x="28" y="14"/>
                  </a:lnTo>
                  <a:lnTo>
                    <a:pt x="23" y="24"/>
                  </a:lnTo>
                  <a:lnTo>
                    <a:pt x="18" y="36"/>
                  </a:lnTo>
                  <a:lnTo>
                    <a:pt x="14" y="52"/>
                  </a:lnTo>
                  <a:lnTo>
                    <a:pt x="10" y="69"/>
                  </a:lnTo>
                  <a:lnTo>
                    <a:pt x="7" y="88"/>
                  </a:lnTo>
                  <a:lnTo>
                    <a:pt x="3" y="109"/>
                  </a:lnTo>
                  <a:lnTo>
                    <a:pt x="1" y="130"/>
                  </a:lnTo>
                  <a:lnTo>
                    <a:pt x="1" y="152"/>
                  </a:lnTo>
                  <a:lnTo>
                    <a:pt x="0" y="177"/>
                  </a:lnTo>
                  <a:lnTo>
                    <a:pt x="1" y="177"/>
                  </a:lnTo>
                  <a:lnTo>
                    <a:pt x="1" y="154"/>
                  </a:lnTo>
                  <a:lnTo>
                    <a:pt x="3" y="132"/>
                  </a:lnTo>
                  <a:lnTo>
                    <a:pt x="5" y="111"/>
                  </a:lnTo>
                  <a:lnTo>
                    <a:pt x="7" y="90"/>
                  </a:lnTo>
                  <a:lnTo>
                    <a:pt x="10" y="73"/>
                  </a:lnTo>
                  <a:lnTo>
                    <a:pt x="14" y="55"/>
                  </a:lnTo>
                  <a:lnTo>
                    <a:pt x="19" y="40"/>
                  </a:lnTo>
                  <a:lnTo>
                    <a:pt x="23" y="28"/>
                  </a:lnTo>
                  <a:lnTo>
                    <a:pt x="28" y="17"/>
                  </a:lnTo>
                  <a:lnTo>
                    <a:pt x="34" y="10"/>
                  </a:lnTo>
                  <a:lnTo>
                    <a:pt x="41" y="7"/>
                  </a:lnTo>
                  <a:lnTo>
                    <a:pt x="47" y="5"/>
                  </a:lnTo>
                  <a:lnTo>
                    <a:pt x="47" y="0"/>
                  </a:lnTo>
                  <a:close/>
                </a:path>
              </a:pathLst>
            </a:custGeom>
            <a:solidFill>
              <a:srgbClr val="A8A8A8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628" name="Google Shape;628;p1"/>
            <p:cNvSpPr/>
            <p:nvPr/>
          </p:nvSpPr>
          <p:spPr>
            <a:xfrm>
              <a:off x="4079" y="3319"/>
              <a:ext cx="40" cy="102"/>
            </a:xfrm>
            <a:custGeom>
              <a:avLst/>
              <a:gdLst/>
              <a:ahLst/>
              <a:cxnLst/>
              <a:rect l="l" t="t" r="r" b="b"/>
              <a:pathLst>
                <a:path w="46" h="172" extrusionOk="0">
                  <a:moveTo>
                    <a:pt x="46" y="0"/>
                  </a:moveTo>
                  <a:lnTo>
                    <a:pt x="40" y="2"/>
                  </a:lnTo>
                  <a:lnTo>
                    <a:pt x="33" y="5"/>
                  </a:lnTo>
                  <a:lnTo>
                    <a:pt x="27" y="12"/>
                  </a:lnTo>
                  <a:lnTo>
                    <a:pt x="22" y="23"/>
                  </a:lnTo>
                  <a:lnTo>
                    <a:pt x="18" y="35"/>
                  </a:lnTo>
                  <a:lnTo>
                    <a:pt x="13" y="50"/>
                  </a:lnTo>
                  <a:lnTo>
                    <a:pt x="9" y="68"/>
                  </a:lnTo>
                  <a:lnTo>
                    <a:pt x="6" y="85"/>
                  </a:lnTo>
                  <a:lnTo>
                    <a:pt x="4" y="106"/>
                  </a:lnTo>
                  <a:lnTo>
                    <a:pt x="2" y="127"/>
                  </a:lnTo>
                  <a:lnTo>
                    <a:pt x="0" y="149"/>
                  </a:lnTo>
                  <a:lnTo>
                    <a:pt x="0" y="172"/>
                  </a:lnTo>
                  <a:lnTo>
                    <a:pt x="2" y="172"/>
                  </a:lnTo>
                  <a:lnTo>
                    <a:pt x="2" y="147"/>
                  </a:lnTo>
                  <a:lnTo>
                    <a:pt x="4" y="125"/>
                  </a:lnTo>
                  <a:lnTo>
                    <a:pt x="6" y="102"/>
                  </a:lnTo>
                  <a:lnTo>
                    <a:pt x="9" y="82"/>
                  </a:lnTo>
                  <a:lnTo>
                    <a:pt x="13" y="62"/>
                  </a:lnTo>
                  <a:lnTo>
                    <a:pt x="17" y="45"/>
                  </a:lnTo>
                  <a:lnTo>
                    <a:pt x="22" y="31"/>
                  </a:lnTo>
                  <a:lnTo>
                    <a:pt x="27" y="21"/>
                  </a:lnTo>
                  <a:lnTo>
                    <a:pt x="33" y="12"/>
                  </a:lnTo>
                  <a:lnTo>
                    <a:pt x="38" y="7"/>
                  </a:lnTo>
                  <a:lnTo>
                    <a:pt x="46" y="5"/>
                  </a:lnTo>
                  <a:lnTo>
                    <a:pt x="46" y="0"/>
                  </a:lnTo>
                  <a:close/>
                </a:path>
              </a:pathLst>
            </a:custGeom>
            <a:solidFill>
              <a:srgbClr val="AAAAAA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629" name="Google Shape;629;p1"/>
            <p:cNvSpPr/>
            <p:nvPr/>
          </p:nvSpPr>
          <p:spPr>
            <a:xfrm>
              <a:off x="4081" y="3323"/>
              <a:ext cx="38" cy="98"/>
            </a:xfrm>
            <a:custGeom>
              <a:avLst/>
              <a:gdLst/>
              <a:ahLst/>
              <a:cxnLst/>
              <a:rect l="l" t="t" r="r" b="b"/>
              <a:pathLst>
                <a:path w="44" h="167" extrusionOk="0">
                  <a:moveTo>
                    <a:pt x="44" y="0"/>
                  </a:moveTo>
                  <a:lnTo>
                    <a:pt x="36" y="2"/>
                  </a:lnTo>
                  <a:lnTo>
                    <a:pt x="31" y="7"/>
                  </a:lnTo>
                  <a:lnTo>
                    <a:pt x="25" y="16"/>
                  </a:lnTo>
                  <a:lnTo>
                    <a:pt x="20" y="26"/>
                  </a:lnTo>
                  <a:lnTo>
                    <a:pt x="15" y="40"/>
                  </a:lnTo>
                  <a:lnTo>
                    <a:pt x="11" y="57"/>
                  </a:lnTo>
                  <a:lnTo>
                    <a:pt x="7" y="77"/>
                  </a:lnTo>
                  <a:lnTo>
                    <a:pt x="4" y="97"/>
                  </a:lnTo>
                  <a:lnTo>
                    <a:pt x="2" y="120"/>
                  </a:lnTo>
                  <a:lnTo>
                    <a:pt x="0" y="142"/>
                  </a:lnTo>
                  <a:lnTo>
                    <a:pt x="0" y="167"/>
                  </a:lnTo>
                  <a:lnTo>
                    <a:pt x="2" y="167"/>
                  </a:lnTo>
                  <a:lnTo>
                    <a:pt x="2" y="142"/>
                  </a:lnTo>
                  <a:lnTo>
                    <a:pt x="2" y="122"/>
                  </a:lnTo>
                  <a:lnTo>
                    <a:pt x="6" y="99"/>
                  </a:lnTo>
                  <a:lnTo>
                    <a:pt x="7" y="80"/>
                  </a:lnTo>
                  <a:lnTo>
                    <a:pt x="11" y="61"/>
                  </a:lnTo>
                  <a:lnTo>
                    <a:pt x="16" y="45"/>
                  </a:lnTo>
                  <a:lnTo>
                    <a:pt x="20" y="31"/>
                  </a:lnTo>
                  <a:lnTo>
                    <a:pt x="25" y="19"/>
                  </a:lnTo>
                  <a:lnTo>
                    <a:pt x="31" y="12"/>
                  </a:lnTo>
                  <a:lnTo>
                    <a:pt x="36" y="7"/>
                  </a:lnTo>
                  <a:lnTo>
                    <a:pt x="44" y="5"/>
                  </a:lnTo>
                  <a:lnTo>
                    <a:pt x="44" y="0"/>
                  </a:lnTo>
                  <a:close/>
                </a:path>
              </a:pathLst>
            </a:custGeom>
            <a:solidFill>
              <a:srgbClr val="ACACAC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630" name="Google Shape;630;p1"/>
            <p:cNvSpPr/>
            <p:nvPr/>
          </p:nvSpPr>
          <p:spPr>
            <a:xfrm>
              <a:off x="4082" y="3325"/>
              <a:ext cx="37" cy="96"/>
            </a:xfrm>
            <a:custGeom>
              <a:avLst/>
              <a:gdLst/>
              <a:ahLst/>
              <a:cxnLst/>
              <a:rect l="l" t="t" r="r" b="b"/>
              <a:pathLst>
                <a:path w="42" h="162" extrusionOk="0">
                  <a:moveTo>
                    <a:pt x="42" y="0"/>
                  </a:moveTo>
                  <a:lnTo>
                    <a:pt x="34" y="2"/>
                  </a:lnTo>
                  <a:lnTo>
                    <a:pt x="29" y="7"/>
                  </a:lnTo>
                  <a:lnTo>
                    <a:pt x="23" y="14"/>
                  </a:lnTo>
                  <a:lnTo>
                    <a:pt x="18" y="26"/>
                  </a:lnTo>
                  <a:lnTo>
                    <a:pt x="14" y="40"/>
                  </a:lnTo>
                  <a:lnTo>
                    <a:pt x="9" y="56"/>
                  </a:lnTo>
                  <a:lnTo>
                    <a:pt x="5" y="75"/>
                  </a:lnTo>
                  <a:lnTo>
                    <a:pt x="4" y="94"/>
                  </a:lnTo>
                  <a:lnTo>
                    <a:pt x="0" y="117"/>
                  </a:lnTo>
                  <a:lnTo>
                    <a:pt x="0" y="137"/>
                  </a:lnTo>
                  <a:lnTo>
                    <a:pt x="0" y="162"/>
                  </a:lnTo>
                  <a:lnTo>
                    <a:pt x="0" y="162"/>
                  </a:lnTo>
                  <a:lnTo>
                    <a:pt x="2" y="139"/>
                  </a:lnTo>
                  <a:lnTo>
                    <a:pt x="2" y="117"/>
                  </a:lnTo>
                  <a:lnTo>
                    <a:pt x="4" y="96"/>
                  </a:lnTo>
                  <a:lnTo>
                    <a:pt x="7" y="77"/>
                  </a:lnTo>
                  <a:lnTo>
                    <a:pt x="11" y="59"/>
                  </a:lnTo>
                  <a:lnTo>
                    <a:pt x="14" y="44"/>
                  </a:lnTo>
                  <a:lnTo>
                    <a:pt x="20" y="30"/>
                  </a:lnTo>
                  <a:lnTo>
                    <a:pt x="23" y="20"/>
                  </a:lnTo>
                  <a:lnTo>
                    <a:pt x="29" y="13"/>
                  </a:lnTo>
                  <a:lnTo>
                    <a:pt x="36" y="7"/>
                  </a:lnTo>
                  <a:lnTo>
                    <a:pt x="42" y="6"/>
                  </a:lnTo>
                  <a:lnTo>
                    <a:pt x="42" y="0"/>
                  </a:lnTo>
                  <a:close/>
                </a:path>
              </a:pathLst>
            </a:custGeom>
            <a:solidFill>
              <a:srgbClr val="AFAFAF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</p:grpSp>
      <p:cxnSp>
        <p:nvCxnSpPr>
          <p:cNvPr id="631" name="Google Shape;631;p1"/>
          <p:cNvCxnSpPr/>
          <p:nvPr/>
        </p:nvCxnSpPr>
        <p:spPr>
          <a:xfrm>
            <a:off x="3962400" y="3048000"/>
            <a:ext cx="1066800" cy="685800"/>
          </a:xfrm>
          <a:prstGeom prst="straightConnector1">
            <a:avLst/>
          </a:prstGeom>
          <a:noFill/>
          <a:ln w="12700" cap="flat" cmpd="sng">
            <a:solidFill>
              <a:srgbClr val="000000"/>
            </a:solidFill>
            <a:prstDash val="solid"/>
            <a:round/>
            <a:headEnd type="triangle" w="med" len="med"/>
            <a:tailEnd type="triangle" w="med" len="med"/>
          </a:ln>
        </p:spPr>
      </p:cxnSp>
      <p:cxnSp>
        <p:nvCxnSpPr>
          <p:cNvPr id="632" name="Google Shape;632;p1"/>
          <p:cNvCxnSpPr/>
          <p:nvPr/>
        </p:nvCxnSpPr>
        <p:spPr>
          <a:xfrm flipH="1">
            <a:off x="5257800" y="3505200"/>
            <a:ext cx="533400" cy="228600"/>
          </a:xfrm>
          <a:prstGeom prst="straightConnector1">
            <a:avLst/>
          </a:prstGeom>
          <a:noFill/>
          <a:ln w="12700" cap="flat" cmpd="sng">
            <a:solidFill>
              <a:srgbClr val="000000"/>
            </a:solidFill>
            <a:prstDash val="solid"/>
            <a:round/>
            <a:headEnd type="triangle" w="med" len="med"/>
            <a:tailEnd type="triangle" w="med" len="med"/>
          </a:ln>
        </p:spPr>
      </p:cxnSp>
      <p:cxnSp>
        <p:nvCxnSpPr>
          <p:cNvPr id="633" name="Google Shape;633;p1"/>
          <p:cNvCxnSpPr/>
          <p:nvPr/>
        </p:nvCxnSpPr>
        <p:spPr>
          <a:xfrm>
            <a:off x="4572000" y="2667000"/>
            <a:ext cx="1219200" cy="762000"/>
          </a:xfrm>
          <a:prstGeom prst="straightConnector1">
            <a:avLst/>
          </a:prstGeom>
          <a:noFill/>
          <a:ln w="12700" cap="flat" cmpd="sng">
            <a:solidFill>
              <a:srgbClr val="000000"/>
            </a:solidFill>
            <a:prstDash val="solid"/>
            <a:round/>
            <a:headEnd type="triangle" w="med" len="med"/>
            <a:tailEnd type="triangle" w="med" len="med"/>
          </a:ln>
        </p:spPr>
      </p:cxnSp>
      <p:cxnSp>
        <p:nvCxnSpPr>
          <p:cNvPr id="634" name="Google Shape;634;p1"/>
          <p:cNvCxnSpPr/>
          <p:nvPr/>
        </p:nvCxnSpPr>
        <p:spPr>
          <a:xfrm>
            <a:off x="4648200" y="1219200"/>
            <a:ext cx="1676400" cy="990600"/>
          </a:xfrm>
          <a:prstGeom prst="straightConnector1">
            <a:avLst/>
          </a:prstGeom>
          <a:noFill/>
          <a:ln w="12700" cap="flat" cmpd="sng">
            <a:solidFill>
              <a:srgbClr val="000000"/>
            </a:solidFill>
            <a:prstDash val="solid"/>
            <a:round/>
            <a:headEnd type="triangle" w="med" len="med"/>
            <a:tailEnd type="triangle" w="med" len="med"/>
          </a:ln>
        </p:spPr>
      </p:cxnSp>
      <p:cxnSp>
        <p:nvCxnSpPr>
          <p:cNvPr id="635" name="Google Shape;635;p1"/>
          <p:cNvCxnSpPr/>
          <p:nvPr/>
        </p:nvCxnSpPr>
        <p:spPr>
          <a:xfrm rot="10800000" flipH="1">
            <a:off x="3733800" y="1219200"/>
            <a:ext cx="685800" cy="685800"/>
          </a:xfrm>
          <a:prstGeom prst="straightConnector1">
            <a:avLst/>
          </a:prstGeom>
          <a:noFill/>
          <a:ln w="12700" cap="flat" cmpd="sng">
            <a:solidFill>
              <a:srgbClr val="000000"/>
            </a:solidFill>
            <a:prstDash val="solid"/>
            <a:round/>
            <a:headEnd type="triangle" w="med" len="med"/>
            <a:tailEnd type="triangle" w="med" len="med"/>
          </a:ln>
        </p:spPr>
      </p:cxnSp>
      <p:cxnSp>
        <p:nvCxnSpPr>
          <p:cNvPr id="636" name="Google Shape;636;p1"/>
          <p:cNvCxnSpPr/>
          <p:nvPr/>
        </p:nvCxnSpPr>
        <p:spPr>
          <a:xfrm>
            <a:off x="3810000" y="2057400"/>
            <a:ext cx="228600" cy="304800"/>
          </a:xfrm>
          <a:prstGeom prst="straightConnector1">
            <a:avLst/>
          </a:prstGeom>
          <a:noFill/>
          <a:ln w="12700" cap="flat" cmpd="sng">
            <a:solidFill>
              <a:srgbClr val="000000"/>
            </a:solidFill>
            <a:prstDash val="solid"/>
            <a:round/>
            <a:headEnd type="triangle" w="med" len="med"/>
            <a:tailEnd type="triangle" w="med" len="med"/>
          </a:ln>
        </p:spPr>
      </p:cxnSp>
      <p:cxnSp>
        <p:nvCxnSpPr>
          <p:cNvPr id="637" name="Google Shape;637;p1"/>
          <p:cNvCxnSpPr/>
          <p:nvPr/>
        </p:nvCxnSpPr>
        <p:spPr>
          <a:xfrm>
            <a:off x="4191000" y="2438400"/>
            <a:ext cx="228600" cy="152400"/>
          </a:xfrm>
          <a:prstGeom prst="straightConnector1">
            <a:avLst/>
          </a:prstGeom>
          <a:noFill/>
          <a:ln w="12700" cap="flat" cmpd="sng">
            <a:solidFill>
              <a:srgbClr val="000000"/>
            </a:solidFill>
            <a:prstDash val="solid"/>
            <a:round/>
            <a:headEnd type="triangle" w="med" len="med"/>
            <a:tailEnd type="triangle" w="med" len="med"/>
          </a:ln>
        </p:spPr>
      </p:cxnSp>
      <p:sp>
        <p:nvSpPr>
          <p:cNvPr id="638" name="Google Shape;638;p1"/>
          <p:cNvSpPr txBox="1"/>
          <p:nvPr/>
        </p:nvSpPr>
        <p:spPr>
          <a:xfrm>
            <a:off x="2057400" y="-46038"/>
            <a:ext cx="5186363" cy="579438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>
                <a:solidFill>
                  <a:srgbClr val="FFFF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AZ NAV Microwave Network</a:t>
            </a:r>
            <a:endParaRPr/>
          </a:p>
        </p:txBody>
      </p:sp>
      <p:grpSp>
        <p:nvGrpSpPr>
          <p:cNvPr id="639" name="Google Shape;639;p1"/>
          <p:cNvGrpSpPr/>
          <p:nvPr/>
        </p:nvGrpSpPr>
        <p:grpSpPr>
          <a:xfrm>
            <a:off x="0" y="0"/>
            <a:ext cx="1371600" cy="685800"/>
            <a:chOff x="1296" y="2016"/>
            <a:chExt cx="2832" cy="1728"/>
          </a:xfrm>
        </p:grpSpPr>
        <p:sp>
          <p:nvSpPr>
            <p:cNvPr id="640" name="Google Shape;640;p1"/>
            <p:cNvSpPr/>
            <p:nvPr/>
          </p:nvSpPr>
          <p:spPr>
            <a:xfrm>
              <a:off x="1296" y="2016"/>
              <a:ext cx="2832" cy="1728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641" name="Google Shape;641;p1"/>
            <p:cNvSpPr/>
            <p:nvPr/>
          </p:nvSpPr>
          <p:spPr>
            <a:xfrm>
              <a:off x="1360" y="2056"/>
              <a:ext cx="1112" cy="624"/>
            </a:xfrm>
            <a:prstGeom prst="rect">
              <a:avLst/>
            </a:prstGeom>
            <a:solidFill>
              <a:srgbClr val="F32B03"/>
            </a:solidFill>
            <a:ln w="9525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pic>
          <p:nvPicPr>
            <p:cNvPr id="642" name="Google Shape;642;p1"/>
            <p:cNvPicPr preferRelativeResize="0"/>
            <p:nvPr/>
          </p:nvPicPr>
          <p:blipFill rotWithShape="1">
            <a:blip r:embed="rId4">
              <a:alphaModFix/>
            </a:blip>
            <a:srcRect/>
            <a:stretch/>
          </p:blipFill>
          <p:spPr>
            <a:xfrm>
              <a:off x="1697" y="2145"/>
              <a:ext cx="436" cy="41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643" name="Google Shape;643;p1"/>
            <p:cNvSpPr/>
            <p:nvPr/>
          </p:nvSpPr>
          <p:spPr>
            <a:xfrm>
              <a:off x="2544" y="2016"/>
              <a:ext cx="336" cy="1728"/>
            </a:xfrm>
            <a:prstGeom prst="rect">
              <a:avLst/>
            </a:prstGeom>
            <a:solidFill>
              <a:srgbClr val="F32B03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644" name="Google Shape;644;p1"/>
            <p:cNvSpPr/>
            <p:nvPr/>
          </p:nvSpPr>
          <p:spPr>
            <a:xfrm>
              <a:off x="1296" y="2720"/>
              <a:ext cx="2832" cy="288"/>
            </a:xfrm>
            <a:prstGeom prst="rect">
              <a:avLst/>
            </a:prstGeom>
            <a:solidFill>
              <a:srgbClr val="F32B03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0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NAVY</a:t>
              </a:r>
              <a:endParaRPr/>
            </a:p>
          </p:txBody>
        </p:sp>
      </p:grpSp>
      <p:sp>
        <p:nvSpPr>
          <p:cNvPr id="645" name="Google Shape;645;p1"/>
          <p:cNvSpPr/>
          <p:nvPr/>
        </p:nvSpPr>
        <p:spPr>
          <a:xfrm>
            <a:off x="1600200" y="3505200"/>
            <a:ext cx="1676400" cy="533400"/>
          </a:xfrm>
          <a:prstGeom prst="wedgeRectCallout">
            <a:avLst>
              <a:gd name="adj1" fmla="val 69509"/>
              <a:gd name="adj2" fmla="val -23810"/>
            </a:avLst>
          </a:prstGeom>
          <a:solidFill>
            <a:srgbClr val="00D298"/>
          </a:solidFill>
          <a:ln w="12700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ROME</a:t>
            </a:r>
            <a:endParaRPr/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22º25´ N 11º45´E </a:t>
            </a:r>
            <a:endParaRPr/>
          </a:p>
        </p:txBody>
      </p:sp>
      <p:sp>
        <p:nvSpPr>
          <p:cNvPr id="646" name="Google Shape;646;p1"/>
          <p:cNvSpPr/>
          <p:nvPr/>
        </p:nvSpPr>
        <p:spPr>
          <a:xfrm>
            <a:off x="3124200" y="4419600"/>
            <a:ext cx="1676400" cy="533400"/>
          </a:xfrm>
          <a:prstGeom prst="wedgeRectCallout">
            <a:avLst>
              <a:gd name="adj1" fmla="val 64491"/>
              <a:gd name="adj2" fmla="val -103870"/>
            </a:avLst>
          </a:prstGeom>
          <a:solidFill>
            <a:srgbClr val="00D298"/>
          </a:solidFill>
          <a:ln w="12700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SALERNO</a:t>
            </a:r>
            <a:endParaRPr/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20º55´ N 14º30´E </a:t>
            </a:r>
            <a:endParaRPr/>
          </a:p>
        </p:txBody>
      </p:sp>
      <p:sp>
        <p:nvSpPr>
          <p:cNvPr id="647" name="Google Shape;647;p1"/>
          <p:cNvSpPr/>
          <p:nvPr/>
        </p:nvSpPr>
        <p:spPr>
          <a:xfrm>
            <a:off x="6324600" y="4038600"/>
            <a:ext cx="1676400" cy="533400"/>
          </a:xfrm>
          <a:prstGeom prst="wedgeRectCallout">
            <a:avLst>
              <a:gd name="adj1" fmla="val -74148"/>
              <a:gd name="adj2" fmla="val -97620"/>
            </a:avLst>
          </a:prstGeom>
          <a:solidFill>
            <a:srgbClr val="00D298"/>
          </a:solidFill>
          <a:ln w="12700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FOGGIA</a:t>
            </a:r>
            <a:endParaRPr/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21º53´ N 15º47´E </a:t>
            </a:r>
            <a:endParaRPr/>
          </a:p>
        </p:txBody>
      </p:sp>
      <p:sp>
        <p:nvSpPr>
          <p:cNvPr id="648" name="Google Shape;648;p1"/>
          <p:cNvSpPr/>
          <p:nvPr/>
        </p:nvSpPr>
        <p:spPr>
          <a:xfrm>
            <a:off x="1600200" y="2590800"/>
            <a:ext cx="1676400" cy="533400"/>
          </a:xfrm>
          <a:prstGeom prst="wedgeRectCallout">
            <a:avLst>
              <a:gd name="adj1" fmla="val 103315"/>
              <a:gd name="adj2" fmla="val 11014"/>
            </a:avLst>
          </a:prstGeom>
          <a:solidFill>
            <a:srgbClr val="00D298"/>
          </a:solidFill>
          <a:ln w="12700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PESARO</a:t>
            </a:r>
            <a:endParaRPr/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22º25´ N 14º00´E </a:t>
            </a:r>
            <a:endParaRPr/>
          </a:p>
        </p:txBody>
      </p:sp>
      <p:sp>
        <p:nvSpPr>
          <p:cNvPr id="649" name="Google Shape;649;p1"/>
          <p:cNvSpPr/>
          <p:nvPr/>
        </p:nvSpPr>
        <p:spPr>
          <a:xfrm>
            <a:off x="762000" y="1524000"/>
            <a:ext cx="1676400" cy="533400"/>
          </a:xfrm>
          <a:prstGeom prst="wedgeRectCallout">
            <a:avLst>
              <a:gd name="adj1" fmla="val 136079"/>
              <a:gd name="adj2" fmla="val 160417"/>
            </a:avLst>
          </a:prstGeom>
          <a:solidFill>
            <a:srgbClr val="00D298"/>
          </a:solidFill>
          <a:ln w="12700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RUMINI</a:t>
            </a:r>
            <a:endParaRPr/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23º37´ N 13º00´E </a:t>
            </a:r>
            <a:endParaRPr/>
          </a:p>
        </p:txBody>
      </p:sp>
      <p:sp>
        <p:nvSpPr>
          <p:cNvPr id="650" name="Google Shape;650;p1"/>
          <p:cNvSpPr/>
          <p:nvPr/>
        </p:nvSpPr>
        <p:spPr>
          <a:xfrm>
            <a:off x="1524000" y="762000"/>
            <a:ext cx="1676400" cy="533400"/>
          </a:xfrm>
          <a:prstGeom prst="wedgeRectCallout">
            <a:avLst>
              <a:gd name="adj1" fmla="val 76991"/>
              <a:gd name="adj2" fmla="val 174704"/>
            </a:avLst>
          </a:prstGeom>
          <a:solidFill>
            <a:srgbClr val="00D298"/>
          </a:solidFill>
          <a:ln w="12700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VENEZIA</a:t>
            </a:r>
            <a:endParaRPr/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24º00´ N 12º06´E </a:t>
            </a:r>
            <a:endParaRPr/>
          </a:p>
        </p:txBody>
      </p:sp>
      <p:sp>
        <p:nvSpPr>
          <p:cNvPr id="651" name="Google Shape;651;p1"/>
          <p:cNvSpPr/>
          <p:nvPr/>
        </p:nvSpPr>
        <p:spPr>
          <a:xfrm>
            <a:off x="6019800" y="1066800"/>
            <a:ext cx="1676400" cy="533400"/>
          </a:xfrm>
          <a:prstGeom prst="wedgeRectCallout">
            <a:avLst>
              <a:gd name="adj1" fmla="val -128032"/>
              <a:gd name="adj2" fmla="val 65181"/>
            </a:avLst>
          </a:prstGeom>
          <a:solidFill>
            <a:srgbClr val="00D298"/>
          </a:solidFill>
          <a:ln w="12700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UDINA </a:t>
            </a:r>
            <a:endParaRPr/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25º01´ N 12º00´E </a:t>
            </a:r>
            <a:endParaRPr/>
          </a:p>
        </p:txBody>
      </p:sp>
      <p:sp>
        <p:nvSpPr>
          <p:cNvPr id="652" name="Google Shape;652;p1"/>
          <p:cNvSpPr/>
          <p:nvPr/>
        </p:nvSpPr>
        <p:spPr>
          <a:xfrm>
            <a:off x="7239000" y="1752600"/>
            <a:ext cx="1676400" cy="533400"/>
          </a:xfrm>
          <a:prstGeom prst="wedgeRectCallout">
            <a:avLst>
              <a:gd name="adj1" fmla="val -94130"/>
              <a:gd name="adj2" fmla="val 160713"/>
            </a:avLst>
          </a:prstGeom>
          <a:solidFill>
            <a:srgbClr val="00D298"/>
          </a:solidFill>
          <a:ln w="12700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SPLIT </a:t>
            </a:r>
            <a:endParaRPr/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23º43´ N 16º00´E </a:t>
            </a:r>
            <a:endParaRPr/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4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653" name="Google Shape;653;p1"/>
          <p:cNvSpPr/>
          <p:nvPr/>
        </p:nvSpPr>
        <p:spPr>
          <a:xfrm>
            <a:off x="7467600" y="3276600"/>
            <a:ext cx="1676400" cy="685800"/>
          </a:xfrm>
          <a:prstGeom prst="wedgeRectCallout">
            <a:avLst>
              <a:gd name="adj1" fmla="val -41667"/>
              <a:gd name="adj2" fmla="val -59028"/>
            </a:avLst>
          </a:prstGeom>
          <a:solidFill>
            <a:srgbClr val="00D298"/>
          </a:solidFill>
          <a:ln w="12700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DUBROVINX</a:t>
            </a:r>
            <a:endParaRPr/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22º35´ N 18º40´E</a:t>
            </a:r>
            <a:r>
              <a:rPr lang="en-US" sz="2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endParaRPr/>
          </a:p>
        </p:txBody>
      </p:sp>
      <p:grpSp>
        <p:nvGrpSpPr>
          <p:cNvPr id="654" name="Google Shape;654;p1"/>
          <p:cNvGrpSpPr/>
          <p:nvPr/>
        </p:nvGrpSpPr>
        <p:grpSpPr>
          <a:xfrm>
            <a:off x="7391400" y="2819400"/>
            <a:ext cx="152400" cy="457200"/>
            <a:chOff x="3969" y="3294"/>
            <a:chExt cx="164" cy="567"/>
          </a:xfrm>
        </p:grpSpPr>
        <p:sp>
          <p:nvSpPr>
            <p:cNvPr id="655" name="Google Shape;655;p1"/>
            <p:cNvSpPr/>
            <p:nvPr/>
          </p:nvSpPr>
          <p:spPr>
            <a:xfrm>
              <a:off x="3969" y="3294"/>
              <a:ext cx="164" cy="567"/>
            </a:xfrm>
            <a:custGeom>
              <a:avLst/>
              <a:gdLst/>
              <a:ahLst/>
              <a:cxnLst/>
              <a:rect l="l" t="t" r="r" b="b"/>
              <a:pathLst>
                <a:path w="188" h="953" extrusionOk="0">
                  <a:moveTo>
                    <a:pt x="188" y="873"/>
                  </a:moveTo>
                  <a:lnTo>
                    <a:pt x="94" y="953"/>
                  </a:lnTo>
                  <a:lnTo>
                    <a:pt x="0" y="873"/>
                  </a:lnTo>
                  <a:lnTo>
                    <a:pt x="94" y="0"/>
                  </a:lnTo>
                  <a:lnTo>
                    <a:pt x="188" y="873"/>
                  </a:lnTo>
                </a:path>
              </a:pathLst>
            </a:cu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656" name="Google Shape;656;p1"/>
            <p:cNvSpPr/>
            <p:nvPr/>
          </p:nvSpPr>
          <p:spPr>
            <a:xfrm>
              <a:off x="4035" y="3318"/>
              <a:ext cx="32" cy="59"/>
            </a:xfrm>
            <a:custGeom>
              <a:avLst/>
              <a:gdLst/>
              <a:ahLst/>
              <a:cxnLst/>
              <a:rect l="l" t="t" r="r" b="b"/>
              <a:pathLst>
                <a:path w="36" h="99" extrusionOk="0">
                  <a:moveTo>
                    <a:pt x="29" y="19"/>
                  </a:moveTo>
                  <a:lnTo>
                    <a:pt x="18" y="0"/>
                  </a:lnTo>
                  <a:lnTo>
                    <a:pt x="5" y="19"/>
                  </a:lnTo>
                  <a:lnTo>
                    <a:pt x="0" y="80"/>
                  </a:lnTo>
                  <a:lnTo>
                    <a:pt x="18" y="99"/>
                  </a:lnTo>
                  <a:lnTo>
                    <a:pt x="36" y="80"/>
                  </a:lnTo>
                  <a:lnTo>
                    <a:pt x="29" y="19"/>
                  </a:lnTo>
                  <a:close/>
                </a:path>
              </a:pathLst>
            </a:custGeom>
            <a:solidFill>
              <a:srgbClr val="666666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657" name="Google Shape;657;p1"/>
            <p:cNvSpPr/>
            <p:nvPr/>
          </p:nvSpPr>
          <p:spPr>
            <a:xfrm>
              <a:off x="3969" y="3767"/>
              <a:ext cx="164" cy="48"/>
            </a:xfrm>
            <a:custGeom>
              <a:avLst/>
              <a:gdLst/>
              <a:ahLst/>
              <a:cxnLst/>
              <a:rect l="l" t="t" r="r" b="b"/>
              <a:pathLst>
                <a:path w="188" h="78" extrusionOk="0">
                  <a:moveTo>
                    <a:pt x="188" y="78"/>
                  </a:moveTo>
                  <a:lnTo>
                    <a:pt x="94" y="0"/>
                  </a:lnTo>
                  <a:lnTo>
                    <a:pt x="0" y="78"/>
                  </a:lnTo>
                </a:path>
              </a:pathLst>
            </a:cu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658" name="Google Shape;658;p1"/>
            <p:cNvSpPr/>
            <p:nvPr/>
          </p:nvSpPr>
          <p:spPr>
            <a:xfrm>
              <a:off x="3969" y="3294"/>
              <a:ext cx="164" cy="567"/>
            </a:xfrm>
            <a:custGeom>
              <a:avLst/>
              <a:gdLst/>
              <a:ahLst/>
              <a:cxnLst/>
              <a:rect l="l" t="t" r="r" b="b"/>
              <a:pathLst>
                <a:path w="188" h="953" extrusionOk="0">
                  <a:moveTo>
                    <a:pt x="94" y="0"/>
                  </a:moveTo>
                  <a:lnTo>
                    <a:pt x="94" y="953"/>
                  </a:lnTo>
                  <a:lnTo>
                    <a:pt x="188" y="873"/>
                  </a:lnTo>
                  <a:lnTo>
                    <a:pt x="94" y="0"/>
                  </a:lnTo>
                  <a:lnTo>
                    <a:pt x="0" y="873"/>
                  </a:lnTo>
                  <a:lnTo>
                    <a:pt x="94" y="953"/>
                  </a:lnTo>
                </a:path>
              </a:pathLst>
            </a:cu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659" name="Google Shape;659;p1"/>
            <p:cNvSpPr/>
            <p:nvPr/>
          </p:nvSpPr>
          <p:spPr>
            <a:xfrm>
              <a:off x="4030" y="3424"/>
              <a:ext cx="42" cy="12"/>
            </a:xfrm>
            <a:custGeom>
              <a:avLst/>
              <a:gdLst/>
              <a:ahLst/>
              <a:cxnLst/>
              <a:rect l="l" t="t" r="r" b="b"/>
              <a:pathLst>
                <a:path w="47" h="19" extrusionOk="0">
                  <a:moveTo>
                    <a:pt x="47" y="0"/>
                  </a:moveTo>
                  <a:lnTo>
                    <a:pt x="24" y="19"/>
                  </a:lnTo>
                  <a:lnTo>
                    <a:pt x="0" y="0"/>
                  </a:lnTo>
                </a:path>
              </a:pathLst>
            </a:cu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660" name="Google Shape;660;p1"/>
            <p:cNvSpPr/>
            <p:nvPr/>
          </p:nvSpPr>
          <p:spPr>
            <a:xfrm>
              <a:off x="4023" y="3468"/>
              <a:ext cx="54" cy="15"/>
            </a:xfrm>
            <a:custGeom>
              <a:avLst/>
              <a:gdLst/>
              <a:ahLst/>
              <a:cxnLst/>
              <a:rect l="l" t="t" r="r" b="b"/>
              <a:pathLst>
                <a:path w="64" h="26" extrusionOk="0">
                  <a:moveTo>
                    <a:pt x="64" y="0"/>
                  </a:moveTo>
                  <a:lnTo>
                    <a:pt x="33" y="26"/>
                  </a:lnTo>
                  <a:lnTo>
                    <a:pt x="0" y="0"/>
                  </a:lnTo>
                </a:path>
              </a:pathLst>
            </a:cu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661" name="Google Shape;661;p1"/>
            <p:cNvSpPr/>
            <p:nvPr/>
          </p:nvSpPr>
          <p:spPr>
            <a:xfrm>
              <a:off x="4018" y="3510"/>
              <a:ext cx="68" cy="21"/>
            </a:xfrm>
            <a:custGeom>
              <a:avLst/>
              <a:gdLst/>
              <a:ahLst/>
              <a:cxnLst/>
              <a:rect l="l" t="t" r="r" b="b"/>
              <a:pathLst>
                <a:path w="78" h="35" extrusionOk="0">
                  <a:moveTo>
                    <a:pt x="78" y="2"/>
                  </a:moveTo>
                  <a:lnTo>
                    <a:pt x="38" y="35"/>
                  </a:lnTo>
                  <a:lnTo>
                    <a:pt x="0" y="0"/>
                  </a:lnTo>
                </a:path>
              </a:pathLst>
            </a:cu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662" name="Google Shape;662;p1"/>
            <p:cNvSpPr/>
            <p:nvPr/>
          </p:nvSpPr>
          <p:spPr>
            <a:xfrm>
              <a:off x="4009" y="3555"/>
              <a:ext cx="82" cy="23"/>
            </a:xfrm>
            <a:custGeom>
              <a:avLst/>
              <a:gdLst/>
              <a:ahLst/>
              <a:cxnLst/>
              <a:rect l="l" t="t" r="r" b="b"/>
              <a:pathLst>
                <a:path w="94" h="38" extrusionOk="0">
                  <a:moveTo>
                    <a:pt x="94" y="0"/>
                  </a:moveTo>
                  <a:lnTo>
                    <a:pt x="47" y="38"/>
                  </a:lnTo>
                  <a:lnTo>
                    <a:pt x="0" y="0"/>
                  </a:lnTo>
                </a:path>
              </a:pathLst>
            </a:cu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663" name="Google Shape;663;p1"/>
            <p:cNvSpPr/>
            <p:nvPr/>
          </p:nvSpPr>
          <p:spPr>
            <a:xfrm>
              <a:off x="4002" y="3598"/>
              <a:ext cx="96" cy="27"/>
            </a:xfrm>
            <a:custGeom>
              <a:avLst/>
              <a:gdLst/>
              <a:ahLst/>
              <a:cxnLst/>
              <a:rect l="l" t="t" r="r" b="b"/>
              <a:pathLst>
                <a:path w="110" h="46" extrusionOk="0">
                  <a:moveTo>
                    <a:pt x="110" y="0"/>
                  </a:moveTo>
                  <a:lnTo>
                    <a:pt x="56" y="46"/>
                  </a:lnTo>
                  <a:lnTo>
                    <a:pt x="0" y="0"/>
                  </a:lnTo>
                </a:path>
              </a:pathLst>
            </a:cu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664" name="Google Shape;664;p1"/>
            <p:cNvSpPr/>
            <p:nvPr/>
          </p:nvSpPr>
          <p:spPr>
            <a:xfrm>
              <a:off x="3997" y="3641"/>
              <a:ext cx="110" cy="32"/>
            </a:xfrm>
            <a:custGeom>
              <a:avLst/>
              <a:gdLst/>
              <a:ahLst/>
              <a:cxnLst/>
              <a:rect l="l" t="t" r="r" b="b"/>
              <a:pathLst>
                <a:path w="125" h="53" extrusionOk="0">
                  <a:moveTo>
                    <a:pt x="125" y="0"/>
                  </a:moveTo>
                  <a:lnTo>
                    <a:pt x="62" y="53"/>
                  </a:lnTo>
                  <a:lnTo>
                    <a:pt x="0" y="0"/>
                  </a:lnTo>
                </a:path>
              </a:pathLst>
            </a:cu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665" name="Google Shape;665;p1"/>
            <p:cNvSpPr/>
            <p:nvPr/>
          </p:nvSpPr>
          <p:spPr>
            <a:xfrm>
              <a:off x="3990" y="3684"/>
              <a:ext cx="122" cy="36"/>
            </a:xfrm>
            <a:custGeom>
              <a:avLst/>
              <a:gdLst/>
              <a:ahLst/>
              <a:cxnLst/>
              <a:rect l="l" t="t" r="r" b="b"/>
              <a:pathLst>
                <a:path w="141" h="61" extrusionOk="0">
                  <a:moveTo>
                    <a:pt x="141" y="0"/>
                  </a:moveTo>
                  <a:lnTo>
                    <a:pt x="71" y="61"/>
                  </a:lnTo>
                  <a:lnTo>
                    <a:pt x="0" y="0"/>
                  </a:lnTo>
                </a:path>
              </a:pathLst>
            </a:cu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666" name="Google Shape;666;p1"/>
            <p:cNvSpPr/>
            <p:nvPr/>
          </p:nvSpPr>
          <p:spPr>
            <a:xfrm>
              <a:off x="3981" y="3728"/>
              <a:ext cx="138" cy="39"/>
            </a:xfrm>
            <a:custGeom>
              <a:avLst/>
              <a:gdLst/>
              <a:ahLst/>
              <a:cxnLst/>
              <a:rect l="l" t="t" r="r" b="b"/>
              <a:pathLst>
                <a:path w="158" h="68" extrusionOk="0">
                  <a:moveTo>
                    <a:pt x="158" y="0"/>
                  </a:moveTo>
                  <a:lnTo>
                    <a:pt x="80" y="68"/>
                  </a:lnTo>
                  <a:lnTo>
                    <a:pt x="0" y="2"/>
                  </a:lnTo>
                </a:path>
              </a:pathLst>
            </a:cu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667" name="Google Shape;667;p1"/>
            <p:cNvSpPr/>
            <p:nvPr/>
          </p:nvSpPr>
          <p:spPr>
            <a:xfrm>
              <a:off x="3978" y="3769"/>
              <a:ext cx="148" cy="46"/>
            </a:xfrm>
            <a:custGeom>
              <a:avLst/>
              <a:gdLst/>
              <a:ahLst/>
              <a:cxnLst/>
              <a:rect l="l" t="t" r="r" b="b"/>
              <a:pathLst>
                <a:path w="172" h="75" extrusionOk="0">
                  <a:moveTo>
                    <a:pt x="172" y="2"/>
                  </a:moveTo>
                  <a:lnTo>
                    <a:pt x="85" y="75"/>
                  </a:lnTo>
                  <a:lnTo>
                    <a:pt x="0" y="0"/>
                  </a:lnTo>
                </a:path>
              </a:pathLst>
            </a:cu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668" name="Google Shape;668;p1"/>
            <p:cNvSpPr/>
            <p:nvPr/>
          </p:nvSpPr>
          <p:spPr>
            <a:xfrm>
              <a:off x="4035" y="3318"/>
              <a:ext cx="32" cy="59"/>
            </a:xfrm>
            <a:custGeom>
              <a:avLst/>
              <a:gdLst/>
              <a:ahLst/>
              <a:cxnLst/>
              <a:rect l="l" t="t" r="r" b="b"/>
              <a:pathLst>
                <a:path w="36" h="99" extrusionOk="0">
                  <a:moveTo>
                    <a:pt x="29" y="19"/>
                  </a:moveTo>
                  <a:lnTo>
                    <a:pt x="18" y="0"/>
                  </a:lnTo>
                  <a:lnTo>
                    <a:pt x="5" y="19"/>
                  </a:lnTo>
                  <a:lnTo>
                    <a:pt x="0" y="80"/>
                  </a:lnTo>
                  <a:lnTo>
                    <a:pt x="18" y="99"/>
                  </a:lnTo>
                  <a:lnTo>
                    <a:pt x="36" y="80"/>
                  </a:lnTo>
                  <a:lnTo>
                    <a:pt x="29" y="19"/>
                  </a:lnTo>
                </a:path>
              </a:pathLst>
            </a:cu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669" name="Google Shape;669;p1"/>
            <p:cNvSpPr/>
            <p:nvPr/>
          </p:nvSpPr>
          <p:spPr>
            <a:xfrm>
              <a:off x="4070" y="3294"/>
              <a:ext cx="49" cy="127"/>
            </a:xfrm>
            <a:custGeom>
              <a:avLst/>
              <a:gdLst/>
              <a:ahLst/>
              <a:cxnLst/>
              <a:rect l="l" t="t" r="r" b="b"/>
              <a:pathLst>
                <a:path w="56" h="214" extrusionOk="0">
                  <a:moveTo>
                    <a:pt x="56" y="0"/>
                  </a:moveTo>
                  <a:lnTo>
                    <a:pt x="48" y="2"/>
                  </a:lnTo>
                  <a:lnTo>
                    <a:pt x="41" y="7"/>
                  </a:lnTo>
                  <a:lnTo>
                    <a:pt x="36" y="14"/>
                  </a:lnTo>
                  <a:lnTo>
                    <a:pt x="28" y="25"/>
                  </a:lnTo>
                  <a:lnTo>
                    <a:pt x="23" y="39"/>
                  </a:lnTo>
                  <a:lnTo>
                    <a:pt x="18" y="54"/>
                  </a:lnTo>
                  <a:lnTo>
                    <a:pt x="14" y="72"/>
                  </a:lnTo>
                  <a:lnTo>
                    <a:pt x="9" y="92"/>
                  </a:lnTo>
                  <a:lnTo>
                    <a:pt x="7" y="115"/>
                  </a:lnTo>
                  <a:lnTo>
                    <a:pt x="3" y="137"/>
                  </a:lnTo>
                  <a:lnTo>
                    <a:pt x="1" y="162"/>
                  </a:lnTo>
                  <a:lnTo>
                    <a:pt x="0" y="188"/>
                  </a:lnTo>
                  <a:lnTo>
                    <a:pt x="0" y="214"/>
                  </a:lnTo>
                  <a:lnTo>
                    <a:pt x="0" y="0"/>
                  </a:lnTo>
                  <a:lnTo>
                    <a:pt x="56" y="0"/>
                  </a:lnTo>
                  <a:close/>
                </a:path>
              </a:pathLst>
            </a:custGeom>
            <a:solidFill>
              <a:srgbClr val="9A9A9A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670" name="Google Shape;670;p1"/>
            <p:cNvSpPr/>
            <p:nvPr/>
          </p:nvSpPr>
          <p:spPr>
            <a:xfrm>
              <a:off x="4070" y="3294"/>
              <a:ext cx="49" cy="127"/>
            </a:xfrm>
            <a:custGeom>
              <a:avLst/>
              <a:gdLst/>
              <a:ahLst/>
              <a:cxnLst/>
              <a:rect l="l" t="t" r="r" b="b"/>
              <a:pathLst>
                <a:path w="56" h="214" extrusionOk="0">
                  <a:moveTo>
                    <a:pt x="56" y="0"/>
                  </a:moveTo>
                  <a:lnTo>
                    <a:pt x="48" y="2"/>
                  </a:lnTo>
                  <a:lnTo>
                    <a:pt x="41" y="7"/>
                  </a:lnTo>
                  <a:lnTo>
                    <a:pt x="36" y="14"/>
                  </a:lnTo>
                  <a:lnTo>
                    <a:pt x="28" y="25"/>
                  </a:lnTo>
                  <a:lnTo>
                    <a:pt x="23" y="39"/>
                  </a:lnTo>
                  <a:lnTo>
                    <a:pt x="18" y="54"/>
                  </a:lnTo>
                  <a:lnTo>
                    <a:pt x="14" y="72"/>
                  </a:lnTo>
                  <a:lnTo>
                    <a:pt x="9" y="92"/>
                  </a:lnTo>
                  <a:lnTo>
                    <a:pt x="7" y="115"/>
                  </a:lnTo>
                  <a:lnTo>
                    <a:pt x="3" y="137"/>
                  </a:lnTo>
                  <a:lnTo>
                    <a:pt x="1" y="162"/>
                  </a:lnTo>
                  <a:lnTo>
                    <a:pt x="0" y="188"/>
                  </a:lnTo>
                  <a:lnTo>
                    <a:pt x="0" y="214"/>
                  </a:lnTo>
                  <a:lnTo>
                    <a:pt x="1" y="214"/>
                  </a:lnTo>
                  <a:lnTo>
                    <a:pt x="1" y="188"/>
                  </a:lnTo>
                  <a:lnTo>
                    <a:pt x="3" y="163"/>
                  </a:lnTo>
                  <a:lnTo>
                    <a:pt x="5" y="139"/>
                  </a:lnTo>
                  <a:lnTo>
                    <a:pt x="7" y="117"/>
                  </a:lnTo>
                  <a:lnTo>
                    <a:pt x="10" y="96"/>
                  </a:lnTo>
                  <a:lnTo>
                    <a:pt x="14" y="75"/>
                  </a:lnTo>
                  <a:lnTo>
                    <a:pt x="19" y="58"/>
                  </a:lnTo>
                  <a:lnTo>
                    <a:pt x="25" y="42"/>
                  </a:lnTo>
                  <a:lnTo>
                    <a:pt x="30" y="30"/>
                  </a:lnTo>
                  <a:lnTo>
                    <a:pt x="36" y="19"/>
                  </a:lnTo>
                  <a:lnTo>
                    <a:pt x="43" y="11"/>
                  </a:lnTo>
                  <a:lnTo>
                    <a:pt x="48" y="7"/>
                  </a:lnTo>
                  <a:lnTo>
                    <a:pt x="56" y="6"/>
                  </a:lnTo>
                  <a:lnTo>
                    <a:pt x="56" y="0"/>
                  </a:lnTo>
                  <a:close/>
                </a:path>
              </a:pathLst>
            </a:custGeom>
            <a:solidFill>
              <a:srgbClr val="9A9A9A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671" name="Google Shape;671;p1"/>
            <p:cNvSpPr/>
            <p:nvPr/>
          </p:nvSpPr>
          <p:spPr>
            <a:xfrm>
              <a:off x="4072" y="3298"/>
              <a:ext cx="47" cy="123"/>
            </a:xfrm>
            <a:custGeom>
              <a:avLst/>
              <a:gdLst/>
              <a:ahLst/>
              <a:cxnLst/>
              <a:rect l="l" t="t" r="r" b="b"/>
              <a:pathLst>
                <a:path w="55" h="208" extrusionOk="0">
                  <a:moveTo>
                    <a:pt x="55" y="0"/>
                  </a:moveTo>
                  <a:lnTo>
                    <a:pt x="47" y="1"/>
                  </a:lnTo>
                  <a:lnTo>
                    <a:pt x="42" y="5"/>
                  </a:lnTo>
                  <a:lnTo>
                    <a:pt x="35" y="13"/>
                  </a:lnTo>
                  <a:lnTo>
                    <a:pt x="29" y="24"/>
                  </a:lnTo>
                  <a:lnTo>
                    <a:pt x="24" y="36"/>
                  </a:lnTo>
                  <a:lnTo>
                    <a:pt x="18" y="52"/>
                  </a:lnTo>
                  <a:lnTo>
                    <a:pt x="13" y="69"/>
                  </a:lnTo>
                  <a:lnTo>
                    <a:pt x="9" y="90"/>
                  </a:lnTo>
                  <a:lnTo>
                    <a:pt x="6" y="111"/>
                  </a:lnTo>
                  <a:lnTo>
                    <a:pt x="4" y="133"/>
                  </a:lnTo>
                  <a:lnTo>
                    <a:pt x="2" y="157"/>
                  </a:lnTo>
                  <a:lnTo>
                    <a:pt x="0" y="182"/>
                  </a:lnTo>
                  <a:lnTo>
                    <a:pt x="0" y="208"/>
                  </a:lnTo>
                  <a:lnTo>
                    <a:pt x="2" y="208"/>
                  </a:lnTo>
                  <a:lnTo>
                    <a:pt x="2" y="180"/>
                  </a:lnTo>
                  <a:lnTo>
                    <a:pt x="4" y="154"/>
                  </a:lnTo>
                  <a:lnTo>
                    <a:pt x="6" y="130"/>
                  </a:lnTo>
                  <a:lnTo>
                    <a:pt x="8" y="105"/>
                  </a:lnTo>
                  <a:lnTo>
                    <a:pt x="13" y="85"/>
                  </a:lnTo>
                  <a:lnTo>
                    <a:pt x="17" y="64"/>
                  </a:lnTo>
                  <a:lnTo>
                    <a:pt x="22" y="46"/>
                  </a:lnTo>
                  <a:lnTo>
                    <a:pt x="27" y="33"/>
                  </a:lnTo>
                  <a:lnTo>
                    <a:pt x="35" y="20"/>
                  </a:lnTo>
                  <a:lnTo>
                    <a:pt x="40" y="12"/>
                  </a:lnTo>
                  <a:lnTo>
                    <a:pt x="47" y="7"/>
                  </a:lnTo>
                  <a:lnTo>
                    <a:pt x="55" y="5"/>
                  </a:lnTo>
                  <a:lnTo>
                    <a:pt x="55" y="0"/>
                  </a:lnTo>
                  <a:close/>
                </a:path>
              </a:pathLst>
            </a:custGeom>
            <a:solidFill>
              <a:srgbClr val="9B9B9B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672" name="Google Shape;672;p1"/>
            <p:cNvSpPr/>
            <p:nvPr/>
          </p:nvSpPr>
          <p:spPr>
            <a:xfrm>
              <a:off x="4074" y="3300"/>
              <a:ext cx="45" cy="121"/>
            </a:xfrm>
            <a:custGeom>
              <a:avLst/>
              <a:gdLst/>
              <a:ahLst/>
              <a:cxnLst/>
              <a:rect l="l" t="t" r="r" b="b"/>
              <a:pathLst>
                <a:path w="53" h="203" extrusionOk="0">
                  <a:moveTo>
                    <a:pt x="53" y="0"/>
                  </a:moveTo>
                  <a:lnTo>
                    <a:pt x="45" y="2"/>
                  </a:lnTo>
                  <a:lnTo>
                    <a:pt x="38" y="7"/>
                  </a:lnTo>
                  <a:lnTo>
                    <a:pt x="33" y="15"/>
                  </a:lnTo>
                  <a:lnTo>
                    <a:pt x="25" y="28"/>
                  </a:lnTo>
                  <a:lnTo>
                    <a:pt x="20" y="41"/>
                  </a:lnTo>
                  <a:lnTo>
                    <a:pt x="15" y="59"/>
                  </a:lnTo>
                  <a:lnTo>
                    <a:pt x="11" y="80"/>
                  </a:lnTo>
                  <a:lnTo>
                    <a:pt x="6" y="100"/>
                  </a:lnTo>
                  <a:lnTo>
                    <a:pt x="4" y="125"/>
                  </a:lnTo>
                  <a:lnTo>
                    <a:pt x="2" y="149"/>
                  </a:lnTo>
                  <a:lnTo>
                    <a:pt x="0" y="175"/>
                  </a:lnTo>
                  <a:lnTo>
                    <a:pt x="0" y="203"/>
                  </a:lnTo>
                  <a:lnTo>
                    <a:pt x="0" y="203"/>
                  </a:lnTo>
                  <a:lnTo>
                    <a:pt x="2" y="177"/>
                  </a:lnTo>
                  <a:lnTo>
                    <a:pt x="2" y="151"/>
                  </a:lnTo>
                  <a:lnTo>
                    <a:pt x="4" y="126"/>
                  </a:lnTo>
                  <a:lnTo>
                    <a:pt x="7" y="104"/>
                  </a:lnTo>
                  <a:lnTo>
                    <a:pt x="11" y="81"/>
                  </a:lnTo>
                  <a:lnTo>
                    <a:pt x="16" y="62"/>
                  </a:lnTo>
                  <a:lnTo>
                    <a:pt x="20" y="45"/>
                  </a:lnTo>
                  <a:lnTo>
                    <a:pt x="27" y="31"/>
                  </a:lnTo>
                  <a:lnTo>
                    <a:pt x="33" y="21"/>
                  </a:lnTo>
                  <a:lnTo>
                    <a:pt x="38" y="12"/>
                  </a:lnTo>
                  <a:lnTo>
                    <a:pt x="45" y="7"/>
                  </a:lnTo>
                  <a:lnTo>
                    <a:pt x="53" y="5"/>
                  </a:lnTo>
                  <a:lnTo>
                    <a:pt x="53" y="0"/>
                  </a:lnTo>
                  <a:close/>
                </a:path>
              </a:pathLst>
            </a:custGeom>
            <a:solidFill>
              <a:srgbClr val="9D9D9D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673" name="Google Shape;673;p1"/>
            <p:cNvSpPr/>
            <p:nvPr/>
          </p:nvSpPr>
          <p:spPr>
            <a:xfrm>
              <a:off x="4074" y="3304"/>
              <a:ext cx="45" cy="117"/>
            </a:xfrm>
            <a:custGeom>
              <a:avLst/>
              <a:gdLst/>
              <a:ahLst/>
              <a:cxnLst/>
              <a:rect l="l" t="t" r="r" b="b"/>
              <a:pathLst>
                <a:path w="53" h="198" extrusionOk="0">
                  <a:moveTo>
                    <a:pt x="53" y="0"/>
                  </a:moveTo>
                  <a:lnTo>
                    <a:pt x="45" y="2"/>
                  </a:lnTo>
                  <a:lnTo>
                    <a:pt x="38" y="7"/>
                  </a:lnTo>
                  <a:lnTo>
                    <a:pt x="33" y="16"/>
                  </a:lnTo>
                  <a:lnTo>
                    <a:pt x="27" y="26"/>
                  </a:lnTo>
                  <a:lnTo>
                    <a:pt x="20" y="40"/>
                  </a:lnTo>
                  <a:lnTo>
                    <a:pt x="16" y="57"/>
                  </a:lnTo>
                  <a:lnTo>
                    <a:pt x="11" y="76"/>
                  </a:lnTo>
                  <a:lnTo>
                    <a:pt x="7" y="99"/>
                  </a:lnTo>
                  <a:lnTo>
                    <a:pt x="4" y="121"/>
                  </a:lnTo>
                  <a:lnTo>
                    <a:pt x="2" y="146"/>
                  </a:lnTo>
                  <a:lnTo>
                    <a:pt x="2" y="172"/>
                  </a:lnTo>
                  <a:lnTo>
                    <a:pt x="0" y="198"/>
                  </a:lnTo>
                  <a:lnTo>
                    <a:pt x="2" y="198"/>
                  </a:lnTo>
                  <a:lnTo>
                    <a:pt x="2" y="172"/>
                  </a:lnTo>
                  <a:lnTo>
                    <a:pt x="4" y="147"/>
                  </a:lnTo>
                  <a:lnTo>
                    <a:pt x="6" y="123"/>
                  </a:lnTo>
                  <a:lnTo>
                    <a:pt x="9" y="101"/>
                  </a:lnTo>
                  <a:lnTo>
                    <a:pt x="13" y="80"/>
                  </a:lnTo>
                  <a:lnTo>
                    <a:pt x="16" y="61"/>
                  </a:lnTo>
                  <a:lnTo>
                    <a:pt x="22" y="45"/>
                  </a:lnTo>
                  <a:lnTo>
                    <a:pt x="27" y="31"/>
                  </a:lnTo>
                  <a:lnTo>
                    <a:pt x="33" y="19"/>
                  </a:lnTo>
                  <a:lnTo>
                    <a:pt x="40" y="12"/>
                  </a:lnTo>
                  <a:lnTo>
                    <a:pt x="45" y="7"/>
                  </a:lnTo>
                  <a:lnTo>
                    <a:pt x="53" y="5"/>
                  </a:lnTo>
                  <a:lnTo>
                    <a:pt x="53" y="0"/>
                  </a:lnTo>
                  <a:close/>
                </a:path>
              </a:pathLst>
            </a:custGeom>
            <a:solidFill>
              <a:srgbClr val="9F9F9F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674" name="Google Shape;674;p1"/>
            <p:cNvSpPr/>
            <p:nvPr/>
          </p:nvSpPr>
          <p:spPr>
            <a:xfrm>
              <a:off x="4074" y="3307"/>
              <a:ext cx="45" cy="114"/>
            </a:xfrm>
            <a:custGeom>
              <a:avLst/>
              <a:gdLst/>
              <a:ahLst/>
              <a:cxnLst/>
              <a:rect l="l" t="t" r="r" b="b"/>
              <a:pathLst>
                <a:path w="51" h="193" extrusionOk="0">
                  <a:moveTo>
                    <a:pt x="51" y="0"/>
                  </a:moveTo>
                  <a:lnTo>
                    <a:pt x="43" y="2"/>
                  </a:lnTo>
                  <a:lnTo>
                    <a:pt x="38" y="7"/>
                  </a:lnTo>
                  <a:lnTo>
                    <a:pt x="31" y="14"/>
                  </a:lnTo>
                  <a:lnTo>
                    <a:pt x="25" y="26"/>
                  </a:lnTo>
                  <a:lnTo>
                    <a:pt x="20" y="40"/>
                  </a:lnTo>
                  <a:lnTo>
                    <a:pt x="14" y="56"/>
                  </a:lnTo>
                  <a:lnTo>
                    <a:pt x="11" y="75"/>
                  </a:lnTo>
                  <a:lnTo>
                    <a:pt x="7" y="96"/>
                  </a:lnTo>
                  <a:lnTo>
                    <a:pt x="4" y="118"/>
                  </a:lnTo>
                  <a:lnTo>
                    <a:pt x="2" y="142"/>
                  </a:lnTo>
                  <a:lnTo>
                    <a:pt x="0" y="167"/>
                  </a:lnTo>
                  <a:lnTo>
                    <a:pt x="0" y="193"/>
                  </a:lnTo>
                  <a:lnTo>
                    <a:pt x="2" y="193"/>
                  </a:lnTo>
                  <a:lnTo>
                    <a:pt x="2" y="168"/>
                  </a:lnTo>
                  <a:lnTo>
                    <a:pt x="4" y="144"/>
                  </a:lnTo>
                  <a:lnTo>
                    <a:pt x="5" y="120"/>
                  </a:lnTo>
                  <a:lnTo>
                    <a:pt x="7" y="99"/>
                  </a:lnTo>
                  <a:lnTo>
                    <a:pt x="11" y="78"/>
                  </a:lnTo>
                  <a:lnTo>
                    <a:pt x="16" y="59"/>
                  </a:lnTo>
                  <a:lnTo>
                    <a:pt x="20" y="44"/>
                  </a:lnTo>
                  <a:lnTo>
                    <a:pt x="25" y="30"/>
                  </a:lnTo>
                  <a:lnTo>
                    <a:pt x="31" y="19"/>
                  </a:lnTo>
                  <a:lnTo>
                    <a:pt x="38" y="12"/>
                  </a:lnTo>
                  <a:lnTo>
                    <a:pt x="43" y="7"/>
                  </a:lnTo>
                  <a:lnTo>
                    <a:pt x="51" y="5"/>
                  </a:lnTo>
                  <a:lnTo>
                    <a:pt x="51" y="0"/>
                  </a:lnTo>
                  <a:close/>
                </a:path>
              </a:pathLst>
            </a:custGeom>
            <a:solidFill>
              <a:srgbClr val="A1A1A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675" name="Google Shape;675;p1"/>
            <p:cNvSpPr/>
            <p:nvPr/>
          </p:nvSpPr>
          <p:spPr>
            <a:xfrm>
              <a:off x="4075" y="3309"/>
              <a:ext cx="44" cy="112"/>
            </a:xfrm>
            <a:custGeom>
              <a:avLst/>
              <a:gdLst/>
              <a:ahLst/>
              <a:cxnLst/>
              <a:rect l="l" t="t" r="r" b="b"/>
              <a:pathLst>
                <a:path w="49" h="188" extrusionOk="0">
                  <a:moveTo>
                    <a:pt x="49" y="0"/>
                  </a:moveTo>
                  <a:lnTo>
                    <a:pt x="41" y="2"/>
                  </a:lnTo>
                  <a:lnTo>
                    <a:pt x="36" y="7"/>
                  </a:lnTo>
                  <a:lnTo>
                    <a:pt x="29" y="14"/>
                  </a:lnTo>
                  <a:lnTo>
                    <a:pt x="23" y="25"/>
                  </a:lnTo>
                  <a:lnTo>
                    <a:pt x="18" y="39"/>
                  </a:lnTo>
                  <a:lnTo>
                    <a:pt x="14" y="54"/>
                  </a:lnTo>
                  <a:lnTo>
                    <a:pt x="9" y="73"/>
                  </a:lnTo>
                  <a:lnTo>
                    <a:pt x="5" y="94"/>
                  </a:lnTo>
                  <a:lnTo>
                    <a:pt x="3" y="115"/>
                  </a:lnTo>
                  <a:lnTo>
                    <a:pt x="2" y="139"/>
                  </a:lnTo>
                  <a:lnTo>
                    <a:pt x="0" y="163"/>
                  </a:lnTo>
                  <a:lnTo>
                    <a:pt x="0" y="188"/>
                  </a:lnTo>
                  <a:lnTo>
                    <a:pt x="2" y="188"/>
                  </a:lnTo>
                  <a:lnTo>
                    <a:pt x="2" y="163"/>
                  </a:lnTo>
                  <a:lnTo>
                    <a:pt x="2" y="141"/>
                  </a:lnTo>
                  <a:lnTo>
                    <a:pt x="5" y="118"/>
                  </a:lnTo>
                  <a:lnTo>
                    <a:pt x="7" y="96"/>
                  </a:lnTo>
                  <a:lnTo>
                    <a:pt x="11" y="77"/>
                  </a:lnTo>
                  <a:lnTo>
                    <a:pt x="14" y="59"/>
                  </a:lnTo>
                  <a:lnTo>
                    <a:pt x="20" y="44"/>
                  </a:lnTo>
                  <a:lnTo>
                    <a:pt x="25" y="30"/>
                  </a:lnTo>
                  <a:lnTo>
                    <a:pt x="30" y="19"/>
                  </a:lnTo>
                  <a:lnTo>
                    <a:pt x="36" y="11"/>
                  </a:lnTo>
                  <a:lnTo>
                    <a:pt x="41" y="7"/>
                  </a:lnTo>
                  <a:lnTo>
                    <a:pt x="49" y="6"/>
                  </a:lnTo>
                  <a:lnTo>
                    <a:pt x="49" y="0"/>
                  </a:lnTo>
                  <a:close/>
                </a:path>
              </a:pathLst>
            </a:custGeom>
            <a:solidFill>
              <a:srgbClr val="A3A3A3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676" name="Google Shape;676;p1"/>
            <p:cNvSpPr/>
            <p:nvPr/>
          </p:nvSpPr>
          <p:spPr>
            <a:xfrm>
              <a:off x="4077" y="3313"/>
              <a:ext cx="42" cy="108"/>
            </a:xfrm>
            <a:custGeom>
              <a:avLst/>
              <a:gdLst/>
              <a:ahLst/>
              <a:cxnLst/>
              <a:rect l="l" t="t" r="r" b="b"/>
              <a:pathLst>
                <a:path w="47" h="182" extrusionOk="0">
                  <a:moveTo>
                    <a:pt x="47" y="0"/>
                  </a:moveTo>
                  <a:lnTo>
                    <a:pt x="39" y="1"/>
                  </a:lnTo>
                  <a:lnTo>
                    <a:pt x="34" y="5"/>
                  </a:lnTo>
                  <a:lnTo>
                    <a:pt x="28" y="13"/>
                  </a:lnTo>
                  <a:lnTo>
                    <a:pt x="23" y="24"/>
                  </a:lnTo>
                  <a:lnTo>
                    <a:pt x="18" y="38"/>
                  </a:lnTo>
                  <a:lnTo>
                    <a:pt x="12" y="53"/>
                  </a:lnTo>
                  <a:lnTo>
                    <a:pt x="9" y="71"/>
                  </a:lnTo>
                  <a:lnTo>
                    <a:pt x="5" y="90"/>
                  </a:lnTo>
                  <a:lnTo>
                    <a:pt x="3" y="112"/>
                  </a:lnTo>
                  <a:lnTo>
                    <a:pt x="0" y="135"/>
                  </a:lnTo>
                  <a:lnTo>
                    <a:pt x="0" y="157"/>
                  </a:lnTo>
                  <a:lnTo>
                    <a:pt x="0" y="182"/>
                  </a:lnTo>
                  <a:lnTo>
                    <a:pt x="0" y="182"/>
                  </a:lnTo>
                  <a:lnTo>
                    <a:pt x="1" y="157"/>
                  </a:lnTo>
                  <a:lnTo>
                    <a:pt x="1" y="135"/>
                  </a:lnTo>
                  <a:lnTo>
                    <a:pt x="3" y="114"/>
                  </a:lnTo>
                  <a:lnTo>
                    <a:pt x="7" y="93"/>
                  </a:lnTo>
                  <a:lnTo>
                    <a:pt x="10" y="74"/>
                  </a:lnTo>
                  <a:lnTo>
                    <a:pt x="14" y="57"/>
                  </a:lnTo>
                  <a:lnTo>
                    <a:pt x="18" y="41"/>
                  </a:lnTo>
                  <a:lnTo>
                    <a:pt x="23" y="29"/>
                  </a:lnTo>
                  <a:lnTo>
                    <a:pt x="28" y="19"/>
                  </a:lnTo>
                  <a:lnTo>
                    <a:pt x="34" y="10"/>
                  </a:lnTo>
                  <a:lnTo>
                    <a:pt x="39" y="7"/>
                  </a:lnTo>
                  <a:lnTo>
                    <a:pt x="47" y="5"/>
                  </a:lnTo>
                  <a:lnTo>
                    <a:pt x="47" y="0"/>
                  </a:lnTo>
                  <a:close/>
                </a:path>
              </a:pathLst>
            </a:custGeom>
            <a:solidFill>
              <a:srgbClr val="A5A5A5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677" name="Google Shape;677;p1"/>
            <p:cNvSpPr/>
            <p:nvPr/>
          </p:nvSpPr>
          <p:spPr>
            <a:xfrm>
              <a:off x="4077" y="3315"/>
              <a:ext cx="42" cy="106"/>
            </a:xfrm>
            <a:custGeom>
              <a:avLst/>
              <a:gdLst/>
              <a:ahLst/>
              <a:cxnLst/>
              <a:rect l="l" t="t" r="r" b="b"/>
              <a:pathLst>
                <a:path w="47" h="177" extrusionOk="0">
                  <a:moveTo>
                    <a:pt x="47" y="0"/>
                  </a:moveTo>
                  <a:lnTo>
                    <a:pt x="39" y="2"/>
                  </a:lnTo>
                  <a:lnTo>
                    <a:pt x="34" y="5"/>
                  </a:lnTo>
                  <a:lnTo>
                    <a:pt x="28" y="14"/>
                  </a:lnTo>
                  <a:lnTo>
                    <a:pt x="23" y="24"/>
                  </a:lnTo>
                  <a:lnTo>
                    <a:pt x="18" y="36"/>
                  </a:lnTo>
                  <a:lnTo>
                    <a:pt x="14" y="52"/>
                  </a:lnTo>
                  <a:lnTo>
                    <a:pt x="10" y="69"/>
                  </a:lnTo>
                  <a:lnTo>
                    <a:pt x="7" y="88"/>
                  </a:lnTo>
                  <a:lnTo>
                    <a:pt x="3" y="109"/>
                  </a:lnTo>
                  <a:lnTo>
                    <a:pt x="1" y="130"/>
                  </a:lnTo>
                  <a:lnTo>
                    <a:pt x="1" y="152"/>
                  </a:lnTo>
                  <a:lnTo>
                    <a:pt x="0" y="177"/>
                  </a:lnTo>
                  <a:lnTo>
                    <a:pt x="1" y="177"/>
                  </a:lnTo>
                  <a:lnTo>
                    <a:pt x="1" y="154"/>
                  </a:lnTo>
                  <a:lnTo>
                    <a:pt x="3" y="132"/>
                  </a:lnTo>
                  <a:lnTo>
                    <a:pt x="5" y="111"/>
                  </a:lnTo>
                  <a:lnTo>
                    <a:pt x="7" y="90"/>
                  </a:lnTo>
                  <a:lnTo>
                    <a:pt x="10" y="73"/>
                  </a:lnTo>
                  <a:lnTo>
                    <a:pt x="14" y="55"/>
                  </a:lnTo>
                  <a:lnTo>
                    <a:pt x="19" y="40"/>
                  </a:lnTo>
                  <a:lnTo>
                    <a:pt x="23" y="28"/>
                  </a:lnTo>
                  <a:lnTo>
                    <a:pt x="28" y="17"/>
                  </a:lnTo>
                  <a:lnTo>
                    <a:pt x="34" y="10"/>
                  </a:lnTo>
                  <a:lnTo>
                    <a:pt x="41" y="7"/>
                  </a:lnTo>
                  <a:lnTo>
                    <a:pt x="47" y="5"/>
                  </a:lnTo>
                  <a:lnTo>
                    <a:pt x="47" y="0"/>
                  </a:lnTo>
                  <a:close/>
                </a:path>
              </a:pathLst>
            </a:custGeom>
            <a:solidFill>
              <a:srgbClr val="A8A8A8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678" name="Google Shape;678;p1"/>
            <p:cNvSpPr/>
            <p:nvPr/>
          </p:nvSpPr>
          <p:spPr>
            <a:xfrm>
              <a:off x="4079" y="3319"/>
              <a:ext cx="40" cy="102"/>
            </a:xfrm>
            <a:custGeom>
              <a:avLst/>
              <a:gdLst/>
              <a:ahLst/>
              <a:cxnLst/>
              <a:rect l="l" t="t" r="r" b="b"/>
              <a:pathLst>
                <a:path w="46" h="172" extrusionOk="0">
                  <a:moveTo>
                    <a:pt x="46" y="0"/>
                  </a:moveTo>
                  <a:lnTo>
                    <a:pt x="40" y="2"/>
                  </a:lnTo>
                  <a:lnTo>
                    <a:pt x="33" y="5"/>
                  </a:lnTo>
                  <a:lnTo>
                    <a:pt x="27" y="12"/>
                  </a:lnTo>
                  <a:lnTo>
                    <a:pt x="22" y="23"/>
                  </a:lnTo>
                  <a:lnTo>
                    <a:pt x="18" y="35"/>
                  </a:lnTo>
                  <a:lnTo>
                    <a:pt x="13" y="50"/>
                  </a:lnTo>
                  <a:lnTo>
                    <a:pt x="9" y="68"/>
                  </a:lnTo>
                  <a:lnTo>
                    <a:pt x="6" y="85"/>
                  </a:lnTo>
                  <a:lnTo>
                    <a:pt x="4" y="106"/>
                  </a:lnTo>
                  <a:lnTo>
                    <a:pt x="2" y="127"/>
                  </a:lnTo>
                  <a:lnTo>
                    <a:pt x="0" y="149"/>
                  </a:lnTo>
                  <a:lnTo>
                    <a:pt x="0" y="172"/>
                  </a:lnTo>
                  <a:lnTo>
                    <a:pt x="2" y="172"/>
                  </a:lnTo>
                  <a:lnTo>
                    <a:pt x="2" y="147"/>
                  </a:lnTo>
                  <a:lnTo>
                    <a:pt x="4" y="125"/>
                  </a:lnTo>
                  <a:lnTo>
                    <a:pt x="6" y="102"/>
                  </a:lnTo>
                  <a:lnTo>
                    <a:pt x="9" y="82"/>
                  </a:lnTo>
                  <a:lnTo>
                    <a:pt x="13" y="62"/>
                  </a:lnTo>
                  <a:lnTo>
                    <a:pt x="17" y="45"/>
                  </a:lnTo>
                  <a:lnTo>
                    <a:pt x="22" y="31"/>
                  </a:lnTo>
                  <a:lnTo>
                    <a:pt x="27" y="21"/>
                  </a:lnTo>
                  <a:lnTo>
                    <a:pt x="33" y="12"/>
                  </a:lnTo>
                  <a:lnTo>
                    <a:pt x="38" y="7"/>
                  </a:lnTo>
                  <a:lnTo>
                    <a:pt x="46" y="5"/>
                  </a:lnTo>
                  <a:lnTo>
                    <a:pt x="46" y="0"/>
                  </a:lnTo>
                  <a:close/>
                </a:path>
              </a:pathLst>
            </a:custGeom>
            <a:solidFill>
              <a:srgbClr val="AAAAAA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679" name="Google Shape;679;p1"/>
            <p:cNvSpPr/>
            <p:nvPr/>
          </p:nvSpPr>
          <p:spPr>
            <a:xfrm>
              <a:off x="4081" y="3323"/>
              <a:ext cx="38" cy="98"/>
            </a:xfrm>
            <a:custGeom>
              <a:avLst/>
              <a:gdLst/>
              <a:ahLst/>
              <a:cxnLst/>
              <a:rect l="l" t="t" r="r" b="b"/>
              <a:pathLst>
                <a:path w="44" h="167" extrusionOk="0">
                  <a:moveTo>
                    <a:pt x="44" y="0"/>
                  </a:moveTo>
                  <a:lnTo>
                    <a:pt x="36" y="2"/>
                  </a:lnTo>
                  <a:lnTo>
                    <a:pt x="31" y="7"/>
                  </a:lnTo>
                  <a:lnTo>
                    <a:pt x="25" y="16"/>
                  </a:lnTo>
                  <a:lnTo>
                    <a:pt x="20" y="26"/>
                  </a:lnTo>
                  <a:lnTo>
                    <a:pt x="15" y="40"/>
                  </a:lnTo>
                  <a:lnTo>
                    <a:pt x="11" y="57"/>
                  </a:lnTo>
                  <a:lnTo>
                    <a:pt x="7" y="77"/>
                  </a:lnTo>
                  <a:lnTo>
                    <a:pt x="4" y="97"/>
                  </a:lnTo>
                  <a:lnTo>
                    <a:pt x="2" y="120"/>
                  </a:lnTo>
                  <a:lnTo>
                    <a:pt x="0" y="142"/>
                  </a:lnTo>
                  <a:lnTo>
                    <a:pt x="0" y="167"/>
                  </a:lnTo>
                  <a:lnTo>
                    <a:pt x="2" y="167"/>
                  </a:lnTo>
                  <a:lnTo>
                    <a:pt x="2" y="142"/>
                  </a:lnTo>
                  <a:lnTo>
                    <a:pt x="2" y="122"/>
                  </a:lnTo>
                  <a:lnTo>
                    <a:pt x="6" y="99"/>
                  </a:lnTo>
                  <a:lnTo>
                    <a:pt x="7" y="80"/>
                  </a:lnTo>
                  <a:lnTo>
                    <a:pt x="11" y="61"/>
                  </a:lnTo>
                  <a:lnTo>
                    <a:pt x="16" y="45"/>
                  </a:lnTo>
                  <a:lnTo>
                    <a:pt x="20" y="31"/>
                  </a:lnTo>
                  <a:lnTo>
                    <a:pt x="25" y="19"/>
                  </a:lnTo>
                  <a:lnTo>
                    <a:pt x="31" y="12"/>
                  </a:lnTo>
                  <a:lnTo>
                    <a:pt x="36" y="7"/>
                  </a:lnTo>
                  <a:lnTo>
                    <a:pt x="44" y="5"/>
                  </a:lnTo>
                  <a:lnTo>
                    <a:pt x="44" y="0"/>
                  </a:lnTo>
                  <a:close/>
                </a:path>
              </a:pathLst>
            </a:custGeom>
            <a:solidFill>
              <a:srgbClr val="ACACAC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680" name="Google Shape;680;p1"/>
            <p:cNvSpPr/>
            <p:nvPr/>
          </p:nvSpPr>
          <p:spPr>
            <a:xfrm>
              <a:off x="4082" y="3325"/>
              <a:ext cx="37" cy="96"/>
            </a:xfrm>
            <a:custGeom>
              <a:avLst/>
              <a:gdLst/>
              <a:ahLst/>
              <a:cxnLst/>
              <a:rect l="l" t="t" r="r" b="b"/>
              <a:pathLst>
                <a:path w="42" h="162" extrusionOk="0">
                  <a:moveTo>
                    <a:pt x="42" y="0"/>
                  </a:moveTo>
                  <a:lnTo>
                    <a:pt x="34" y="2"/>
                  </a:lnTo>
                  <a:lnTo>
                    <a:pt x="29" y="7"/>
                  </a:lnTo>
                  <a:lnTo>
                    <a:pt x="23" y="14"/>
                  </a:lnTo>
                  <a:lnTo>
                    <a:pt x="18" y="26"/>
                  </a:lnTo>
                  <a:lnTo>
                    <a:pt x="14" y="40"/>
                  </a:lnTo>
                  <a:lnTo>
                    <a:pt x="9" y="56"/>
                  </a:lnTo>
                  <a:lnTo>
                    <a:pt x="5" y="75"/>
                  </a:lnTo>
                  <a:lnTo>
                    <a:pt x="4" y="94"/>
                  </a:lnTo>
                  <a:lnTo>
                    <a:pt x="0" y="117"/>
                  </a:lnTo>
                  <a:lnTo>
                    <a:pt x="0" y="137"/>
                  </a:lnTo>
                  <a:lnTo>
                    <a:pt x="0" y="162"/>
                  </a:lnTo>
                  <a:lnTo>
                    <a:pt x="0" y="162"/>
                  </a:lnTo>
                  <a:lnTo>
                    <a:pt x="2" y="139"/>
                  </a:lnTo>
                  <a:lnTo>
                    <a:pt x="2" y="117"/>
                  </a:lnTo>
                  <a:lnTo>
                    <a:pt x="4" y="96"/>
                  </a:lnTo>
                  <a:lnTo>
                    <a:pt x="7" y="77"/>
                  </a:lnTo>
                  <a:lnTo>
                    <a:pt x="11" y="59"/>
                  </a:lnTo>
                  <a:lnTo>
                    <a:pt x="14" y="44"/>
                  </a:lnTo>
                  <a:lnTo>
                    <a:pt x="20" y="30"/>
                  </a:lnTo>
                  <a:lnTo>
                    <a:pt x="23" y="20"/>
                  </a:lnTo>
                  <a:lnTo>
                    <a:pt x="29" y="13"/>
                  </a:lnTo>
                  <a:lnTo>
                    <a:pt x="36" y="7"/>
                  </a:lnTo>
                  <a:lnTo>
                    <a:pt x="42" y="6"/>
                  </a:lnTo>
                  <a:lnTo>
                    <a:pt x="42" y="0"/>
                  </a:lnTo>
                  <a:close/>
                </a:path>
              </a:pathLst>
            </a:custGeom>
            <a:solidFill>
              <a:srgbClr val="AFAFAF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681" name="Google Shape;681;p1"/>
            <p:cNvSpPr/>
            <p:nvPr/>
          </p:nvSpPr>
          <p:spPr>
            <a:xfrm>
              <a:off x="4082" y="3329"/>
              <a:ext cx="37" cy="92"/>
            </a:xfrm>
            <a:custGeom>
              <a:avLst/>
              <a:gdLst/>
              <a:ahLst/>
              <a:cxnLst/>
              <a:rect l="l" t="t" r="r" b="b"/>
              <a:pathLst>
                <a:path w="42" h="156" extrusionOk="0">
                  <a:moveTo>
                    <a:pt x="42" y="0"/>
                  </a:moveTo>
                  <a:lnTo>
                    <a:pt x="36" y="1"/>
                  </a:lnTo>
                  <a:lnTo>
                    <a:pt x="29" y="7"/>
                  </a:lnTo>
                  <a:lnTo>
                    <a:pt x="23" y="14"/>
                  </a:lnTo>
                  <a:lnTo>
                    <a:pt x="20" y="24"/>
                  </a:lnTo>
                  <a:lnTo>
                    <a:pt x="14" y="38"/>
                  </a:lnTo>
                  <a:lnTo>
                    <a:pt x="11" y="53"/>
                  </a:lnTo>
                  <a:lnTo>
                    <a:pt x="7" y="71"/>
                  </a:lnTo>
                  <a:lnTo>
                    <a:pt x="4" y="90"/>
                  </a:lnTo>
                  <a:lnTo>
                    <a:pt x="2" y="111"/>
                  </a:lnTo>
                  <a:lnTo>
                    <a:pt x="2" y="133"/>
                  </a:lnTo>
                  <a:lnTo>
                    <a:pt x="0" y="156"/>
                  </a:lnTo>
                  <a:lnTo>
                    <a:pt x="2" y="156"/>
                  </a:lnTo>
                  <a:lnTo>
                    <a:pt x="2" y="133"/>
                  </a:lnTo>
                  <a:lnTo>
                    <a:pt x="4" y="112"/>
                  </a:lnTo>
                  <a:lnTo>
                    <a:pt x="5" y="93"/>
                  </a:lnTo>
                  <a:lnTo>
                    <a:pt x="7" y="74"/>
                  </a:lnTo>
                  <a:lnTo>
                    <a:pt x="11" y="57"/>
                  </a:lnTo>
                  <a:lnTo>
                    <a:pt x="16" y="41"/>
                  </a:lnTo>
                  <a:lnTo>
                    <a:pt x="20" y="29"/>
                  </a:lnTo>
                  <a:lnTo>
                    <a:pt x="25" y="19"/>
                  </a:lnTo>
                  <a:lnTo>
                    <a:pt x="31" y="10"/>
                  </a:lnTo>
                  <a:lnTo>
                    <a:pt x="36" y="7"/>
                  </a:lnTo>
                  <a:lnTo>
                    <a:pt x="42" y="5"/>
                  </a:lnTo>
                  <a:lnTo>
                    <a:pt x="42" y="0"/>
                  </a:lnTo>
                  <a:close/>
                </a:path>
              </a:pathLst>
            </a:custGeom>
            <a:solidFill>
              <a:srgbClr val="B1B1B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682" name="Google Shape;682;p1"/>
            <p:cNvSpPr/>
            <p:nvPr/>
          </p:nvSpPr>
          <p:spPr>
            <a:xfrm>
              <a:off x="4084" y="3331"/>
              <a:ext cx="35" cy="90"/>
            </a:xfrm>
            <a:custGeom>
              <a:avLst/>
              <a:gdLst/>
              <a:ahLst/>
              <a:cxnLst/>
              <a:rect l="l" t="t" r="r" b="b"/>
              <a:pathLst>
                <a:path w="40" h="151" extrusionOk="0">
                  <a:moveTo>
                    <a:pt x="40" y="0"/>
                  </a:moveTo>
                  <a:lnTo>
                    <a:pt x="34" y="2"/>
                  </a:lnTo>
                  <a:lnTo>
                    <a:pt x="29" y="5"/>
                  </a:lnTo>
                  <a:lnTo>
                    <a:pt x="23" y="14"/>
                  </a:lnTo>
                  <a:lnTo>
                    <a:pt x="18" y="24"/>
                  </a:lnTo>
                  <a:lnTo>
                    <a:pt x="14" y="36"/>
                  </a:lnTo>
                  <a:lnTo>
                    <a:pt x="9" y="52"/>
                  </a:lnTo>
                  <a:lnTo>
                    <a:pt x="5" y="69"/>
                  </a:lnTo>
                  <a:lnTo>
                    <a:pt x="3" y="88"/>
                  </a:lnTo>
                  <a:lnTo>
                    <a:pt x="2" y="107"/>
                  </a:lnTo>
                  <a:lnTo>
                    <a:pt x="0" y="128"/>
                  </a:lnTo>
                  <a:lnTo>
                    <a:pt x="0" y="151"/>
                  </a:lnTo>
                  <a:lnTo>
                    <a:pt x="2" y="151"/>
                  </a:lnTo>
                  <a:lnTo>
                    <a:pt x="2" y="130"/>
                  </a:lnTo>
                  <a:lnTo>
                    <a:pt x="3" y="109"/>
                  </a:lnTo>
                  <a:lnTo>
                    <a:pt x="5" y="90"/>
                  </a:lnTo>
                  <a:lnTo>
                    <a:pt x="7" y="71"/>
                  </a:lnTo>
                  <a:lnTo>
                    <a:pt x="11" y="55"/>
                  </a:lnTo>
                  <a:lnTo>
                    <a:pt x="14" y="40"/>
                  </a:lnTo>
                  <a:lnTo>
                    <a:pt x="18" y="28"/>
                  </a:lnTo>
                  <a:lnTo>
                    <a:pt x="23" y="17"/>
                  </a:lnTo>
                  <a:lnTo>
                    <a:pt x="29" y="10"/>
                  </a:lnTo>
                  <a:lnTo>
                    <a:pt x="34" y="7"/>
                  </a:lnTo>
                  <a:lnTo>
                    <a:pt x="40" y="5"/>
                  </a:lnTo>
                  <a:lnTo>
                    <a:pt x="40" y="0"/>
                  </a:lnTo>
                  <a:close/>
                </a:path>
              </a:pathLst>
            </a:custGeom>
            <a:solidFill>
              <a:srgbClr val="B4B4B4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683" name="Google Shape;683;p1"/>
            <p:cNvSpPr/>
            <p:nvPr/>
          </p:nvSpPr>
          <p:spPr>
            <a:xfrm>
              <a:off x="4086" y="3335"/>
              <a:ext cx="33" cy="86"/>
            </a:xfrm>
            <a:custGeom>
              <a:avLst/>
              <a:gdLst/>
              <a:ahLst/>
              <a:cxnLst/>
              <a:rect l="l" t="t" r="r" b="b"/>
              <a:pathLst>
                <a:path w="38" h="146" extrusionOk="0">
                  <a:moveTo>
                    <a:pt x="38" y="0"/>
                  </a:moveTo>
                  <a:lnTo>
                    <a:pt x="32" y="2"/>
                  </a:lnTo>
                  <a:lnTo>
                    <a:pt x="27" y="5"/>
                  </a:lnTo>
                  <a:lnTo>
                    <a:pt x="21" y="12"/>
                  </a:lnTo>
                  <a:lnTo>
                    <a:pt x="16" y="23"/>
                  </a:lnTo>
                  <a:lnTo>
                    <a:pt x="12" y="35"/>
                  </a:lnTo>
                  <a:lnTo>
                    <a:pt x="9" y="50"/>
                  </a:lnTo>
                  <a:lnTo>
                    <a:pt x="5" y="66"/>
                  </a:lnTo>
                  <a:lnTo>
                    <a:pt x="3" y="85"/>
                  </a:lnTo>
                  <a:lnTo>
                    <a:pt x="1" y="104"/>
                  </a:lnTo>
                  <a:lnTo>
                    <a:pt x="0" y="125"/>
                  </a:lnTo>
                  <a:lnTo>
                    <a:pt x="0" y="146"/>
                  </a:lnTo>
                  <a:lnTo>
                    <a:pt x="1" y="146"/>
                  </a:lnTo>
                  <a:lnTo>
                    <a:pt x="1" y="123"/>
                  </a:lnTo>
                  <a:lnTo>
                    <a:pt x="3" y="102"/>
                  </a:lnTo>
                  <a:lnTo>
                    <a:pt x="5" y="82"/>
                  </a:lnTo>
                  <a:lnTo>
                    <a:pt x="7" y="63"/>
                  </a:lnTo>
                  <a:lnTo>
                    <a:pt x="10" y="47"/>
                  </a:lnTo>
                  <a:lnTo>
                    <a:pt x="16" y="31"/>
                  </a:lnTo>
                  <a:lnTo>
                    <a:pt x="21" y="21"/>
                  </a:lnTo>
                  <a:lnTo>
                    <a:pt x="25" y="12"/>
                  </a:lnTo>
                  <a:lnTo>
                    <a:pt x="32" y="7"/>
                  </a:lnTo>
                  <a:lnTo>
                    <a:pt x="38" y="5"/>
                  </a:lnTo>
                  <a:lnTo>
                    <a:pt x="38" y="0"/>
                  </a:lnTo>
                  <a:close/>
                </a:path>
              </a:pathLst>
            </a:custGeom>
            <a:solidFill>
              <a:srgbClr val="B7B7B7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684" name="Google Shape;684;p1"/>
            <p:cNvSpPr/>
            <p:nvPr/>
          </p:nvSpPr>
          <p:spPr>
            <a:xfrm>
              <a:off x="4088" y="3338"/>
              <a:ext cx="31" cy="83"/>
            </a:xfrm>
            <a:custGeom>
              <a:avLst/>
              <a:gdLst/>
              <a:ahLst/>
              <a:cxnLst/>
              <a:rect l="l" t="t" r="r" b="b"/>
              <a:pathLst>
                <a:path w="37" h="141" extrusionOk="0">
                  <a:moveTo>
                    <a:pt x="37" y="0"/>
                  </a:moveTo>
                  <a:lnTo>
                    <a:pt x="31" y="2"/>
                  </a:lnTo>
                  <a:lnTo>
                    <a:pt x="24" y="7"/>
                  </a:lnTo>
                  <a:lnTo>
                    <a:pt x="20" y="16"/>
                  </a:lnTo>
                  <a:lnTo>
                    <a:pt x="15" y="26"/>
                  </a:lnTo>
                  <a:lnTo>
                    <a:pt x="9" y="42"/>
                  </a:lnTo>
                  <a:lnTo>
                    <a:pt x="6" y="58"/>
                  </a:lnTo>
                  <a:lnTo>
                    <a:pt x="4" y="77"/>
                  </a:lnTo>
                  <a:lnTo>
                    <a:pt x="2" y="97"/>
                  </a:lnTo>
                  <a:lnTo>
                    <a:pt x="0" y="118"/>
                  </a:lnTo>
                  <a:lnTo>
                    <a:pt x="0" y="141"/>
                  </a:lnTo>
                  <a:lnTo>
                    <a:pt x="0" y="141"/>
                  </a:lnTo>
                  <a:lnTo>
                    <a:pt x="2" y="118"/>
                  </a:lnTo>
                  <a:lnTo>
                    <a:pt x="2" y="99"/>
                  </a:lnTo>
                  <a:lnTo>
                    <a:pt x="4" y="78"/>
                  </a:lnTo>
                  <a:lnTo>
                    <a:pt x="8" y="61"/>
                  </a:lnTo>
                  <a:lnTo>
                    <a:pt x="11" y="45"/>
                  </a:lnTo>
                  <a:lnTo>
                    <a:pt x="15" y="31"/>
                  </a:lnTo>
                  <a:lnTo>
                    <a:pt x="20" y="19"/>
                  </a:lnTo>
                  <a:lnTo>
                    <a:pt x="26" y="12"/>
                  </a:lnTo>
                  <a:lnTo>
                    <a:pt x="31" y="7"/>
                  </a:lnTo>
                  <a:lnTo>
                    <a:pt x="37" y="5"/>
                  </a:lnTo>
                  <a:lnTo>
                    <a:pt x="37" y="0"/>
                  </a:lnTo>
                  <a:close/>
                </a:path>
              </a:pathLst>
            </a:custGeom>
            <a:solidFill>
              <a:srgbClr val="BABABA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685" name="Google Shape;685;p1"/>
            <p:cNvSpPr/>
            <p:nvPr/>
          </p:nvSpPr>
          <p:spPr>
            <a:xfrm>
              <a:off x="4088" y="3340"/>
              <a:ext cx="31" cy="81"/>
            </a:xfrm>
            <a:custGeom>
              <a:avLst/>
              <a:gdLst/>
              <a:ahLst/>
              <a:cxnLst/>
              <a:rect l="l" t="t" r="r" b="b"/>
              <a:pathLst>
                <a:path w="37" h="136" extrusionOk="0">
                  <a:moveTo>
                    <a:pt x="37" y="0"/>
                  </a:moveTo>
                  <a:lnTo>
                    <a:pt x="31" y="2"/>
                  </a:lnTo>
                  <a:lnTo>
                    <a:pt x="26" y="7"/>
                  </a:lnTo>
                  <a:lnTo>
                    <a:pt x="20" y="14"/>
                  </a:lnTo>
                  <a:lnTo>
                    <a:pt x="15" y="26"/>
                  </a:lnTo>
                  <a:lnTo>
                    <a:pt x="11" y="40"/>
                  </a:lnTo>
                  <a:lnTo>
                    <a:pt x="8" y="56"/>
                  </a:lnTo>
                  <a:lnTo>
                    <a:pt x="4" y="73"/>
                  </a:lnTo>
                  <a:lnTo>
                    <a:pt x="2" y="94"/>
                  </a:lnTo>
                  <a:lnTo>
                    <a:pt x="2" y="113"/>
                  </a:lnTo>
                  <a:lnTo>
                    <a:pt x="0" y="136"/>
                  </a:lnTo>
                  <a:lnTo>
                    <a:pt x="2" y="136"/>
                  </a:lnTo>
                  <a:lnTo>
                    <a:pt x="2" y="115"/>
                  </a:lnTo>
                  <a:lnTo>
                    <a:pt x="4" y="96"/>
                  </a:lnTo>
                  <a:lnTo>
                    <a:pt x="6" y="77"/>
                  </a:lnTo>
                  <a:lnTo>
                    <a:pt x="9" y="59"/>
                  </a:lnTo>
                  <a:lnTo>
                    <a:pt x="13" y="44"/>
                  </a:lnTo>
                  <a:lnTo>
                    <a:pt x="17" y="30"/>
                  </a:lnTo>
                  <a:lnTo>
                    <a:pt x="20" y="20"/>
                  </a:lnTo>
                  <a:lnTo>
                    <a:pt x="26" y="13"/>
                  </a:lnTo>
                  <a:lnTo>
                    <a:pt x="31" y="7"/>
                  </a:lnTo>
                  <a:lnTo>
                    <a:pt x="37" y="6"/>
                  </a:lnTo>
                  <a:lnTo>
                    <a:pt x="37" y="0"/>
                  </a:lnTo>
                  <a:close/>
                </a:path>
              </a:pathLst>
            </a:custGeom>
            <a:solidFill>
              <a:srgbClr val="BDBDBD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686" name="Google Shape;686;p1"/>
            <p:cNvSpPr/>
            <p:nvPr/>
          </p:nvSpPr>
          <p:spPr>
            <a:xfrm>
              <a:off x="4089" y="3344"/>
              <a:ext cx="30" cy="77"/>
            </a:xfrm>
            <a:custGeom>
              <a:avLst/>
              <a:gdLst/>
              <a:ahLst/>
              <a:cxnLst/>
              <a:rect l="l" t="t" r="r" b="b"/>
              <a:pathLst>
                <a:path w="35" h="130" extrusionOk="0">
                  <a:moveTo>
                    <a:pt x="35" y="0"/>
                  </a:moveTo>
                  <a:lnTo>
                    <a:pt x="29" y="1"/>
                  </a:lnTo>
                  <a:lnTo>
                    <a:pt x="24" y="7"/>
                  </a:lnTo>
                  <a:lnTo>
                    <a:pt x="18" y="14"/>
                  </a:lnTo>
                  <a:lnTo>
                    <a:pt x="15" y="24"/>
                  </a:lnTo>
                  <a:lnTo>
                    <a:pt x="11" y="38"/>
                  </a:lnTo>
                  <a:lnTo>
                    <a:pt x="7" y="53"/>
                  </a:lnTo>
                  <a:lnTo>
                    <a:pt x="4" y="71"/>
                  </a:lnTo>
                  <a:lnTo>
                    <a:pt x="2" y="90"/>
                  </a:lnTo>
                  <a:lnTo>
                    <a:pt x="0" y="109"/>
                  </a:lnTo>
                  <a:lnTo>
                    <a:pt x="0" y="130"/>
                  </a:lnTo>
                  <a:lnTo>
                    <a:pt x="2" y="130"/>
                  </a:lnTo>
                  <a:lnTo>
                    <a:pt x="2" y="109"/>
                  </a:lnTo>
                  <a:lnTo>
                    <a:pt x="4" y="90"/>
                  </a:lnTo>
                  <a:lnTo>
                    <a:pt x="6" y="73"/>
                  </a:lnTo>
                  <a:lnTo>
                    <a:pt x="7" y="55"/>
                  </a:lnTo>
                  <a:lnTo>
                    <a:pt x="11" y="41"/>
                  </a:lnTo>
                  <a:lnTo>
                    <a:pt x="15" y="29"/>
                  </a:lnTo>
                  <a:lnTo>
                    <a:pt x="20" y="19"/>
                  </a:lnTo>
                  <a:lnTo>
                    <a:pt x="24" y="10"/>
                  </a:lnTo>
                  <a:lnTo>
                    <a:pt x="29" y="7"/>
                  </a:lnTo>
                  <a:lnTo>
                    <a:pt x="35" y="5"/>
                  </a:lnTo>
                  <a:lnTo>
                    <a:pt x="35" y="0"/>
                  </a:lnTo>
                  <a:close/>
                </a:path>
              </a:pathLst>
            </a:custGeom>
            <a:solidFill>
              <a:srgbClr val="C0C0C0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687" name="Google Shape;687;p1"/>
            <p:cNvSpPr/>
            <p:nvPr/>
          </p:nvSpPr>
          <p:spPr>
            <a:xfrm>
              <a:off x="4091" y="3346"/>
              <a:ext cx="28" cy="75"/>
            </a:xfrm>
            <a:custGeom>
              <a:avLst/>
              <a:gdLst/>
              <a:ahLst/>
              <a:cxnLst/>
              <a:rect l="l" t="t" r="r" b="b"/>
              <a:pathLst>
                <a:path w="33" h="125" extrusionOk="0">
                  <a:moveTo>
                    <a:pt x="33" y="0"/>
                  </a:moveTo>
                  <a:lnTo>
                    <a:pt x="27" y="2"/>
                  </a:lnTo>
                  <a:lnTo>
                    <a:pt x="22" y="5"/>
                  </a:lnTo>
                  <a:lnTo>
                    <a:pt x="18" y="14"/>
                  </a:lnTo>
                  <a:lnTo>
                    <a:pt x="13" y="24"/>
                  </a:lnTo>
                  <a:lnTo>
                    <a:pt x="9" y="36"/>
                  </a:lnTo>
                  <a:lnTo>
                    <a:pt x="5" y="50"/>
                  </a:lnTo>
                  <a:lnTo>
                    <a:pt x="4" y="68"/>
                  </a:lnTo>
                  <a:lnTo>
                    <a:pt x="2" y="85"/>
                  </a:lnTo>
                  <a:lnTo>
                    <a:pt x="0" y="104"/>
                  </a:lnTo>
                  <a:lnTo>
                    <a:pt x="0" y="125"/>
                  </a:lnTo>
                  <a:lnTo>
                    <a:pt x="2" y="125"/>
                  </a:lnTo>
                  <a:lnTo>
                    <a:pt x="2" y="106"/>
                  </a:lnTo>
                  <a:lnTo>
                    <a:pt x="2" y="87"/>
                  </a:lnTo>
                  <a:lnTo>
                    <a:pt x="4" y="69"/>
                  </a:lnTo>
                  <a:lnTo>
                    <a:pt x="7" y="54"/>
                  </a:lnTo>
                  <a:lnTo>
                    <a:pt x="11" y="40"/>
                  </a:lnTo>
                  <a:lnTo>
                    <a:pt x="14" y="28"/>
                  </a:lnTo>
                  <a:lnTo>
                    <a:pt x="18" y="17"/>
                  </a:lnTo>
                  <a:lnTo>
                    <a:pt x="22" y="10"/>
                  </a:lnTo>
                  <a:lnTo>
                    <a:pt x="27" y="7"/>
                  </a:lnTo>
                  <a:lnTo>
                    <a:pt x="33" y="5"/>
                  </a:lnTo>
                  <a:lnTo>
                    <a:pt x="33" y="0"/>
                  </a:lnTo>
                  <a:close/>
                </a:path>
              </a:pathLst>
            </a:custGeom>
            <a:solidFill>
              <a:srgbClr val="C3C3C3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688" name="Google Shape;688;p1"/>
            <p:cNvSpPr/>
            <p:nvPr/>
          </p:nvSpPr>
          <p:spPr>
            <a:xfrm>
              <a:off x="4091" y="3350"/>
              <a:ext cx="28" cy="71"/>
            </a:xfrm>
            <a:custGeom>
              <a:avLst/>
              <a:gdLst/>
              <a:ahLst/>
              <a:cxnLst/>
              <a:rect l="l" t="t" r="r" b="b"/>
              <a:pathLst>
                <a:path w="31" h="120" extrusionOk="0">
                  <a:moveTo>
                    <a:pt x="31" y="0"/>
                  </a:moveTo>
                  <a:lnTo>
                    <a:pt x="25" y="2"/>
                  </a:lnTo>
                  <a:lnTo>
                    <a:pt x="20" y="5"/>
                  </a:lnTo>
                  <a:lnTo>
                    <a:pt x="16" y="12"/>
                  </a:lnTo>
                  <a:lnTo>
                    <a:pt x="12" y="23"/>
                  </a:lnTo>
                  <a:lnTo>
                    <a:pt x="9" y="35"/>
                  </a:lnTo>
                  <a:lnTo>
                    <a:pt x="5" y="49"/>
                  </a:lnTo>
                  <a:lnTo>
                    <a:pt x="2" y="64"/>
                  </a:lnTo>
                  <a:lnTo>
                    <a:pt x="0" y="82"/>
                  </a:lnTo>
                  <a:lnTo>
                    <a:pt x="0" y="101"/>
                  </a:lnTo>
                  <a:lnTo>
                    <a:pt x="0" y="120"/>
                  </a:lnTo>
                  <a:lnTo>
                    <a:pt x="0" y="120"/>
                  </a:lnTo>
                  <a:lnTo>
                    <a:pt x="0" y="101"/>
                  </a:lnTo>
                  <a:lnTo>
                    <a:pt x="2" y="83"/>
                  </a:lnTo>
                  <a:lnTo>
                    <a:pt x="3" y="68"/>
                  </a:lnTo>
                  <a:lnTo>
                    <a:pt x="5" y="52"/>
                  </a:lnTo>
                  <a:lnTo>
                    <a:pt x="9" y="38"/>
                  </a:lnTo>
                  <a:lnTo>
                    <a:pt x="12" y="26"/>
                  </a:lnTo>
                  <a:lnTo>
                    <a:pt x="16" y="17"/>
                  </a:lnTo>
                  <a:lnTo>
                    <a:pt x="22" y="10"/>
                  </a:lnTo>
                  <a:lnTo>
                    <a:pt x="25" y="7"/>
                  </a:lnTo>
                  <a:lnTo>
                    <a:pt x="31" y="5"/>
                  </a:lnTo>
                  <a:lnTo>
                    <a:pt x="31" y="0"/>
                  </a:lnTo>
                  <a:close/>
                </a:path>
              </a:pathLst>
            </a:custGeom>
            <a:solidFill>
              <a:srgbClr val="C7C7C7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689" name="Google Shape;689;p1"/>
            <p:cNvSpPr/>
            <p:nvPr/>
          </p:nvSpPr>
          <p:spPr>
            <a:xfrm>
              <a:off x="4091" y="3354"/>
              <a:ext cx="28" cy="67"/>
            </a:xfrm>
            <a:custGeom>
              <a:avLst/>
              <a:gdLst/>
              <a:ahLst/>
              <a:cxnLst/>
              <a:rect l="l" t="t" r="r" b="b"/>
              <a:pathLst>
                <a:path w="31" h="115" extrusionOk="0">
                  <a:moveTo>
                    <a:pt x="31" y="0"/>
                  </a:moveTo>
                  <a:lnTo>
                    <a:pt x="25" y="2"/>
                  </a:lnTo>
                  <a:lnTo>
                    <a:pt x="22" y="5"/>
                  </a:lnTo>
                  <a:lnTo>
                    <a:pt x="16" y="12"/>
                  </a:lnTo>
                  <a:lnTo>
                    <a:pt x="12" y="21"/>
                  </a:lnTo>
                  <a:lnTo>
                    <a:pt x="9" y="33"/>
                  </a:lnTo>
                  <a:lnTo>
                    <a:pt x="5" y="47"/>
                  </a:lnTo>
                  <a:lnTo>
                    <a:pt x="3" y="63"/>
                  </a:lnTo>
                  <a:lnTo>
                    <a:pt x="2" y="78"/>
                  </a:lnTo>
                  <a:lnTo>
                    <a:pt x="0" y="96"/>
                  </a:lnTo>
                  <a:lnTo>
                    <a:pt x="0" y="115"/>
                  </a:lnTo>
                  <a:lnTo>
                    <a:pt x="2" y="115"/>
                  </a:lnTo>
                  <a:lnTo>
                    <a:pt x="2" y="96"/>
                  </a:lnTo>
                  <a:lnTo>
                    <a:pt x="3" y="77"/>
                  </a:lnTo>
                  <a:lnTo>
                    <a:pt x="5" y="59"/>
                  </a:lnTo>
                  <a:lnTo>
                    <a:pt x="9" y="44"/>
                  </a:lnTo>
                  <a:lnTo>
                    <a:pt x="12" y="32"/>
                  </a:lnTo>
                  <a:lnTo>
                    <a:pt x="16" y="19"/>
                  </a:lnTo>
                  <a:lnTo>
                    <a:pt x="20" y="12"/>
                  </a:lnTo>
                  <a:lnTo>
                    <a:pt x="25" y="7"/>
                  </a:lnTo>
                  <a:lnTo>
                    <a:pt x="31" y="5"/>
                  </a:lnTo>
                  <a:lnTo>
                    <a:pt x="31" y="0"/>
                  </a:lnTo>
                  <a:close/>
                </a:path>
              </a:pathLst>
            </a:custGeom>
            <a:solidFill>
              <a:srgbClr val="CACACA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690" name="Google Shape;690;p1"/>
            <p:cNvSpPr/>
            <p:nvPr/>
          </p:nvSpPr>
          <p:spPr>
            <a:xfrm>
              <a:off x="4093" y="3356"/>
              <a:ext cx="26" cy="65"/>
            </a:xfrm>
            <a:custGeom>
              <a:avLst/>
              <a:gdLst/>
              <a:ahLst/>
              <a:cxnLst/>
              <a:rect l="l" t="t" r="r" b="b"/>
              <a:pathLst>
                <a:path w="29" h="110" extrusionOk="0">
                  <a:moveTo>
                    <a:pt x="29" y="0"/>
                  </a:moveTo>
                  <a:lnTo>
                    <a:pt x="23" y="2"/>
                  </a:lnTo>
                  <a:lnTo>
                    <a:pt x="18" y="7"/>
                  </a:lnTo>
                  <a:lnTo>
                    <a:pt x="14" y="14"/>
                  </a:lnTo>
                  <a:lnTo>
                    <a:pt x="10" y="27"/>
                  </a:lnTo>
                  <a:lnTo>
                    <a:pt x="7" y="39"/>
                  </a:lnTo>
                  <a:lnTo>
                    <a:pt x="3" y="54"/>
                  </a:lnTo>
                  <a:lnTo>
                    <a:pt x="1" y="72"/>
                  </a:lnTo>
                  <a:lnTo>
                    <a:pt x="0" y="91"/>
                  </a:lnTo>
                  <a:lnTo>
                    <a:pt x="0" y="110"/>
                  </a:lnTo>
                  <a:lnTo>
                    <a:pt x="1" y="110"/>
                  </a:lnTo>
                  <a:lnTo>
                    <a:pt x="1" y="91"/>
                  </a:lnTo>
                  <a:lnTo>
                    <a:pt x="3" y="73"/>
                  </a:lnTo>
                  <a:lnTo>
                    <a:pt x="5" y="58"/>
                  </a:lnTo>
                  <a:lnTo>
                    <a:pt x="7" y="42"/>
                  </a:lnTo>
                  <a:lnTo>
                    <a:pt x="10" y="30"/>
                  </a:lnTo>
                  <a:lnTo>
                    <a:pt x="14" y="20"/>
                  </a:lnTo>
                  <a:lnTo>
                    <a:pt x="20" y="11"/>
                  </a:lnTo>
                  <a:lnTo>
                    <a:pt x="23" y="7"/>
                  </a:lnTo>
                  <a:lnTo>
                    <a:pt x="29" y="6"/>
                  </a:lnTo>
                  <a:lnTo>
                    <a:pt x="29" y="0"/>
                  </a:lnTo>
                  <a:close/>
                </a:path>
              </a:pathLst>
            </a:custGeom>
            <a:solidFill>
              <a:srgbClr val="CDCDCD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691" name="Google Shape;691;p1"/>
            <p:cNvSpPr/>
            <p:nvPr/>
          </p:nvSpPr>
          <p:spPr>
            <a:xfrm>
              <a:off x="4095" y="3360"/>
              <a:ext cx="24" cy="61"/>
            </a:xfrm>
            <a:custGeom>
              <a:avLst/>
              <a:gdLst/>
              <a:ahLst/>
              <a:cxnLst/>
              <a:rect l="l" t="t" r="r" b="b"/>
              <a:pathLst>
                <a:path w="28" h="104" extrusionOk="0">
                  <a:moveTo>
                    <a:pt x="28" y="0"/>
                  </a:moveTo>
                  <a:lnTo>
                    <a:pt x="22" y="1"/>
                  </a:lnTo>
                  <a:lnTo>
                    <a:pt x="19" y="5"/>
                  </a:lnTo>
                  <a:lnTo>
                    <a:pt x="13" y="14"/>
                  </a:lnTo>
                  <a:lnTo>
                    <a:pt x="9" y="24"/>
                  </a:lnTo>
                  <a:lnTo>
                    <a:pt x="6" y="36"/>
                  </a:lnTo>
                  <a:lnTo>
                    <a:pt x="4" y="52"/>
                  </a:lnTo>
                  <a:lnTo>
                    <a:pt x="2" y="67"/>
                  </a:lnTo>
                  <a:lnTo>
                    <a:pt x="0" y="85"/>
                  </a:lnTo>
                  <a:lnTo>
                    <a:pt x="0" y="104"/>
                  </a:lnTo>
                  <a:lnTo>
                    <a:pt x="2" y="104"/>
                  </a:lnTo>
                  <a:lnTo>
                    <a:pt x="2" y="86"/>
                  </a:lnTo>
                  <a:lnTo>
                    <a:pt x="2" y="69"/>
                  </a:lnTo>
                  <a:lnTo>
                    <a:pt x="4" y="53"/>
                  </a:lnTo>
                  <a:lnTo>
                    <a:pt x="8" y="40"/>
                  </a:lnTo>
                  <a:lnTo>
                    <a:pt x="11" y="27"/>
                  </a:lnTo>
                  <a:lnTo>
                    <a:pt x="15" y="17"/>
                  </a:lnTo>
                  <a:lnTo>
                    <a:pt x="19" y="10"/>
                  </a:lnTo>
                  <a:lnTo>
                    <a:pt x="22" y="7"/>
                  </a:lnTo>
                  <a:lnTo>
                    <a:pt x="28" y="5"/>
                  </a:lnTo>
                  <a:lnTo>
                    <a:pt x="28" y="0"/>
                  </a:lnTo>
                  <a:close/>
                </a:path>
              </a:pathLst>
            </a:custGeom>
            <a:solidFill>
              <a:srgbClr val="CFCFCF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692" name="Google Shape;692;p1"/>
            <p:cNvSpPr/>
            <p:nvPr/>
          </p:nvSpPr>
          <p:spPr>
            <a:xfrm>
              <a:off x="4096" y="3362"/>
              <a:ext cx="23" cy="59"/>
            </a:xfrm>
            <a:custGeom>
              <a:avLst/>
              <a:gdLst/>
              <a:ahLst/>
              <a:cxnLst/>
              <a:rect l="l" t="t" r="r" b="b"/>
              <a:pathLst>
                <a:path w="26" h="99" extrusionOk="0">
                  <a:moveTo>
                    <a:pt x="26" y="0"/>
                  </a:moveTo>
                  <a:lnTo>
                    <a:pt x="20" y="2"/>
                  </a:lnTo>
                  <a:lnTo>
                    <a:pt x="17" y="5"/>
                  </a:lnTo>
                  <a:lnTo>
                    <a:pt x="13" y="12"/>
                  </a:lnTo>
                  <a:lnTo>
                    <a:pt x="9" y="22"/>
                  </a:lnTo>
                  <a:lnTo>
                    <a:pt x="6" y="35"/>
                  </a:lnTo>
                  <a:lnTo>
                    <a:pt x="2" y="48"/>
                  </a:lnTo>
                  <a:lnTo>
                    <a:pt x="0" y="64"/>
                  </a:lnTo>
                  <a:lnTo>
                    <a:pt x="0" y="81"/>
                  </a:lnTo>
                  <a:lnTo>
                    <a:pt x="0" y="99"/>
                  </a:lnTo>
                  <a:lnTo>
                    <a:pt x="0" y="99"/>
                  </a:lnTo>
                  <a:lnTo>
                    <a:pt x="0" y="81"/>
                  </a:lnTo>
                  <a:lnTo>
                    <a:pt x="2" y="66"/>
                  </a:lnTo>
                  <a:lnTo>
                    <a:pt x="4" y="52"/>
                  </a:lnTo>
                  <a:lnTo>
                    <a:pt x="6" y="38"/>
                  </a:lnTo>
                  <a:lnTo>
                    <a:pt x="9" y="26"/>
                  </a:lnTo>
                  <a:lnTo>
                    <a:pt x="13" y="17"/>
                  </a:lnTo>
                  <a:lnTo>
                    <a:pt x="17" y="10"/>
                  </a:lnTo>
                  <a:lnTo>
                    <a:pt x="20" y="7"/>
                  </a:lnTo>
                  <a:lnTo>
                    <a:pt x="26" y="5"/>
                  </a:lnTo>
                  <a:lnTo>
                    <a:pt x="26" y="0"/>
                  </a:lnTo>
                  <a:close/>
                </a:path>
              </a:pathLst>
            </a:custGeom>
            <a:solidFill>
              <a:srgbClr val="D2D2D2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693" name="Google Shape;693;p1"/>
            <p:cNvSpPr/>
            <p:nvPr/>
          </p:nvSpPr>
          <p:spPr>
            <a:xfrm>
              <a:off x="4096" y="3365"/>
              <a:ext cx="23" cy="56"/>
            </a:xfrm>
            <a:custGeom>
              <a:avLst/>
              <a:gdLst/>
              <a:ahLst/>
              <a:cxnLst/>
              <a:rect l="l" t="t" r="r" b="b"/>
              <a:pathLst>
                <a:path w="26" h="94" extrusionOk="0">
                  <a:moveTo>
                    <a:pt x="26" y="0"/>
                  </a:moveTo>
                  <a:lnTo>
                    <a:pt x="20" y="2"/>
                  </a:lnTo>
                  <a:lnTo>
                    <a:pt x="17" y="5"/>
                  </a:lnTo>
                  <a:lnTo>
                    <a:pt x="13" y="12"/>
                  </a:lnTo>
                  <a:lnTo>
                    <a:pt x="9" y="21"/>
                  </a:lnTo>
                  <a:lnTo>
                    <a:pt x="6" y="33"/>
                  </a:lnTo>
                  <a:lnTo>
                    <a:pt x="4" y="47"/>
                  </a:lnTo>
                  <a:lnTo>
                    <a:pt x="2" y="61"/>
                  </a:lnTo>
                  <a:lnTo>
                    <a:pt x="0" y="76"/>
                  </a:lnTo>
                  <a:lnTo>
                    <a:pt x="0" y="94"/>
                  </a:lnTo>
                  <a:lnTo>
                    <a:pt x="2" y="94"/>
                  </a:lnTo>
                  <a:lnTo>
                    <a:pt x="2" y="76"/>
                  </a:lnTo>
                  <a:lnTo>
                    <a:pt x="4" y="59"/>
                  </a:lnTo>
                  <a:lnTo>
                    <a:pt x="6" y="43"/>
                  </a:lnTo>
                  <a:lnTo>
                    <a:pt x="9" y="31"/>
                  </a:lnTo>
                  <a:lnTo>
                    <a:pt x="13" y="19"/>
                  </a:lnTo>
                  <a:lnTo>
                    <a:pt x="17" y="12"/>
                  </a:lnTo>
                  <a:lnTo>
                    <a:pt x="20" y="7"/>
                  </a:lnTo>
                  <a:lnTo>
                    <a:pt x="26" y="5"/>
                  </a:lnTo>
                  <a:lnTo>
                    <a:pt x="26" y="0"/>
                  </a:lnTo>
                  <a:close/>
                </a:path>
              </a:pathLst>
            </a:custGeom>
            <a:solidFill>
              <a:srgbClr val="D4D4D4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694" name="Google Shape;694;p1"/>
            <p:cNvSpPr/>
            <p:nvPr/>
          </p:nvSpPr>
          <p:spPr>
            <a:xfrm>
              <a:off x="4098" y="3369"/>
              <a:ext cx="21" cy="52"/>
            </a:xfrm>
            <a:custGeom>
              <a:avLst/>
              <a:gdLst/>
              <a:ahLst/>
              <a:cxnLst/>
              <a:rect l="l" t="t" r="r" b="b"/>
              <a:pathLst>
                <a:path w="24" h="89" extrusionOk="0">
                  <a:moveTo>
                    <a:pt x="24" y="0"/>
                  </a:moveTo>
                  <a:lnTo>
                    <a:pt x="18" y="2"/>
                  </a:lnTo>
                  <a:lnTo>
                    <a:pt x="15" y="7"/>
                  </a:lnTo>
                  <a:lnTo>
                    <a:pt x="11" y="14"/>
                  </a:lnTo>
                  <a:lnTo>
                    <a:pt x="7" y="26"/>
                  </a:lnTo>
                  <a:lnTo>
                    <a:pt x="4" y="38"/>
                  </a:lnTo>
                  <a:lnTo>
                    <a:pt x="2" y="54"/>
                  </a:lnTo>
                  <a:lnTo>
                    <a:pt x="0" y="71"/>
                  </a:lnTo>
                  <a:lnTo>
                    <a:pt x="0" y="89"/>
                  </a:lnTo>
                  <a:lnTo>
                    <a:pt x="2" y="89"/>
                  </a:lnTo>
                  <a:lnTo>
                    <a:pt x="2" y="71"/>
                  </a:lnTo>
                  <a:lnTo>
                    <a:pt x="4" y="56"/>
                  </a:lnTo>
                  <a:lnTo>
                    <a:pt x="5" y="42"/>
                  </a:lnTo>
                  <a:lnTo>
                    <a:pt x="7" y="30"/>
                  </a:lnTo>
                  <a:lnTo>
                    <a:pt x="11" y="19"/>
                  </a:lnTo>
                  <a:lnTo>
                    <a:pt x="15" y="11"/>
                  </a:lnTo>
                  <a:lnTo>
                    <a:pt x="18" y="7"/>
                  </a:lnTo>
                  <a:lnTo>
                    <a:pt x="24" y="6"/>
                  </a:lnTo>
                  <a:lnTo>
                    <a:pt x="24" y="0"/>
                  </a:lnTo>
                  <a:close/>
                </a:path>
              </a:pathLst>
            </a:custGeom>
            <a:solidFill>
              <a:srgbClr val="D6D6D6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695" name="Google Shape;695;p1"/>
            <p:cNvSpPr/>
            <p:nvPr/>
          </p:nvSpPr>
          <p:spPr>
            <a:xfrm>
              <a:off x="4100" y="3371"/>
              <a:ext cx="19" cy="50"/>
            </a:xfrm>
            <a:custGeom>
              <a:avLst/>
              <a:gdLst/>
              <a:ahLst/>
              <a:cxnLst/>
              <a:rect l="l" t="t" r="r" b="b"/>
              <a:pathLst>
                <a:path w="22" h="83" extrusionOk="0">
                  <a:moveTo>
                    <a:pt x="22" y="0"/>
                  </a:moveTo>
                  <a:lnTo>
                    <a:pt x="16" y="1"/>
                  </a:lnTo>
                  <a:lnTo>
                    <a:pt x="13" y="5"/>
                  </a:lnTo>
                  <a:lnTo>
                    <a:pt x="9" y="13"/>
                  </a:lnTo>
                  <a:lnTo>
                    <a:pt x="5" y="24"/>
                  </a:lnTo>
                  <a:lnTo>
                    <a:pt x="3" y="36"/>
                  </a:lnTo>
                  <a:lnTo>
                    <a:pt x="2" y="50"/>
                  </a:lnTo>
                  <a:lnTo>
                    <a:pt x="0" y="65"/>
                  </a:lnTo>
                  <a:lnTo>
                    <a:pt x="0" y="83"/>
                  </a:lnTo>
                  <a:lnTo>
                    <a:pt x="2" y="83"/>
                  </a:lnTo>
                  <a:lnTo>
                    <a:pt x="2" y="67"/>
                  </a:lnTo>
                  <a:lnTo>
                    <a:pt x="2" y="52"/>
                  </a:lnTo>
                  <a:lnTo>
                    <a:pt x="3" y="39"/>
                  </a:lnTo>
                  <a:lnTo>
                    <a:pt x="7" y="27"/>
                  </a:lnTo>
                  <a:lnTo>
                    <a:pt x="11" y="17"/>
                  </a:lnTo>
                  <a:lnTo>
                    <a:pt x="13" y="10"/>
                  </a:lnTo>
                  <a:lnTo>
                    <a:pt x="18" y="6"/>
                  </a:lnTo>
                  <a:lnTo>
                    <a:pt x="22" y="5"/>
                  </a:lnTo>
                  <a:lnTo>
                    <a:pt x="22" y="0"/>
                  </a:lnTo>
                  <a:close/>
                </a:path>
              </a:pathLst>
            </a:custGeom>
            <a:solidFill>
              <a:srgbClr val="D8D8D8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696" name="Google Shape;696;p1"/>
            <p:cNvSpPr/>
            <p:nvPr/>
          </p:nvSpPr>
          <p:spPr>
            <a:xfrm>
              <a:off x="4102" y="3375"/>
              <a:ext cx="17" cy="46"/>
            </a:xfrm>
            <a:custGeom>
              <a:avLst/>
              <a:gdLst/>
              <a:ahLst/>
              <a:cxnLst/>
              <a:rect l="l" t="t" r="r" b="b"/>
              <a:pathLst>
                <a:path w="20" h="78" extrusionOk="0">
                  <a:moveTo>
                    <a:pt x="20" y="0"/>
                  </a:moveTo>
                  <a:lnTo>
                    <a:pt x="16" y="1"/>
                  </a:lnTo>
                  <a:lnTo>
                    <a:pt x="11" y="5"/>
                  </a:lnTo>
                  <a:lnTo>
                    <a:pt x="9" y="12"/>
                  </a:lnTo>
                  <a:lnTo>
                    <a:pt x="5" y="22"/>
                  </a:lnTo>
                  <a:lnTo>
                    <a:pt x="1" y="34"/>
                  </a:lnTo>
                  <a:lnTo>
                    <a:pt x="0" y="47"/>
                  </a:lnTo>
                  <a:lnTo>
                    <a:pt x="0" y="62"/>
                  </a:lnTo>
                  <a:lnTo>
                    <a:pt x="0" y="78"/>
                  </a:lnTo>
                  <a:lnTo>
                    <a:pt x="0" y="78"/>
                  </a:lnTo>
                  <a:lnTo>
                    <a:pt x="0" y="62"/>
                  </a:lnTo>
                  <a:lnTo>
                    <a:pt x="1" y="50"/>
                  </a:lnTo>
                  <a:lnTo>
                    <a:pt x="3" y="36"/>
                  </a:lnTo>
                  <a:lnTo>
                    <a:pt x="5" y="26"/>
                  </a:lnTo>
                  <a:lnTo>
                    <a:pt x="9" y="17"/>
                  </a:lnTo>
                  <a:lnTo>
                    <a:pt x="12" y="10"/>
                  </a:lnTo>
                  <a:lnTo>
                    <a:pt x="16" y="7"/>
                  </a:lnTo>
                  <a:lnTo>
                    <a:pt x="20" y="5"/>
                  </a:lnTo>
                  <a:lnTo>
                    <a:pt x="20" y="0"/>
                  </a:lnTo>
                  <a:close/>
                </a:path>
              </a:pathLst>
            </a:custGeom>
            <a:solidFill>
              <a:srgbClr val="DADADA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697" name="Google Shape;697;p1"/>
            <p:cNvSpPr/>
            <p:nvPr/>
          </p:nvSpPr>
          <p:spPr>
            <a:xfrm>
              <a:off x="4102" y="3377"/>
              <a:ext cx="17" cy="44"/>
            </a:xfrm>
            <a:custGeom>
              <a:avLst/>
              <a:gdLst/>
              <a:ahLst/>
              <a:cxnLst/>
              <a:rect l="l" t="t" r="r" b="b"/>
              <a:pathLst>
                <a:path w="20" h="73" extrusionOk="0">
                  <a:moveTo>
                    <a:pt x="20" y="0"/>
                  </a:moveTo>
                  <a:lnTo>
                    <a:pt x="16" y="2"/>
                  </a:lnTo>
                  <a:lnTo>
                    <a:pt x="12" y="5"/>
                  </a:lnTo>
                  <a:lnTo>
                    <a:pt x="9" y="12"/>
                  </a:lnTo>
                  <a:lnTo>
                    <a:pt x="5" y="21"/>
                  </a:lnTo>
                  <a:lnTo>
                    <a:pt x="3" y="31"/>
                  </a:lnTo>
                  <a:lnTo>
                    <a:pt x="1" y="45"/>
                  </a:lnTo>
                  <a:lnTo>
                    <a:pt x="0" y="57"/>
                  </a:lnTo>
                  <a:lnTo>
                    <a:pt x="0" y="73"/>
                  </a:lnTo>
                  <a:lnTo>
                    <a:pt x="1" y="73"/>
                  </a:lnTo>
                  <a:lnTo>
                    <a:pt x="1" y="57"/>
                  </a:lnTo>
                  <a:lnTo>
                    <a:pt x="3" y="43"/>
                  </a:lnTo>
                  <a:lnTo>
                    <a:pt x="5" y="29"/>
                  </a:lnTo>
                  <a:lnTo>
                    <a:pt x="9" y="19"/>
                  </a:lnTo>
                  <a:lnTo>
                    <a:pt x="12" y="12"/>
                  </a:lnTo>
                  <a:lnTo>
                    <a:pt x="16" y="7"/>
                  </a:lnTo>
                  <a:lnTo>
                    <a:pt x="20" y="5"/>
                  </a:lnTo>
                  <a:lnTo>
                    <a:pt x="20" y="0"/>
                  </a:lnTo>
                  <a:close/>
                </a:path>
              </a:pathLst>
            </a:custGeom>
            <a:solidFill>
              <a:srgbClr val="DBDBDB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698" name="Google Shape;698;p1"/>
            <p:cNvSpPr/>
            <p:nvPr/>
          </p:nvSpPr>
          <p:spPr>
            <a:xfrm>
              <a:off x="4103" y="3381"/>
              <a:ext cx="16" cy="40"/>
            </a:xfrm>
            <a:custGeom>
              <a:avLst/>
              <a:gdLst/>
              <a:ahLst/>
              <a:cxnLst/>
              <a:rect l="l" t="t" r="r" b="b"/>
              <a:pathLst>
                <a:path w="19" h="68" extrusionOk="0">
                  <a:moveTo>
                    <a:pt x="19" y="0"/>
                  </a:moveTo>
                  <a:lnTo>
                    <a:pt x="15" y="2"/>
                  </a:lnTo>
                  <a:lnTo>
                    <a:pt x="11" y="7"/>
                  </a:lnTo>
                  <a:lnTo>
                    <a:pt x="8" y="14"/>
                  </a:lnTo>
                  <a:lnTo>
                    <a:pt x="4" y="24"/>
                  </a:lnTo>
                  <a:lnTo>
                    <a:pt x="2" y="38"/>
                  </a:lnTo>
                  <a:lnTo>
                    <a:pt x="0" y="52"/>
                  </a:lnTo>
                  <a:lnTo>
                    <a:pt x="0" y="68"/>
                  </a:lnTo>
                  <a:lnTo>
                    <a:pt x="2" y="68"/>
                  </a:lnTo>
                  <a:lnTo>
                    <a:pt x="2" y="54"/>
                  </a:lnTo>
                  <a:lnTo>
                    <a:pt x="4" y="40"/>
                  </a:lnTo>
                  <a:lnTo>
                    <a:pt x="6" y="28"/>
                  </a:lnTo>
                  <a:lnTo>
                    <a:pt x="8" y="19"/>
                  </a:lnTo>
                  <a:lnTo>
                    <a:pt x="11" y="11"/>
                  </a:lnTo>
                  <a:lnTo>
                    <a:pt x="15" y="7"/>
                  </a:lnTo>
                  <a:lnTo>
                    <a:pt x="19" y="5"/>
                  </a:lnTo>
                  <a:lnTo>
                    <a:pt x="19" y="0"/>
                  </a:lnTo>
                  <a:close/>
                </a:path>
              </a:pathLst>
            </a:custGeom>
            <a:solidFill>
              <a:srgbClr val="DDDDDD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699" name="Google Shape;699;p1"/>
            <p:cNvSpPr/>
            <p:nvPr/>
          </p:nvSpPr>
          <p:spPr>
            <a:xfrm>
              <a:off x="4105" y="3385"/>
              <a:ext cx="14" cy="36"/>
            </a:xfrm>
            <a:custGeom>
              <a:avLst/>
              <a:gdLst/>
              <a:ahLst/>
              <a:cxnLst/>
              <a:rect l="l" t="t" r="r" b="b"/>
              <a:pathLst>
                <a:path w="17" h="63" extrusionOk="0">
                  <a:moveTo>
                    <a:pt x="17" y="0"/>
                  </a:moveTo>
                  <a:lnTo>
                    <a:pt x="13" y="2"/>
                  </a:lnTo>
                  <a:lnTo>
                    <a:pt x="9" y="6"/>
                  </a:lnTo>
                  <a:lnTo>
                    <a:pt x="6" y="14"/>
                  </a:lnTo>
                  <a:lnTo>
                    <a:pt x="4" y="23"/>
                  </a:lnTo>
                  <a:lnTo>
                    <a:pt x="2" y="35"/>
                  </a:lnTo>
                  <a:lnTo>
                    <a:pt x="0" y="49"/>
                  </a:lnTo>
                  <a:lnTo>
                    <a:pt x="0" y="63"/>
                  </a:lnTo>
                  <a:lnTo>
                    <a:pt x="2" y="63"/>
                  </a:lnTo>
                  <a:lnTo>
                    <a:pt x="2" y="49"/>
                  </a:lnTo>
                  <a:lnTo>
                    <a:pt x="2" y="37"/>
                  </a:lnTo>
                  <a:lnTo>
                    <a:pt x="4" y="26"/>
                  </a:lnTo>
                  <a:lnTo>
                    <a:pt x="8" y="18"/>
                  </a:lnTo>
                  <a:lnTo>
                    <a:pt x="9" y="11"/>
                  </a:lnTo>
                  <a:lnTo>
                    <a:pt x="13" y="7"/>
                  </a:lnTo>
                  <a:lnTo>
                    <a:pt x="17" y="6"/>
                  </a:lnTo>
                  <a:lnTo>
                    <a:pt x="17" y="0"/>
                  </a:lnTo>
                  <a:close/>
                </a:path>
              </a:pathLst>
            </a:custGeom>
            <a:solidFill>
              <a:srgbClr val="DEDEDE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700" name="Google Shape;700;p1"/>
            <p:cNvSpPr/>
            <p:nvPr/>
          </p:nvSpPr>
          <p:spPr>
            <a:xfrm>
              <a:off x="4107" y="3387"/>
              <a:ext cx="12" cy="34"/>
            </a:xfrm>
            <a:custGeom>
              <a:avLst/>
              <a:gdLst/>
              <a:ahLst/>
              <a:cxnLst/>
              <a:rect l="l" t="t" r="r" b="b"/>
              <a:pathLst>
                <a:path w="15" h="57" extrusionOk="0">
                  <a:moveTo>
                    <a:pt x="15" y="0"/>
                  </a:moveTo>
                  <a:lnTo>
                    <a:pt x="11" y="1"/>
                  </a:lnTo>
                  <a:lnTo>
                    <a:pt x="7" y="5"/>
                  </a:lnTo>
                  <a:lnTo>
                    <a:pt x="6" y="12"/>
                  </a:lnTo>
                  <a:lnTo>
                    <a:pt x="2" y="20"/>
                  </a:lnTo>
                  <a:lnTo>
                    <a:pt x="0" y="31"/>
                  </a:lnTo>
                  <a:lnTo>
                    <a:pt x="0" y="43"/>
                  </a:lnTo>
                  <a:lnTo>
                    <a:pt x="0" y="57"/>
                  </a:lnTo>
                  <a:lnTo>
                    <a:pt x="0" y="57"/>
                  </a:lnTo>
                  <a:lnTo>
                    <a:pt x="0" y="45"/>
                  </a:lnTo>
                  <a:lnTo>
                    <a:pt x="2" y="34"/>
                  </a:lnTo>
                  <a:lnTo>
                    <a:pt x="4" y="24"/>
                  </a:lnTo>
                  <a:lnTo>
                    <a:pt x="6" y="15"/>
                  </a:lnTo>
                  <a:lnTo>
                    <a:pt x="7" y="10"/>
                  </a:lnTo>
                  <a:lnTo>
                    <a:pt x="11" y="5"/>
                  </a:lnTo>
                  <a:lnTo>
                    <a:pt x="15" y="5"/>
                  </a:lnTo>
                  <a:lnTo>
                    <a:pt x="15" y="0"/>
                  </a:lnTo>
                  <a:close/>
                </a:path>
              </a:pathLst>
            </a:custGeom>
            <a:solidFill>
              <a:srgbClr val="DFDFDF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701" name="Google Shape;701;p1"/>
            <p:cNvSpPr/>
            <p:nvPr/>
          </p:nvSpPr>
          <p:spPr>
            <a:xfrm>
              <a:off x="4107" y="3390"/>
              <a:ext cx="12" cy="31"/>
            </a:xfrm>
            <a:custGeom>
              <a:avLst/>
              <a:gdLst/>
              <a:ahLst/>
              <a:cxnLst/>
              <a:rect l="l" t="t" r="r" b="b"/>
              <a:pathLst>
                <a:path w="15" h="52" extrusionOk="0">
                  <a:moveTo>
                    <a:pt x="15" y="0"/>
                  </a:moveTo>
                  <a:lnTo>
                    <a:pt x="11" y="0"/>
                  </a:lnTo>
                  <a:lnTo>
                    <a:pt x="7" y="5"/>
                  </a:lnTo>
                  <a:lnTo>
                    <a:pt x="6" y="10"/>
                  </a:lnTo>
                  <a:lnTo>
                    <a:pt x="4" y="19"/>
                  </a:lnTo>
                  <a:lnTo>
                    <a:pt x="2" y="29"/>
                  </a:lnTo>
                  <a:lnTo>
                    <a:pt x="0" y="40"/>
                  </a:lnTo>
                  <a:lnTo>
                    <a:pt x="0" y="52"/>
                  </a:lnTo>
                  <a:lnTo>
                    <a:pt x="2" y="52"/>
                  </a:lnTo>
                  <a:lnTo>
                    <a:pt x="2" y="40"/>
                  </a:lnTo>
                  <a:lnTo>
                    <a:pt x="4" y="27"/>
                  </a:lnTo>
                  <a:lnTo>
                    <a:pt x="6" y="19"/>
                  </a:lnTo>
                  <a:lnTo>
                    <a:pt x="7" y="10"/>
                  </a:lnTo>
                  <a:lnTo>
                    <a:pt x="11" y="7"/>
                  </a:lnTo>
                  <a:lnTo>
                    <a:pt x="15" y="5"/>
                  </a:lnTo>
                  <a:lnTo>
                    <a:pt x="15" y="0"/>
                  </a:lnTo>
                  <a:close/>
                </a:path>
              </a:pathLst>
            </a:custGeom>
            <a:solidFill>
              <a:srgbClr val="E1E1E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702" name="Google Shape;702;p1"/>
            <p:cNvSpPr/>
            <p:nvPr/>
          </p:nvSpPr>
          <p:spPr>
            <a:xfrm>
              <a:off x="4107" y="3393"/>
              <a:ext cx="12" cy="28"/>
            </a:xfrm>
            <a:custGeom>
              <a:avLst/>
              <a:gdLst/>
              <a:ahLst/>
              <a:cxnLst/>
              <a:rect l="l" t="t" r="r" b="b"/>
              <a:pathLst>
                <a:path w="13" h="47" extrusionOk="0">
                  <a:moveTo>
                    <a:pt x="13" y="0"/>
                  </a:moveTo>
                  <a:lnTo>
                    <a:pt x="9" y="2"/>
                  </a:lnTo>
                  <a:lnTo>
                    <a:pt x="5" y="5"/>
                  </a:lnTo>
                  <a:lnTo>
                    <a:pt x="4" y="14"/>
                  </a:lnTo>
                  <a:lnTo>
                    <a:pt x="2" y="22"/>
                  </a:lnTo>
                  <a:lnTo>
                    <a:pt x="0" y="35"/>
                  </a:lnTo>
                  <a:lnTo>
                    <a:pt x="0" y="47"/>
                  </a:lnTo>
                  <a:lnTo>
                    <a:pt x="2" y="47"/>
                  </a:lnTo>
                  <a:lnTo>
                    <a:pt x="2" y="35"/>
                  </a:lnTo>
                  <a:lnTo>
                    <a:pt x="4" y="26"/>
                  </a:lnTo>
                  <a:lnTo>
                    <a:pt x="5" y="17"/>
                  </a:lnTo>
                  <a:lnTo>
                    <a:pt x="7" y="10"/>
                  </a:lnTo>
                  <a:lnTo>
                    <a:pt x="9" y="7"/>
                  </a:lnTo>
                  <a:lnTo>
                    <a:pt x="13" y="5"/>
                  </a:lnTo>
                  <a:lnTo>
                    <a:pt x="13" y="0"/>
                  </a:lnTo>
                  <a:close/>
                </a:path>
              </a:pathLst>
            </a:custGeom>
            <a:solidFill>
              <a:srgbClr val="E2E2E2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703" name="Google Shape;703;p1"/>
            <p:cNvSpPr/>
            <p:nvPr/>
          </p:nvSpPr>
          <p:spPr>
            <a:xfrm>
              <a:off x="4109" y="3396"/>
              <a:ext cx="10" cy="25"/>
            </a:xfrm>
            <a:custGeom>
              <a:avLst/>
              <a:gdLst/>
              <a:ahLst/>
              <a:cxnLst/>
              <a:rect l="l" t="t" r="r" b="b"/>
              <a:pathLst>
                <a:path w="11" h="42" extrusionOk="0">
                  <a:moveTo>
                    <a:pt x="11" y="0"/>
                  </a:moveTo>
                  <a:lnTo>
                    <a:pt x="7" y="2"/>
                  </a:lnTo>
                  <a:lnTo>
                    <a:pt x="5" y="5"/>
                  </a:lnTo>
                  <a:lnTo>
                    <a:pt x="3" y="12"/>
                  </a:lnTo>
                  <a:lnTo>
                    <a:pt x="2" y="21"/>
                  </a:lnTo>
                  <a:lnTo>
                    <a:pt x="0" y="30"/>
                  </a:lnTo>
                  <a:lnTo>
                    <a:pt x="0" y="42"/>
                  </a:lnTo>
                  <a:lnTo>
                    <a:pt x="0" y="42"/>
                  </a:lnTo>
                  <a:lnTo>
                    <a:pt x="2" y="31"/>
                  </a:lnTo>
                  <a:lnTo>
                    <a:pt x="2" y="23"/>
                  </a:lnTo>
                  <a:lnTo>
                    <a:pt x="3" y="16"/>
                  </a:lnTo>
                  <a:lnTo>
                    <a:pt x="5" y="11"/>
                  </a:lnTo>
                  <a:lnTo>
                    <a:pt x="7" y="5"/>
                  </a:lnTo>
                  <a:lnTo>
                    <a:pt x="11" y="5"/>
                  </a:lnTo>
                  <a:lnTo>
                    <a:pt x="11" y="0"/>
                  </a:lnTo>
                  <a:close/>
                </a:path>
              </a:pathLst>
            </a:custGeom>
            <a:solidFill>
              <a:srgbClr val="E3E3E3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704" name="Google Shape;704;p1"/>
            <p:cNvSpPr/>
            <p:nvPr/>
          </p:nvSpPr>
          <p:spPr>
            <a:xfrm>
              <a:off x="4109" y="3400"/>
              <a:ext cx="10" cy="21"/>
            </a:xfrm>
            <a:custGeom>
              <a:avLst/>
              <a:gdLst/>
              <a:ahLst/>
              <a:cxnLst/>
              <a:rect l="l" t="t" r="r" b="b"/>
              <a:pathLst>
                <a:path w="11" h="37" extrusionOk="0">
                  <a:moveTo>
                    <a:pt x="11" y="0"/>
                  </a:moveTo>
                  <a:lnTo>
                    <a:pt x="7" y="0"/>
                  </a:lnTo>
                  <a:lnTo>
                    <a:pt x="5" y="6"/>
                  </a:lnTo>
                  <a:lnTo>
                    <a:pt x="3" y="11"/>
                  </a:lnTo>
                  <a:lnTo>
                    <a:pt x="2" y="18"/>
                  </a:lnTo>
                  <a:lnTo>
                    <a:pt x="2" y="26"/>
                  </a:lnTo>
                  <a:lnTo>
                    <a:pt x="0" y="37"/>
                  </a:lnTo>
                  <a:lnTo>
                    <a:pt x="2" y="37"/>
                  </a:lnTo>
                  <a:lnTo>
                    <a:pt x="2" y="26"/>
                  </a:lnTo>
                  <a:lnTo>
                    <a:pt x="3" y="18"/>
                  </a:lnTo>
                  <a:lnTo>
                    <a:pt x="5" y="11"/>
                  </a:lnTo>
                  <a:lnTo>
                    <a:pt x="7" y="7"/>
                  </a:lnTo>
                  <a:lnTo>
                    <a:pt x="11" y="6"/>
                  </a:lnTo>
                  <a:lnTo>
                    <a:pt x="11" y="0"/>
                  </a:lnTo>
                  <a:close/>
                </a:path>
              </a:pathLst>
            </a:custGeom>
            <a:solidFill>
              <a:srgbClr val="E4E4E4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705" name="Google Shape;705;p1"/>
            <p:cNvSpPr/>
            <p:nvPr/>
          </p:nvSpPr>
          <p:spPr>
            <a:xfrm>
              <a:off x="4110" y="3402"/>
              <a:ext cx="9" cy="19"/>
            </a:xfrm>
            <a:custGeom>
              <a:avLst/>
              <a:gdLst/>
              <a:ahLst/>
              <a:cxnLst/>
              <a:rect l="l" t="t" r="r" b="b"/>
              <a:pathLst>
                <a:path w="9" h="31" extrusionOk="0">
                  <a:moveTo>
                    <a:pt x="9" y="0"/>
                  </a:moveTo>
                  <a:lnTo>
                    <a:pt x="5" y="1"/>
                  </a:lnTo>
                  <a:lnTo>
                    <a:pt x="3" y="5"/>
                  </a:lnTo>
                  <a:lnTo>
                    <a:pt x="1" y="12"/>
                  </a:lnTo>
                  <a:lnTo>
                    <a:pt x="0" y="20"/>
                  </a:lnTo>
                  <a:lnTo>
                    <a:pt x="0" y="31"/>
                  </a:lnTo>
                  <a:lnTo>
                    <a:pt x="1" y="31"/>
                  </a:lnTo>
                  <a:lnTo>
                    <a:pt x="1" y="22"/>
                  </a:lnTo>
                  <a:lnTo>
                    <a:pt x="3" y="15"/>
                  </a:lnTo>
                  <a:lnTo>
                    <a:pt x="5" y="10"/>
                  </a:lnTo>
                  <a:lnTo>
                    <a:pt x="7" y="5"/>
                  </a:lnTo>
                  <a:lnTo>
                    <a:pt x="9" y="5"/>
                  </a:lnTo>
                  <a:lnTo>
                    <a:pt x="9" y="0"/>
                  </a:lnTo>
                  <a:close/>
                </a:path>
              </a:pathLst>
            </a:custGeom>
            <a:solidFill>
              <a:srgbClr val="E5E5E5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706" name="Google Shape;706;p1"/>
            <p:cNvSpPr/>
            <p:nvPr/>
          </p:nvSpPr>
          <p:spPr>
            <a:xfrm>
              <a:off x="4112" y="3406"/>
              <a:ext cx="7" cy="15"/>
            </a:xfrm>
            <a:custGeom>
              <a:avLst/>
              <a:gdLst/>
              <a:ahLst/>
              <a:cxnLst/>
              <a:rect l="l" t="t" r="r" b="b"/>
              <a:pathLst>
                <a:path w="8" h="26" extrusionOk="0">
                  <a:moveTo>
                    <a:pt x="8" y="0"/>
                  </a:moveTo>
                  <a:lnTo>
                    <a:pt x="6" y="0"/>
                  </a:lnTo>
                  <a:lnTo>
                    <a:pt x="4" y="5"/>
                  </a:lnTo>
                  <a:lnTo>
                    <a:pt x="2" y="10"/>
                  </a:lnTo>
                  <a:lnTo>
                    <a:pt x="0" y="17"/>
                  </a:lnTo>
                  <a:lnTo>
                    <a:pt x="0" y="26"/>
                  </a:lnTo>
                  <a:lnTo>
                    <a:pt x="2" y="26"/>
                  </a:lnTo>
                  <a:lnTo>
                    <a:pt x="2" y="17"/>
                  </a:lnTo>
                  <a:lnTo>
                    <a:pt x="4" y="10"/>
                  </a:lnTo>
                  <a:lnTo>
                    <a:pt x="6" y="7"/>
                  </a:lnTo>
                  <a:lnTo>
                    <a:pt x="8" y="5"/>
                  </a:lnTo>
                  <a:lnTo>
                    <a:pt x="8" y="0"/>
                  </a:lnTo>
                  <a:close/>
                </a:path>
              </a:pathLst>
            </a:custGeom>
            <a:solidFill>
              <a:srgbClr val="E6E6E6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707" name="Google Shape;707;p1"/>
            <p:cNvSpPr/>
            <p:nvPr/>
          </p:nvSpPr>
          <p:spPr>
            <a:xfrm>
              <a:off x="4114" y="3408"/>
              <a:ext cx="5" cy="13"/>
            </a:xfrm>
            <a:custGeom>
              <a:avLst/>
              <a:gdLst/>
              <a:ahLst/>
              <a:cxnLst/>
              <a:rect l="l" t="t" r="r" b="b"/>
              <a:pathLst>
                <a:path w="6" h="21" extrusionOk="0">
                  <a:moveTo>
                    <a:pt x="6" y="0"/>
                  </a:moveTo>
                  <a:lnTo>
                    <a:pt x="4" y="2"/>
                  </a:lnTo>
                  <a:lnTo>
                    <a:pt x="2" y="5"/>
                  </a:lnTo>
                  <a:lnTo>
                    <a:pt x="0" y="12"/>
                  </a:lnTo>
                  <a:lnTo>
                    <a:pt x="0" y="21"/>
                  </a:lnTo>
                  <a:lnTo>
                    <a:pt x="0" y="21"/>
                  </a:lnTo>
                  <a:lnTo>
                    <a:pt x="2" y="14"/>
                  </a:lnTo>
                  <a:lnTo>
                    <a:pt x="2" y="9"/>
                  </a:lnTo>
                  <a:lnTo>
                    <a:pt x="4" y="5"/>
                  </a:lnTo>
                  <a:lnTo>
                    <a:pt x="6" y="5"/>
                  </a:lnTo>
                  <a:lnTo>
                    <a:pt x="6" y="0"/>
                  </a:lnTo>
                  <a:close/>
                </a:path>
              </a:pathLst>
            </a:custGeom>
            <a:solidFill>
              <a:srgbClr val="E6E6E6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708" name="Google Shape;708;p1"/>
            <p:cNvSpPr/>
            <p:nvPr/>
          </p:nvSpPr>
          <p:spPr>
            <a:xfrm>
              <a:off x="4114" y="3412"/>
              <a:ext cx="5" cy="9"/>
            </a:xfrm>
            <a:custGeom>
              <a:avLst/>
              <a:gdLst/>
              <a:ahLst/>
              <a:cxnLst/>
              <a:rect l="l" t="t" r="r" b="b"/>
              <a:pathLst>
                <a:path w="6" h="16" extrusionOk="0">
                  <a:moveTo>
                    <a:pt x="6" y="0"/>
                  </a:moveTo>
                  <a:lnTo>
                    <a:pt x="4" y="0"/>
                  </a:lnTo>
                  <a:lnTo>
                    <a:pt x="2" y="4"/>
                  </a:lnTo>
                  <a:lnTo>
                    <a:pt x="2" y="9"/>
                  </a:lnTo>
                  <a:lnTo>
                    <a:pt x="0" y="16"/>
                  </a:lnTo>
                  <a:lnTo>
                    <a:pt x="2" y="16"/>
                  </a:lnTo>
                  <a:lnTo>
                    <a:pt x="2" y="11"/>
                  </a:lnTo>
                  <a:lnTo>
                    <a:pt x="4" y="5"/>
                  </a:lnTo>
                  <a:lnTo>
                    <a:pt x="6" y="5"/>
                  </a:lnTo>
                  <a:lnTo>
                    <a:pt x="6" y="0"/>
                  </a:lnTo>
                  <a:close/>
                </a:path>
              </a:pathLst>
            </a:custGeom>
            <a:solidFill>
              <a:srgbClr val="E6E6E6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709" name="Google Shape;709;p1"/>
            <p:cNvSpPr/>
            <p:nvPr/>
          </p:nvSpPr>
          <p:spPr>
            <a:xfrm>
              <a:off x="4116" y="3416"/>
              <a:ext cx="3" cy="5"/>
            </a:xfrm>
            <a:custGeom>
              <a:avLst/>
              <a:gdLst/>
              <a:ahLst/>
              <a:cxnLst/>
              <a:rect l="l" t="t" r="r" b="b"/>
              <a:pathLst>
                <a:path w="4" h="11" extrusionOk="0">
                  <a:moveTo>
                    <a:pt x="4" y="0"/>
                  </a:moveTo>
                  <a:lnTo>
                    <a:pt x="2" y="0"/>
                  </a:lnTo>
                  <a:lnTo>
                    <a:pt x="0" y="6"/>
                  </a:lnTo>
                  <a:lnTo>
                    <a:pt x="0" y="11"/>
                  </a:lnTo>
                  <a:lnTo>
                    <a:pt x="2" y="11"/>
                  </a:lnTo>
                  <a:lnTo>
                    <a:pt x="2" y="7"/>
                  </a:lnTo>
                  <a:lnTo>
                    <a:pt x="4" y="6"/>
                  </a:lnTo>
                  <a:lnTo>
                    <a:pt x="4" y="0"/>
                  </a:lnTo>
                  <a:close/>
                </a:path>
              </a:pathLst>
            </a:custGeom>
            <a:solidFill>
              <a:srgbClr val="E6E6E6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710" name="Google Shape;710;p1"/>
            <p:cNvSpPr/>
            <p:nvPr/>
          </p:nvSpPr>
          <p:spPr>
            <a:xfrm>
              <a:off x="4117" y="3418"/>
              <a:ext cx="2" cy="3"/>
            </a:xfrm>
            <a:custGeom>
              <a:avLst/>
              <a:gdLst/>
              <a:ahLst/>
              <a:cxnLst/>
              <a:rect l="l" t="t" r="r" b="b"/>
              <a:pathLst>
                <a:path w="2" h="5" extrusionOk="0">
                  <a:moveTo>
                    <a:pt x="2" y="0"/>
                  </a:moveTo>
                  <a:lnTo>
                    <a:pt x="0" y="1"/>
                  </a:lnTo>
                  <a:lnTo>
                    <a:pt x="0" y="5"/>
                  </a:lnTo>
                  <a:lnTo>
                    <a:pt x="2" y="5"/>
                  </a:lnTo>
                  <a:lnTo>
                    <a:pt x="2" y="5"/>
                  </a:lnTo>
                  <a:lnTo>
                    <a:pt x="2" y="0"/>
                  </a:lnTo>
                  <a:close/>
                </a:path>
              </a:pathLst>
            </a:custGeom>
            <a:solidFill>
              <a:srgbClr val="E6E6E6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711" name="Google Shape;711;p1"/>
            <p:cNvSpPr/>
            <p:nvPr/>
          </p:nvSpPr>
          <p:spPr>
            <a:xfrm>
              <a:off x="4070" y="3294"/>
              <a:ext cx="49" cy="127"/>
            </a:xfrm>
            <a:custGeom>
              <a:avLst/>
              <a:gdLst/>
              <a:ahLst/>
              <a:cxnLst/>
              <a:rect l="l" t="t" r="r" b="b"/>
              <a:pathLst>
                <a:path w="56" h="214" extrusionOk="0">
                  <a:moveTo>
                    <a:pt x="27" y="214"/>
                  </a:moveTo>
                  <a:lnTo>
                    <a:pt x="34" y="210"/>
                  </a:lnTo>
                  <a:lnTo>
                    <a:pt x="41" y="202"/>
                  </a:lnTo>
                  <a:lnTo>
                    <a:pt x="47" y="186"/>
                  </a:lnTo>
                  <a:lnTo>
                    <a:pt x="50" y="167"/>
                  </a:lnTo>
                  <a:lnTo>
                    <a:pt x="54" y="144"/>
                  </a:lnTo>
                  <a:lnTo>
                    <a:pt x="56" y="120"/>
                  </a:lnTo>
                  <a:lnTo>
                    <a:pt x="56" y="94"/>
                  </a:lnTo>
                  <a:lnTo>
                    <a:pt x="54" y="70"/>
                  </a:lnTo>
                  <a:lnTo>
                    <a:pt x="50" y="45"/>
                  </a:lnTo>
                  <a:lnTo>
                    <a:pt x="47" y="26"/>
                  </a:lnTo>
                  <a:lnTo>
                    <a:pt x="41" y="13"/>
                  </a:lnTo>
                  <a:lnTo>
                    <a:pt x="34" y="4"/>
                  </a:lnTo>
                  <a:lnTo>
                    <a:pt x="27" y="0"/>
                  </a:lnTo>
                  <a:lnTo>
                    <a:pt x="21" y="4"/>
                  </a:lnTo>
                  <a:lnTo>
                    <a:pt x="14" y="13"/>
                  </a:lnTo>
                  <a:lnTo>
                    <a:pt x="9" y="26"/>
                  </a:lnTo>
                  <a:lnTo>
                    <a:pt x="5" y="45"/>
                  </a:lnTo>
                  <a:lnTo>
                    <a:pt x="1" y="70"/>
                  </a:lnTo>
                  <a:lnTo>
                    <a:pt x="0" y="94"/>
                  </a:lnTo>
                  <a:lnTo>
                    <a:pt x="0" y="120"/>
                  </a:lnTo>
                  <a:lnTo>
                    <a:pt x="1" y="144"/>
                  </a:lnTo>
                  <a:lnTo>
                    <a:pt x="5" y="167"/>
                  </a:lnTo>
                  <a:lnTo>
                    <a:pt x="9" y="186"/>
                  </a:lnTo>
                  <a:lnTo>
                    <a:pt x="14" y="202"/>
                  </a:lnTo>
                  <a:lnTo>
                    <a:pt x="21" y="210"/>
                  </a:lnTo>
                  <a:lnTo>
                    <a:pt x="27" y="214"/>
                  </a:lnTo>
                  <a:close/>
                </a:path>
              </a:pathLst>
            </a:custGeom>
            <a:solidFill>
              <a:srgbClr val="000000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712" name="Google Shape;712;p1"/>
            <p:cNvSpPr/>
            <p:nvPr/>
          </p:nvSpPr>
          <p:spPr>
            <a:xfrm>
              <a:off x="4070" y="3294"/>
              <a:ext cx="49" cy="127"/>
            </a:xfrm>
            <a:custGeom>
              <a:avLst/>
              <a:gdLst/>
              <a:ahLst/>
              <a:cxnLst/>
              <a:rect l="l" t="t" r="r" b="b"/>
              <a:pathLst>
                <a:path w="56" h="214" extrusionOk="0">
                  <a:moveTo>
                    <a:pt x="56" y="0"/>
                  </a:moveTo>
                  <a:lnTo>
                    <a:pt x="48" y="2"/>
                  </a:lnTo>
                  <a:lnTo>
                    <a:pt x="41" y="7"/>
                  </a:lnTo>
                  <a:lnTo>
                    <a:pt x="36" y="14"/>
                  </a:lnTo>
                  <a:lnTo>
                    <a:pt x="28" y="25"/>
                  </a:lnTo>
                  <a:lnTo>
                    <a:pt x="23" y="39"/>
                  </a:lnTo>
                  <a:lnTo>
                    <a:pt x="18" y="54"/>
                  </a:lnTo>
                  <a:lnTo>
                    <a:pt x="14" y="72"/>
                  </a:lnTo>
                  <a:lnTo>
                    <a:pt x="9" y="92"/>
                  </a:lnTo>
                  <a:lnTo>
                    <a:pt x="7" y="115"/>
                  </a:lnTo>
                  <a:lnTo>
                    <a:pt x="3" y="137"/>
                  </a:lnTo>
                  <a:lnTo>
                    <a:pt x="1" y="162"/>
                  </a:lnTo>
                  <a:lnTo>
                    <a:pt x="0" y="188"/>
                  </a:lnTo>
                  <a:lnTo>
                    <a:pt x="0" y="214"/>
                  </a:lnTo>
                  <a:lnTo>
                    <a:pt x="0" y="0"/>
                  </a:lnTo>
                  <a:lnTo>
                    <a:pt x="56" y="0"/>
                  </a:lnTo>
                  <a:close/>
                </a:path>
              </a:pathLst>
            </a:custGeom>
            <a:solidFill>
              <a:srgbClr val="9A9A9A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713" name="Google Shape;713;p1"/>
            <p:cNvSpPr/>
            <p:nvPr/>
          </p:nvSpPr>
          <p:spPr>
            <a:xfrm>
              <a:off x="4070" y="3294"/>
              <a:ext cx="49" cy="127"/>
            </a:xfrm>
            <a:custGeom>
              <a:avLst/>
              <a:gdLst/>
              <a:ahLst/>
              <a:cxnLst/>
              <a:rect l="l" t="t" r="r" b="b"/>
              <a:pathLst>
                <a:path w="56" h="214" extrusionOk="0">
                  <a:moveTo>
                    <a:pt x="56" y="0"/>
                  </a:moveTo>
                  <a:lnTo>
                    <a:pt x="48" y="2"/>
                  </a:lnTo>
                  <a:lnTo>
                    <a:pt x="41" y="7"/>
                  </a:lnTo>
                  <a:lnTo>
                    <a:pt x="36" y="14"/>
                  </a:lnTo>
                  <a:lnTo>
                    <a:pt x="28" y="25"/>
                  </a:lnTo>
                  <a:lnTo>
                    <a:pt x="23" y="39"/>
                  </a:lnTo>
                  <a:lnTo>
                    <a:pt x="18" y="54"/>
                  </a:lnTo>
                  <a:lnTo>
                    <a:pt x="14" y="72"/>
                  </a:lnTo>
                  <a:lnTo>
                    <a:pt x="9" y="92"/>
                  </a:lnTo>
                  <a:lnTo>
                    <a:pt x="7" y="115"/>
                  </a:lnTo>
                  <a:lnTo>
                    <a:pt x="3" y="137"/>
                  </a:lnTo>
                  <a:lnTo>
                    <a:pt x="1" y="162"/>
                  </a:lnTo>
                  <a:lnTo>
                    <a:pt x="0" y="188"/>
                  </a:lnTo>
                  <a:lnTo>
                    <a:pt x="0" y="214"/>
                  </a:lnTo>
                  <a:lnTo>
                    <a:pt x="1" y="214"/>
                  </a:lnTo>
                  <a:lnTo>
                    <a:pt x="1" y="188"/>
                  </a:lnTo>
                  <a:lnTo>
                    <a:pt x="3" y="163"/>
                  </a:lnTo>
                  <a:lnTo>
                    <a:pt x="5" y="139"/>
                  </a:lnTo>
                  <a:lnTo>
                    <a:pt x="7" y="117"/>
                  </a:lnTo>
                  <a:lnTo>
                    <a:pt x="10" y="96"/>
                  </a:lnTo>
                  <a:lnTo>
                    <a:pt x="14" y="75"/>
                  </a:lnTo>
                  <a:lnTo>
                    <a:pt x="19" y="58"/>
                  </a:lnTo>
                  <a:lnTo>
                    <a:pt x="25" y="42"/>
                  </a:lnTo>
                  <a:lnTo>
                    <a:pt x="30" y="30"/>
                  </a:lnTo>
                  <a:lnTo>
                    <a:pt x="36" y="19"/>
                  </a:lnTo>
                  <a:lnTo>
                    <a:pt x="43" y="11"/>
                  </a:lnTo>
                  <a:lnTo>
                    <a:pt x="48" y="7"/>
                  </a:lnTo>
                  <a:lnTo>
                    <a:pt x="56" y="6"/>
                  </a:lnTo>
                  <a:lnTo>
                    <a:pt x="56" y="0"/>
                  </a:lnTo>
                  <a:close/>
                </a:path>
              </a:pathLst>
            </a:custGeom>
            <a:solidFill>
              <a:srgbClr val="9A9A9A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714" name="Google Shape;714;p1"/>
            <p:cNvSpPr/>
            <p:nvPr/>
          </p:nvSpPr>
          <p:spPr>
            <a:xfrm>
              <a:off x="4072" y="3298"/>
              <a:ext cx="47" cy="123"/>
            </a:xfrm>
            <a:custGeom>
              <a:avLst/>
              <a:gdLst/>
              <a:ahLst/>
              <a:cxnLst/>
              <a:rect l="l" t="t" r="r" b="b"/>
              <a:pathLst>
                <a:path w="55" h="208" extrusionOk="0">
                  <a:moveTo>
                    <a:pt x="55" y="0"/>
                  </a:moveTo>
                  <a:lnTo>
                    <a:pt x="47" y="1"/>
                  </a:lnTo>
                  <a:lnTo>
                    <a:pt x="42" y="5"/>
                  </a:lnTo>
                  <a:lnTo>
                    <a:pt x="35" y="13"/>
                  </a:lnTo>
                  <a:lnTo>
                    <a:pt x="29" y="24"/>
                  </a:lnTo>
                  <a:lnTo>
                    <a:pt x="24" y="36"/>
                  </a:lnTo>
                  <a:lnTo>
                    <a:pt x="18" y="52"/>
                  </a:lnTo>
                  <a:lnTo>
                    <a:pt x="13" y="69"/>
                  </a:lnTo>
                  <a:lnTo>
                    <a:pt x="9" y="90"/>
                  </a:lnTo>
                  <a:lnTo>
                    <a:pt x="6" y="111"/>
                  </a:lnTo>
                  <a:lnTo>
                    <a:pt x="4" y="133"/>
                  </a:lnTo>
                  <a:lnTo>
                    <a:pt x="2" y="157"/>
                  </a:lnTo>
                  <a:lnTo>
                    <a:pt x="0" y="182"/>
                  </a:lnTo>
                  <a:lnTo>
                    <a:pt x="0" y="208"/>
                  </a:lnTo>
                  <a:lnTo>
                    <a:pt x="2" y="208"/>
                  </a:lnTo>
                  <a:lnTo>
                    <a:pt x="2" y="180"/>
                  </a:lnTo>
                  <a:lnTo>
                    <a:pt x="4" y="154"/>
                  </a:lnTo>
                  <a:lnTo>
                    <a:pt x="6" y="130"/>
                  </a:lnTo>
                  <a:lnTo>
                    <a:pt x="8" y="105"/>
                  </a:lnTo>
                  <a:lnTo>
                    <a:pt x="13" y="85"/>
                  </a:lnTo>
                  <a:lnTo>
                    <a:pt x="17" y="64"/>
                  </a:lnTo>
                  <a:lnTo>
                    <a:pt x="22" y="46"/>
                  </a:lnTo>
                  <a:lnTo>
                    <a:pt x="27" y="33"/>
                  </a:lnTo>
                  <a:lnTo>
                    <a:pt x="35" y="20"/>
                  </a:lnTo>
                  <a:lnTo>
                    <a:pt x="40" y="12"/>
                  </a:lnTo>
                  <a:lnTo>
                    <a:pt x="47" y="7"/>
                  </a:lnTo>
                  <a:lnTo>
                    <a:pt x="55" y="5"/>
                  </a:lnTo>
                  <a:lnTo>
                    <a:pt x="55" y="0"/>
                  </a:lnTo>
                  <a:close/>
                </a:path>
              </a:pathLst>
            </a:custGeom>
            <a:solidFill>
              <a:srgbClr val="9B9B9B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715" name="Google Shape;715;p1"/>
            <p:cNvSpPr/>
            <p:nvPr/>
          </p:nvSpPr>
          <p:spPr>
            <a:xfrm>
              <a:off x="4074" y="3300"/>
              <a:ext cx="45" cy="121"/>
            </a:xfrm>
            <a:custGeom>
              <a:avLst/>
              <a:gdLst/>
              <a:ahLst/>
              <a:cxnLst/>
              <a:rect l="l" t="t" r="r" b="b"/>
              <a:pathLst>
                <a:path w="53" h="203" extrusionOk="0">
                  <a:moveTo>
                    <a:pt x="53" y="0"/>
                  </a:moveTo>
                  <a:lnTo>
                    <a:pt x="45" y="2"/>
                  </a:lnTo>
                  <a:lnTo>
                    <a:pt x="38" y="7"/>
                  </a:lnTo>
                  <a:lnTo>
                    <a:pt x="33" y="15"/>
                  </a:lnTo>
                  <a:lnTo>
                    <a:pt x="25" y="28"/>
                  </a:lnTo>
                  <a:lnTo>
                    <a:pt x="20" y="41"/>
                  </a:lnTo>
                  <a:lnTo>
                    <a:pt x="15" y="59"/>
                  </a:lnTo>
                  <a:lnTo>
                    <a:pt x="11" y="80"/>
                  </a:lnTo>
                  <a:lnTo>
                    <a:pt x="6" y="100"/>
                  </a:lnTo>
                  <a:lnTo>
                    <a:pt x="4" y="125"/>
                  </a:lnTo>
                  <a:lnTo>
                    <a:pt x="2" y="149"/>
                  </a:lnTo>
                  <a:lnTo>
                    <a:pt x="0" y="175"/>
                  </a:lnTo>
                  <a:lnTo>
                    <a:pt x="0" y="203"/>
                  </a:lnTo>
                  <a:lnTo>
                    <a:pt x="0" y="203"/>
                  </a:lnTo>
                  <a:lnTo>
                    <a:pt x="2" y="177"/>
                  </a:lnTo>
                  <a:lnTo>
                    <a:pt x="2" y="151"/>
                  </a:lnTo>
                  <a:lnTo>
                    <a:pt x="4" y="126"/>
                  </a:lnTo>
                  <a:lnTo>
                    <a:pt x="7" y="104"/>
                  </a:lnTo>
                  <a:lnTo>
                    <a:pt x="11" y="81"/>
                  </a:lnTo>
                  <a:lnTo>
                    <a:pt x="16" y="62"/>
                  </a:lnTo>
                  <a:lnTo>
                    <a:pt x="20" y="45"/>
                  </a:lnTo>
                  <a:lnTo>
                    <a:pt x="27" y="31"/>
                  </a:lnTo>
                  <a:lnTo>
                    <a:pt x="33" y="21"/>
                  </a:lnTo>
                  <a:lnTo>
                    <a:pt x="38" y="12"/>
                  </a:lnTo>
                  <a:lnTo>
                    <a:pt x="45" y="7"/>
                  </a:lnTo>
                  <a:lnTo>
                    <a:pt x="53" y="5"/>
                  </a:lnTo>
                  <a:lnTo>
                    <a:pt x="53" y="0"/>
                  </a:lnTo>
                  <a:close/>
                </a:path>
              </a:pathLst>
            </a:custGeom>
            <a:solidFill>
              <a:srgbClr val="9D9D9D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716" name="Google Shape;716;p1"/>
            <p:cNvSpPr/>
            <p:nvPr/>
          </p:nvSpPr>
          <p:spPr>
            <a:xfrm>
              <a:off x="4074" y="3304"/>
              <a:ext cx="45" cy="117"/>
            </a:xfrm>
            <a:custGeom>
              <a:avLst/>
              <a:gdLst/>
              <a:ahLst/>
              <a:cxnLst/>
              <a:rect l="l" t="t" r="r" b="b"/>
              <a:pathLst>
                <a:path w="53" h="198" extrusionOk="0">
                  <a:moveTo>
                    <a:pt x="53" y="0"/>
                  </a:moveTo>
                  <a:lnTo>
                    <a:pt x="45" y="2"/>
                  </a:lnTo>
                  <a:lnTo>
                    <a:pt x="38" y="7"/>
                  </a:lnTo>
                  <a:lnTo>
                    <a:pt x="33" y="16"/>
                  </a:lnTo>
                  <a:lnTo>
                    <a:pt x="27" y="26"/>
                  </a:lnTo>
                  <a:lnTo>
                    <a:pt x="20" y="40"/>
                  </a:lnTo>
                  <a:lnTo>
                    <a:pt x="16" y="57"/>
                  </a:lnTo>
                  <a:lnTo>
                    <a:pt x="11" y="76"/>
                  </a:lnTo>
                  <a:lnTo>
                    <a:pt x="7" y="99"/>
                  </a:lnTo>
                  <a:lnTo>
                    <a:pt x="4" y="121"/>
                  </a:lnTo>
                  <a:lnTo>
                    <a:pt x="2" y="146"/>
                  </a:lnTo>
                  <a:lnTo>
                    <a:pt x="2" y="172"/>
                  </a:lnTo>
                  <a:lnTo>
                    <a:pt x="0" y="198"/>
                  </a:lnTo>
                  <a:lnTo>
                    <a:pt x="2" y="198"/>
                  </a:lnTo>
                  <a:lnTo>
                    <a:pt x="2" y="172"/>
                  </a:lnTo>
                  <a:lnTo>
                    <a:pt x="4" y="147"/>
                  </a:lnTo>
                  <a:lnTo>
                    <a:pt x="6" y="123"/>
                  </a:lnTo>
                  <a:lnTo>
                    <a:pt x="9" y="101"/>
                  </a:lnTo>
                  <a:lnTo>
                    <a:pt x="13" y="80"/>
                  </a:lnTo>
                  <a:lnTo>
                    <a:pt x="16" y="61"/>
                  </a:lnTo>
                  <a:lnTo>
                    <a:pt x="22" y="45"/>
                  </a:lnTo>
                  <a:lnTo>
                    <a:pt x="27" y="31"/>
                  </a:lnTo>
                  <a:lnTo>
                    <a:pt x="33" y="19"/>
                  </a:lnTo>
                  <a:lnTo>
                    <a:pt x="40" y="12"/>
                  </a:lnTo>
                  <a:lnTo>
                    <a:pt x="45" y="7"/>
                  </a:lnTo>
                  <a:lnTo>
                    <a:pt x="53" y="5"/>
                  </a:lnTo>
                  <a:lnTo>
                    <a:pt x="53" y="0"/>
                  </a:lnTo>
                  <a:close/>
                </a:path>
              </a:pathLst>
            </a:custGeom>
            <a:solidFill>
              <a:srgbClr val="9F9F9F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717" name="Google Shape;717;p1"/>
            <p:cNvSpPr/>
            <p:nvPr/>
          </p:nvSpPr>
          <p:spPr>
            <a:xfrm>
              <a:off x="4074" y="3307"/>
              <a:ext cx="45" cy="114"/>
            </a:xfrm>
            <a:custGeom>
              <a:avLst/>
              <a:gdLst/>
              <a:ahLst/>
              <a:cxnLst/>
              <a:rect l="l" t="t" r="r" b="b"/>
              <a:pathLst>
                <a:path w="51" h="193" extrusionOk="0">
                  <a:moveTo>
                    <a:pt x="51" y="0"/>
                  </a:moveTo>
                  <a:lnTo>
                    <a:pt x="43" y="2"/>
                  </a:lnTo>
                  <a:lnTo>
                    <a:pt x="38" y="7"/>
                  </a:lnTo>
                  <a:lnTo>
                    <a:pt x="31" y="14"/>
                  </a:lnTo>
                  <a:lnTo>
                    <a:pt x="25" y="26"/>
                  </a:lnTo>
                  <a:lnTo>
                    <a:pt x="20" y="40"/>
                  </a:lnTo>
                  <a:lnTo>
                    <a:pt x="14" y="56"/>
                  </a:lnTo>
                  <a:lnTo>
                    <a:pt x="11" y="75"/>
                  </a:lnTo>
                  <a:lnTo>
                    <a:pt x="7" y="96"/>
                  </a:lnTo>
                  <a:lnTo>
                    <a:pt x="4" y="118"/>
                  </a:lnTo>
                  <a:lnTo>
                    <a:pt x="2" y="142"/>
                  </a:lnTo>
                  <a:lnTo>
                    <a:pt x="0" y="167"/>
                  </a:lnTo>
                  <a:lnTo>
                    <a:pt x="0" y="193"/>
                  </a:lnTo>
                  <a:lnTo>
                    <a:pt x="2" y="193"/>
                  </a:lnTo>
                  <a:lnTo>
                    <a:pt x="2" y="168"/>
                  </a:lnTo>
                  <a:lnTo>
                    <a:pt x="4" y="144"/>
                  </a:lnTo>
                  <a:lnTo>
                    <a:pt x="5" y="120"/>
                  </a:lnTo>
                  <a:lnTo>
                    <a:pt x="7" y="99"/>
                  </a:lnTo>
                  <a:lnTo>
                    <a:pt x="11" y="78"/>
                  </a:lnTo>
                  <a:lnTo>
                    <a:pt x="16" y="59"/>
                  </a:lnTo>
                  <a:lnTo>
                    <a:pt x="20" y="44"/>
                  </a:lnTo>
                  <a:lnTo>
                    <a:pt x="25" y="30"/>
                  </a:lnTo>
                  <a:lnTo>
                    <a:pt x="31" y="19"/>
                  </a:lnTo>
                  <a:lnTo>
                    <a:pt x="38" y="12"/>
                  </a:lnTo>
                  <a:lnTo>
                    <a:pt x="43" y="7"/>
                  </a:lnTo>
                  <a:lnTo>
                    <a:pt x="51" y="5"/>
                  </a:lnTo>
                  <a:lnTo>
                    <a:pt x="51" y="0"/>
                  </a:lnTo>
                  <a:close/>
                </a:path>
              </a:pathLst>
            </a:custGeom>
            <a:solidFill>
              <a:srgbClr val="A1A1A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718" name="Google Shape;718;p1"/>
            <p:cNvSpPr/>
            <p:nvPr/>
          </p:nvSpPr>
          <p:spPr>
            <a:xfrm>
              <a:off x="4075" y="3309"/>
              <a:ext cx="44" cy="112"/>
            </a:xfrm>
            <a:custGeom>
              <a:avLst/>
              <a:gdLst/>
              <a:ahLst/>
              <a:cxnLst/>
              <a:rect l="l" t="t" r="r" b="b"/>
              <a:pathLst>
                <a:path w="49" h="188" extrusionOk="0">
                  <a:moveTo>
                    <a:pt x="49" y="0"/>
                  </a:moveTo>
                  <a:lnTo>
                    <a:pt x="41" y="2"/>
                  </a:lnTo>
                  <a:lnTo>
                    <a:pt x="36" y="7"/>
                  </a:lnTo>
                  <a:lnTo>
                    <a:pt x="29" y="14"/>
                  </a:lnTo>
                  <a:lnTo>
                    <a:pt x="23" y="25"/>
                  </a:lnTo>
                  <a:lnTo>
                    <a:pt x="18" y="39"/>
                  </a:lnTo>
                  <a:lnTo>
                    <a:pt x="14" y="54"/>
                  </a:lnTo>
                  <a:lnTo>
                    <a:pt x="9" y="73"/>
                  </a:lnTo>
                  <a:lnTo>
                    <a:pt x="5" y="94"/>
                  </a:lnTo>
                  <a:lnTo>
                    <a:pt x="3" y="115"/>
                  </a:lnTo>
                  <a:lnTo>
                    <a:pt x="2" y="139"/>
                  </a:lnTo>
                  <a:lnTo>
                    <a:pt x="0" y="163"/>
                  </a:lnTo>
                  <a:lnTo>
                    <a:pt x="0" y="188"/>
                  </a:lnTo>
                  <a:lnTo>
                    <a:pt x="2" y="188"/>
                  </a:lnTo>
                  <a:lnTo>
                    <a:pt x="2" y="163"/>
                  </a:lnTo>
                  <a:lnTo>
                    <a:pt x="2" y="141"/>
                  </a:lnTo>
                  <a:lnTo>
                    <a:pt x="5" y="118"/>
                  </a:lnTo>
                  <a:lnTo>
                    <a:pt x="7" y="96"/>
                  </a:lnTo>
                  <a:lnTo>
                    <a:pt x="11" y="77"/>
                  </a:lnTo>
                  <a:lnTo>
                    <a:pt x="14" y="59"/>
                  </a:lnTo>
                  <a:lnTo>
                    <a:pt x="20" y="44"/>
                  </a:lnTo>
                  <a:lnTo>
                    <a:pt x="25" y="30"/>
                  </a:lnTo>
                  <a:lnTo>
                    <a:pt x="30" y="19"/>
                  </a:lnTo>
                  <a:lnTo>
                    <a:pt x="36" y="11"/>
                  </a:lnTo>
                  <a:lnTo>
                    <a:pt x="41" y="7"/>
                  </a:lnTo>
                  <a:lnTo>
                    <a:pt x="49" y="6"/>
                  </a:lnTo>
                  <a:lnTo>
                    <a:pt x="49" y="0"/>
                  </a:lnTo>
                  <a:close/>
                </a:path>
              </a:pathLst>
            </a:custGeom>
            <a:solidFill>
              <a:srgbClr val="A3A3A3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719" name="Google Shape;719;p1"/>
            <p:cNvSpPr/>
            <p:nvPr/>
          </p:nvSpPr>
          <p:spPr>
            <a:xfrm>
              <a:off x="4077" y="3313"/>
              <a:ext cx="42" cy="108"/>
            </a:xfrm>
            <a:custGeom>
              <a:avLst/>
              <a:gdLst/>
              <a:ahLst/>
              <a:cxnLst/>
              <a:rect l="l" t="t" r="r" b="b"/>
              <a:pathLst>
                <a:path w="47" h="182" extrusionOk="0">
                  <a:moveTo>
                    <a:pt x="47" y="0"/>
                  </a:moveTo>
                  <a:lnTo>
                    <a:pt x="39" y="1"/>
                  </a:lnTo>
                  <a:lnTo>
                    <a:pt x="34" y="5"/>
                  </a:lnTo>
                  <a:lnTo>
                    <a:pt x="28" y="13"/>
                  </a:lnTo>
                  <a:lnTo>
                    <a:pt x="23" y="24"/>
                  </a:lnTo>
                  <a:lnTo>
                    <a:pt x="18" y="38"/>
                  </a:lnTo>
                  <a:lnTo>
                    <a:pt x="12" y="53"/>
                  </a:lnTo>
                  <a:lnTo>
                    <a:pt x="9" y="71"/>
                  </a:lnTo>
                  <a:lnTo>
                    <a:pt x="5" y="90"/>
                  </a:lnTo>
                  <a:lnTo>
                    <a:pt x="3" y="112"/>
                  </a:lnTo>
                  <a:lnTo>
                    <a:pt x="0" y="135"/>
                  </a:lnTo>
                  <a:lnTo>
                    <a:pt x="0" y="157"/>
                  </a:lnTo>
                  <a:lnTo>
                    <a:pt x="0" y="182"/>
                  </a:lnTo>
                  <a:lnTo>
                    <a:pt x="0" y="182"/>
                  </a:lnTo>
                  <a:lnTo>
                    <a:pt x="1" y="157"/>
                  </a:lnTo>
                  <a:lnTo>
                    <a:pt x="1" y="135"/>
                  </a:lnTo>
                  <a:lnTo>
                    <a:pt x="3" y="114"/>
                  </a:lnTo>
                  <a:lnTo>
                    <a:pt x="7" y="93"/>
                  </a:lnTo>
                  <a:lnTo>
                    <a:pt x="10" y="74"/>
                  </a:lnTo>
                  <a:lnTo>
                    <a:pt x="14" y="57"/>
                  </a:lnTo>
                  <a:lnTo>
                    <a:pt x="18" y="41"/>
                  </a:lnTo>
                  <a:lnTo>
                    <a:pt x="23" y="29"/>
                  </a:lnTo>
                  <a:lnTo>
                    <a:pt x="28" y="19"/>
                  </a:lnTo>
                  <a:lnTo>
                    <a:pt x="34" y="10"/>
                  </a:lnTo>
                  <a:lnTo>
                    <a:pt x="39" y="7"/>
                  </a:lnTo>
                  <a:lnTo>
                    <a:pt x="47" y="5"/>
                  </a:lnTo>
                  <a:lnTo>
                    <a:pt x="47" y="0"/>
                  </a:lnTo>
                  <a:close/>
                </a:path>
              </a:pathLst>
            </a:custGeom>
            <a:solidFill>
              <a:srgbClr val="A5A5A5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720" name="Google Shape;720;p1"/>
            <p:cNvSpPr/>
            <p:nvPr/>
          </p:nvSpPr>
          <p:spPr>
            <a:xfrm>
              <a:off x="4077" y="3315"/>
              <a:ext cx="42" cy="106"/>
            </a:xfrm>
            <a:custGeom>
              <a:avLst/>
              <a:gdLst/>
              <a:ahLst/>
              <a:cxnLst/>
              <a:rect l="l" t="t" r="r" b="b"/>
              <a:pathLst>
                <a:path w="47" h="177" extrusionOk="0">
                  <a:moveTo>
                    <a:pt x="47" y="0"/>
                  </a:moveTo>
                  <a:lnTo>
                    <a:pt x="39" y="2"/>
                  </a:lnTo>
                  <a:lnTo>
                    <a:pt x="34" y="5"/>
                  </a:lnTo>
                  <a:lnTo>
                    <a:pt x="28" y="14"/>
                  </a:lnTo>
                  <a:lnTo>
                    <a:pt x="23" y="24"/>
                  </a:lnTo>
                  <a:lnTo>
                    <a:pt x="18" y="36"/>
                  </a:lnTo>
                  <a:lnTo>
                    <a:pt x="14" y="52"/>
                  </a:lnTo>
                  <a:lnTo>
                    <a:pt x="10" y="69"/>
                  </a:lnTo>
                  <a:lnTo>
                    <a:pt x="7" y="88"/>
                  </a:lnTo>
                  <a:lnTo>
                    <a:pt x="3" y="109"/>
                  </a:lnTo>
                  <a:lnTo>
                    <a:pt x="1" y="130"/>
                  </a:lnTo>
                  <a:lnTo>
                    <a:pt x="1" y="152"/>
                  </a:lnTo>
                  <a:lnTo>
                    <a:pt x="0" y="177"/>
                  </a:lnTo>
                  <a:lnTo>
                    <a:pt x="1" y="177"/>
                  </a:lnTo>
                  <a:lnTo>
                    <a:pt x="1" y="154"/>
                  </a:lnTo>
                  <a:lnTo>
                    <a:pt x="3" y="132"/>
                  </a:lnTo>
                  <a:lnTo>
                    <a:pt x="5" y="111"/>
                  </a:lnTo>
                  <a:lnTo>
                    <a:pt x="7" y="90"/>
                  </a:lnTo>
                  <a:lnTo>
                    <a:pt x="10" y="73"/>
                  </a:lnTo>
                  <a:lnTo>
                    <a:pt x="14" y="55"/>
                  </a:lnTo>
                  <a:lnTo>
                    <a:pt x="19" y="40"/>
                  </a:lnTo>
                  <a:lnTo>
                    <a:pt x="23" y="28"/>
                  </a:lnTo>
                  <a:lnTo>
                    <a:pt x="28" y="17"/>
                  </a:lnTo>
                  <a:lnTo>
                    <a:pt x="34" y="10"/>
                  </a:lnTo>
                  <a:lnTo>
                    <a:pt x="41" y="7"/>
                  </a:lnTo>
                  <a:lnTo>
                    <a:pt x="47" y="5"/>
                  </a:lnTo>
                  <a:lnTo>
                    <a:pt x="47" y="0"/>
                  </a:lnTo>
                  <a:close/>
                </a:path>
              </a:pathLst>
            </a:custGeom>
            <a:solidFill>
              <a:srgbClr val="A8A8A8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721" name="Google Shape;721;p1"/>
            <p:cNvSpPr/>
            <p:nvPr/>
          </p:nvSpPr>
          <p:spPr>
            <a:xfrm>
              <a:off x="4079" y="3319"/>
              <a:ext cx="40" cy="102"/>
            </a:xfrm>
            <a:custGeom>
              <a:avLst/>
              <a:gdLst/>
              <a:ahLst/>
              <a:cxnLst/>
              <a:rect l="l" t="t" r="r" b="b"/>
              <a:pathLst>
                <a:path w="46" h="172" extrusionOk="0">
                  <a:moveTo>
                    <a:pt x="46" y="0"/>
                  </a:moveTo>
                  <a:lnTo>
                    <a:pt x="40" y="2"/>
                  </a:lnTo>
                  <a:lnTo>
                    <a:pt x="33" y="5"/>
                  </a:lnTo>
                  <a:lnTo>
                    <a:pt x="27" y="12"/>
                  </a:lnTo>
                  <a:lnTo>
                    <a:pt x="22" y="23"/>
                  </a:lnTo>
                  <a:lnTo>
                    <a:pt x="18" y="35"/>
                  </a:lnTo>
                  <a:lnTo>
                    <a:pt x="13" y="50"/>
                  </a:lnTo>
                  <a:lnTo>
                    <a:pt x="9" y="68"/>
                  </a:lnTo>
                  <a:lnTo>
                    <a:pt x="6" y="85"/>
                  </a:lnTo>
                  <a:lnTo>
                    <a:pt x="4" y="106"/>
                  </a:lnTo>
                  <a:lnTo>
                    <a:pt x="2" y="127"/>
                  </a:lnTo>
                  <a:lnTo>
                    <a:pt x="0" y="149"/>
                  </a:lnTo>
                  <a:lnTo>
                    <a:pt x="0" y="172"/>
                  </a:lnTo>
                  <a:lnTo>
                    <a:pt x="2" y="172"/>
                  </a:lnTo>
                  <a:lnTo>
                    <a:pt x="2" y="147"/>
                  </a:lnTo>
                  <a:lnTo>
                    <a:pt x="4" y="125"/>
                  </a:lnTo>
                  <a:lnTo>
                    <a:pt x="6" y="102"/>
                  </a:lnTo>
                  <a:lnTo>
                    <a:pt x="9" y="82"/>
                  </a:lnTo>
                  <a:lnTo>
                    <a:pt x="13" y="62"/>
                  </a:lnTo>
                  <a:lnTo>
                    <a:pt x="17" y="45"/>
                  </a:lnTo>
                  <a:lnTo>
                    <a:pt x="22" y="31"/>
                  </a:lnTo>
                  <a:lnTo>
                    <a:pt x="27" y="21"/>
                  </a:lnTo>
                  <a:lnTo>
                    <a:pt x="33" y="12"/>
                  </a:lnTo>
                  <a:lnTo>
                    <a:pt x="38" y="7"/>
                  </a:lnTo>
                  <a:lnTo>
                    <a:pt x="46" y="5"/>
                  </a:lnTo>
                  <a:lnTo>
                    <a:pt x="46" y="0"/>
                  </a:lnTo>
                  <a:close/>
                </a:path>
              </a:pathLst>
            </a:custGeom>
            <a:solidFill>
              <a:srgbClr val="AAAAAA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722" name="Google Shape;722;p1"/>
            <p:cNvSpPr/>
            <p:nvPr/>
          </p:nvSpPr>
          <p:spPr>
            <a:xfrm>
              <a:off x="4081" y="3323"/>
              <a:ext cx="38" cy="98"/>
            </a:xfrm>
            <a:custGeom>
              <a:avLst/>
              <a:gdLst/>
              <a:ahLst/>
              <a:cxnLst/>
              <a:rect l="l" t="t" r="r" b="b"/>
              <a:pathLst>
                <a:path w="44" h="167" extrusionOk="0">
                  <a:moveTo>
                    <a:pt x="44" y="0"/>
                  </a:moveTo>
                  <a:lnTo>
                    <a:pt x="36" y="2"/>
                  </a:lnTo>
                  <a:lnTo>
                    <a:pt x="31" y="7"/>
                  </a:lnTo>
                  <a:lnTo>
                    <a:pt x="25" y="16"/>
                  </a:lnTo>
                  <a:lnTo>
                    <a:pt x="20" y="26"/>
                  </a:lnTo>
                  <a:lnTo>
                    <a:pt x="15" y="40"/>
                  </a:lnTo>
                  <a:lnTo>
                    <a:pt x="11" y="57"/>
                  </a:lnTo>
                  <a:lnTo>
                    <a:pt x="7" y="77"/>
                  </a:lnTo>
                  <a:lnTo>
                    <a:pt x="4" y="97"/>
                  </a:lnTo>
                  <a:lnTo>
                    <a:pt x="2" y="120"/>
                  </a:lnTo>
                  <a:lnTo>
                    <a:pt x="0" y="142"/>
                  </a:lnTo>
                  <a:lnTo>
                    <a:pt x="0" y="167"/>
                  </a:lnTo>
                  <a:lnTo>
                    <a:pt x="2" y="167"/>
                  </a:lnTo>
                  <a:lnTo>
                    <a:pt x="2" y="142"/>
                  </a:lnTo>
                  <a:lnTo>
                    <a:pt x="2" y="122"/>
                  </a:lnTo>
                  <a:lnTo>
                    <a:pt x="6" y="99"/>
                  </a:lnTo>
                  <a:lnTo>
                    <a:pt x="7" y="80"/>
                  </a:lnTo>
                  <a:lnTo>
                    <a:pt x="11" y="61"/>
                  </a:lnTo>
                  <a:lnTo>
                    <a:pt x="16" y="45"/>
                  </a:lnTo>
                  <a:lnTo>
                    <a:pt x="20" y="31"/>
                  </a:lnTo>
                  <a:lnTo>
                    <a:pt x="25" y="19"/>
                  </a:lnTo>
                  <a:lnTo>
                    <a:pt x="31" y="12"/>
                  </a:lnTo>
                  <a:lnTo>
                    <a:pt x="36" y="7"/>
                  </a:lnTo>
                  <a:lnTo>
                    <a:pt x="44" y="5"/>
                  </a:lnTo>
                  <a:lnTo>
                    <a:pt x="44" y="0"/>
                  </a:lnTo>
                  <a:close/>
                </a:path>
              </a:pathLst>
            </a:custGeom>
            <a:solidFill>
              <a:srgbClr val="ACACAC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723" name="Google Shape;723;p1"/>
            <p:cNvSpPr/>
            <p:nvPr/>
          </p:nvSpPr>
          <p:spPr>
            <a:xfrm>
              <a:off x="4082" y="3325"/>
              <a:ext cx="37" cy="96"/>
            </a:xfrm>
            <a:custGeom>
              <a:avLst/>
              <a:gdLst/>
              <a:ahLst/>
              <a:cxnLst/>
              <a:rect l="l" t="t" r="r" b="b"/>
              <a:pathLst>
                <a:path w="42" h="162" extrusionOk="0">
                  <a:moveTo>
                    <a:pt x="42" y="0"/>
                  </a:moveTo>
                  <a:lnTo>
                    <a:pt x="34" y="2"/>
                  </a:lnTo>
                  <a:lnTo>
                    <a:pt x="29" y="7"/>
                  </a:lnTo>
                  <a:lnTo>
                    <a:pt x="23" y="14"/>
                  </a:lnTo>
                  <a:lnTo>
                    <a:pt x="18" y="26"/>
                  </a:lnTo>
                  <a:lnTo>
                    <a:pt x="14" y="40"/>
                  </a:lnTo>
                  <a:lnTo>
                    <a:pt x="9" y="56"/>
                  </a:lnTo>
                  <a:lnTo>
                    <a:pt x="5" y="75"/>
                  </a:lnTo>
                  <a:lnTo>
                    <a:pt x="4" y="94"/>
                  </a:lnTo>
                  <a:lnTo>
                    <a:pt x="0" y="117"/>
                  </a:lnTo>
                  <a:lnTo>
                    <a:pt x="0" y="137"/>
                  </a:lnTo>
                  <a:lnTo>
                    <a:pt x="0" y="162"/>
                  </a:lnTo>
                  <a:lnTo>
                    <a:pt x="0" y="162"/>
                  </a:lnTo>
                  <a:lnTo>
                    <a:pt x="2" y="139"/>
                  </a:lnTo>
                  <a:lnTo>
                    <a:pt x="2" y="117"/>
                  </a:lnTo>
                  <a:lnTo>
                    <a:pt x="4" y="96"/>
                  </a:lnTo>
                  <a:lnTo>
                    <a:pt x="7" y="77"/>
                  </a:lnTo>
                  <a:lnTo>
                    <a:pt x="11" y="59"/>
                  </a:lnTo>
                  <a:lnTo>
                    <a:pt x="14" y="44"/>
                  </a:lnTo>
                  <a:lnTo>
                    <a:pt x="20" y="30"/>
                  </a:lnTo>
                  <a:lnTo>
                    <a:pt x="23" y="20"/>
                  </a:lnTo>
                  <a:lnTo>
                    <a:pt x="29" y="13"/>
                  </a:lnTo>
                  <a:lnTo>
                    <a:pt x="36" y="7"/>
                  </a:lnTo>
                  <a:lnTo>
                    <a:pt x="42" y="6"/>
                  </a:lnTo>
                  <a:lnTo>
                    <a:pt x="42" y="0"/>
                  </a:lnTo>
                  <a:close/>
                </a:path>
              </a:pathLst>
            </a:custGeom>
            <a:solidFill>
              <a:srgbClr val="AFAFAF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</p:grpSp>
      <p:cxnSp>
        <p:nvCxnSpPr>
          <p:cNvPr id="724" name="Google Shape;724;p1"/>
          <p:cNvCxnSpPr/>
          <p:nvPr/>
        </p:nvCxnSpPr>
        <p:spPr>
          <a:xfrm>
            <a:off x="6527800" y="2349500"/>
            <a:ext cx="838200" cy="457200"/>
          </a:xfrm>
          <a:prstGeom prst="straightConnector1">
            <a:avLst/>
          </a:prstGeom>
          <a:noFill/>
          <a:ln w="12700" cap="flat" cmpd="sng">
            <a:solidFill>
              <a:srgbClr val="000000"/>
            </a:solidFill>
            <a:prstDash val="solid"/>
            <a:round/>
            <a:headEnd type="triangle" w="med" len="med"/>
            <a:tailEnd type="triangle" w="med" len="med"/>
          </a:ln>
        </p:spPr>
      </p:cxn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30" name="Google Shape;730;p2"/>
          <p:cNvPicPr preferRelativeResize="0"/>
          <p:nvPr/>
        </p:nvPicPr>
        <p:blipFill rotWithShape="1">
          <a:blip r:embed="rId3">
            <a:alphaModFix/>
          </a:blip>
          <a:srcRect r="40517" b="-469"/>
          <a:stretch/>
        </p:blipFill>
        <p:spPr>
          <a:xfrm>
            <a:off x="0" y="0"/>
            <a:ext cx="9144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731" name="Google Shape;731;p2"/>
          <p:cNvSpPr/>
          <p:nvPr/>
        </p:nvSpPr>
        <p:spPr>
          <a:xfrm>
            <a:off x="6477000" y="5575300"/>
            <a:ext cx="838200" cy="35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40625" bIns="0" anchor="t" anchorCtr="0">
            <a:noAutofit/>
          </a:bodyPr>
          <a:lstStyle/>
          <a:p>
            <a:pPr marL="39688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24 E</a:t>
            </a:r>
            <a:endParaRPr/>
          </a:p>
        </p:txBody>
      </p:sp>
      <p:sp>
        <p:nvSpPr>
          <p:cNvPr id="732" name="Google Shape;732;p2"/>
          <p:cNvSpPr/>
          <p:nvPr/>
        </p:nvSpPr>
        <p:spPr>
          <a:xfrm>
            <a:off x="7315200" y="4432300"/>
            <a:ext cx="838200" cy="35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40625" bIns="0" anchor="t" anchorCtr="0">
            <a:noAutofit/>
          </a:bodyPr>
          <a:lstStyle/>
          <a:p>
            <a:pPr marL="39688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14 N</a:t>
            </a:r>
            <a:endParaRPr/>
          </a:p>
        </p:txBody>
      </p:sp>
      <p:sp>
        <p:nvSpPr>
          <p:cNvPr id="733" name="Google Shape;733;p2"/>
          <p:cNvSpPr/>
          <p:nvPr/>
        </p:nvSpPr>
        <p:spPr>
          <a:xfrm>
            <a:off x="7315200" y="5270500"/>
            <a:ext cx="838200" cy="35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40625" bIns="0" anchor="t" anchorCtr="0">
            <a:noAutofit/>
          </a:bodyPr>
          <a:lstStyle/>
          <a:p>
            <a:pPr marL="39688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12 N</a:t>
            </a:r>
            <a:endParaRPr/>
          </a:p>
        </p:txBody>
      </p:sp>
      <p:sp>
        <p:nvSpPr>
          <p:cNvPr id="734" name="Google Shape;734;p2"/>
          <p:cNvSpPr/>
          <p:nvPr/>
        </p:nvSpPr>
        <p:spPr>
          <a:xfrm>
            <a:off x="4876800" y="5575300"/>
            <a:ext cx="838200" cy="35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40625" bIns="0" anchor="t" anchorCtr="0">
            <a:noAutofit/>
          </a:bodyPr>
          <a:lstStyle/>
          <a:p>
            <a:pPr marL="39688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20 E</a:t>
            </a:r>
            <a:endParaRPr/>
          </a:p>
        </p:txBody>
      </p:sp>
      <p:grpSp>
        <p:nvGrpSpPr>
          <p:cNvPr id="735" name="Google Shape;735;p2"/>
          <p:cNvGrpSpPr/>
          <p:nvPr/>
        </p:nvGrpSpPr>
        <p:grpSpPr>
          <a:xfrm>
            <a:off x="3657600" y="2971800"/>
            <a:ext cx="228600" cy="762000"/>
            <a:chOff x="3969" y="3294"/>
            <a:chExt cx="164" cy="567"/>
          </a:xfrm>
        </p:grpSpPr>
        <p:sp>
          <p:nvSpPr>
            <p:cNvPr id="736" name="Google Shape;736;p2"/>
            <p:cNvSpPr/>
            <p:nvPr/>
          </p:nvSpPr>
          <p:spPr>
            <a:xfrm>
              <a:off x="3969" y="3294"/>
              <a:ext cx="164" cy="567"/>
            </a:xfrm>
            <a:custGeom>
              <a:avLst/>
              <a:gdLst/>
              <a:ahLst/>
              <a:cxnLst/>
              <a:rect l="l" t="t" r="r" b="b"/>
              <a:pathLst>
                <a:path w="188" h="953" extrusionOk="0">
                  <a:moveTo>
                    <a:pt x="188" y="873"/>
                  </a:moveTo>
                  <a:lnTo>
                    <a:pt x="94" y="953"/>
                  </a:lnTo>
                  <a:lnTo>
                    <a:pt x="0" y="873"/>
                  </a:lnTo>
                  <a:lnTo>
                    <a:pt x="94" y="0"/>
                  </a:lnTo>
                  <a:lnTo>
                    <a:pt x="188" y="873"/>
                  </a:lnTo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737" name="Google Shape;737;p2"/>
            <p:cNvSpPr/>
            <p:nvPr/>
          </p:nvSpPr>
          <p:spPr>
            <a:xfrm>
              <a:off x="4035" y="3318"/>
              <a:ext cx="32" cy="59"/>
            </a:xfrm>
            <a:custGeom>
              <a:avLst/>
              <a:gdLst/>
              <a:ahLst/>
              <a:cxnLst/>
              <a:rect l="l" t="t" r="r" b="b"/>
              <a:pathLst>
                <a:path w="36" h="99" extrusionOk="0">
                  <a:moveTo>
                    <a:pt x="29" y="19"/>
                  </a:moveTo>
                  <a:lnTo>
                    <a:pt x="18" y="0"/>
                  </a:lnTo>
                  <a:lnTo>
                    <a:pt x="5" y="19"/>
                  </a:lnTo>
                  <a:lnTo>
                    <a:pt x="0" y="80"/>
                  </a:lnTo>
                  <a:lnTo>
                    <a:pt x="18" y="99"/>
                  </a:lnTo>
                  <a:lnTo>
                    <a:pt x="36" y="80"/>
                  </a:lnTo>
                  <a:lnTo>
                    <a:pt x="29" y="19"/>
                  </a:lnTo>
                  <a:close/>
                </a:path>
              </a:pathLst>
            </a:custGeom>
            <a:solidFill>
              <a:srgbClr val="666666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738" name="Google Shape;738;p2"/>
            <p:cNvSpPr/>
            <p:nvPr/>
          </p:nvSpPr>
          <p:spPr>
            <a:xfrm>
              <a:off x="3969" y="3767"/>
              <a:ext cx="164" cy="48"/>
            </a:xfrm>
            <a:custGeom>
              <a:avLst/>
              <a:gdLst/>
              <a:ahLst/>
              <a:cxnLst/>
              <a:rect l="l" t="t" r="r" b="b"/>
              <a:pathLst>
                <a:path w="188" h="78" extrusionOk="0">
                  <a:moveTo>
                    <a:pt x="188" y="78"/>
                  </a:moveTo>
                  <a:lnTo>
                    <a:pt x="94" y="0"/>
                  </a:lnTo>
                  <a:lnTo>
                    <a:pt x="0" y="78"/>
                  </a:lnTo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739" name="Google Shape;739;p2"/>
            <p:cNvSpPr/>
            <p:nvPr/>
          </p:nvSpPr>
          <p:spPr>
            <a:xfrm>
              <a:off x="3969" y="3294"/>
              <a:ext cx="164" cy="567"/>
            </a:xfrm>
            <a:custGeom>
              <a:avLst/>
              <a:gdLst/>
              <a:ahLst/>
              <a:cxnLst/>
              <a:rect l="l" t="t" r="r" b="b"/>
              <a:pathLst>
                <a:path w="188" h="953" extrusionOk="0">
                  <a:moveTo>
                    <a:pt x="94" y="0"/>
                  </a:moveTo>
                  <a:lnTo>
                    <a:pt x="94" y="953"/>
                  </a:lnTo>
                  <a:lnTo>
                    <a:pt x="188" y="873"/>
                  </a:lnTo>
                  <a:lnTo>
                    <a:pt x="94" y="0"/>
                  </a:lnTo>
                  <a:lnTo>
                    <a:pt x="0" y="873"/>
                  </a:lnTo>
                  <a:lnTo>
                    <a:pt x="94" y="953"/>
                  </a:lnTo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740" name="Google Shape;740;p2"/>
            <p:cNvSpPr/>
            <p:nvPr/>
          </p:nvSpPr>
          <p:spPr>
            <a:xfrm>
              <a:off x="4030" y="3424"/>
              <a:ext cx="42" cy="12"/>
            </a:xfrm>
            <a:custGeom>
              <a:avLst/>
              <a:gdLst/>
              <a:ahLst/>
              <a:cxnLst/>
              <a:rect l="l" t="t" r="r" b="b"/>
              <a:pathLst>
                <a:path w="47" h="19" extrusionOk="0">
                  <a:moveTo>
                    <a:pt x="47" y="0"/>
                  </a:moveTo>
                  <a:lnTo>
                    <a:pt x="24" y="19"/>
                  </a:lnTo>
                  <a:lnTo>
                    <a:pt x="0" y="0"/>
                  </a:lnTo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741" name="Google Shape;741;p2"/>
            <p:cNvSpPr/>
            <p:nvPr/>
          </p:nvSpPr>
          <p:spPr>
            <a:xfrm>
              <a:off x="4023" y="3468"/>
              <a:ext cx="54" cy="15"/>
            </a:xfrm>
            <a:custGeom>
              <a:avLst/>
              <a:gdLst/>
              <a:ahLst/>
              <a:cxnLst/>
              <a:rect l="l" t="t" r="r" b="b"/>
              <a:pathLst>
                <a:path w="64" h="26" extrusionOk="0">
                  <a:moveTo>
                    <a:pt x="64" y="0"/>
                  </a:moveTo>
                  <a:lnTo>
                    <a:pt x="33" y="26"/>
                  </a:lnTo>
                  <a:lnTo>
                    <a:pt x="0" y="0"/>
                  </a:lnTo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742" name="Google Shape;742;p2"/>
            <p:cNvSpPr/>
            <p:nvPr/>
          </p:nvSpPr>
          <p:spPr>
            <a:xfrm>
              <a:off x="4018" y="3510"/>
              <a:ext cx="68" cy="21"/>
            </a:xfrm>
            <a:custGeom>
              <a:avLst/>
              <a:gdLst/>
              <a:ahLst/>
              <a:cxnLst/>
              <a:rect l="l" t="t" r="r" b="b"/>
              <a:pathLst>
                <a:path w="78" h="35" extrusionOk="0">
                  <a:moveTo>
                    <a:pt x="78" y="2"/>
                  </a:moveTo>
                  <a:lnTo>
                    <a:pt x="38" y="35"/>
                  </a:lnTo>
                  <a:lnTo>
                    <a:pt x="0" y="0"/>
                  </a:lnTo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743" name="Google Shape;743;p2"/>
            <p:cNvSpPr/>
            <p:nvPr/>
          </p:nvSpPr>
          <p:spPr>
            <a:xfrm>
              <a:off x="4009" y="3555"/>
              <a:ext cx="82" cy="23"/>
            </a:xfrm>
            <a:custGeom>
              <a:avLst/>
              <a:gdLst/>
              <a:ahLst/>
              <a:cxnLst/>
              <a:rect l="l" t="t" r="r" b="b"/>
              <a:pathLst>
                <a:path w="94" h="38" extrusionOk="0">
                  <a:moveTo>
                    <a:pt x="94" y="0"/>
                  </a:moveTo>
                  <a:lnTo>
                    <a:pt x="47" y="38"/>
                  </a:lnTo>
                  <a:lnTo>
                    <a:pt x="0" y="0"/>
                  </a:lnTo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744" name="Google Shape;744;p2"/>
            <p:cNvSpPr/>
            <p:nvPr/>
          </p:nvSpPr>
          <p:spPr>
            <a:xfrm>
              <a:off x="4002" y="3598"/>
              <a:ext cx="96" cy="27"/>
            </a:xfrm>
            <a:custGeom>
              <a:avLst/>
              <a:gdLst/>
              <a:ahLst/>
              <a:cxnLst/>
              <a:rect l="l" t="t" r="r" b="b"/>
              <a:pathLst>
                <a:path w="110" h="46" extrusionOk="0">
                  <a:moveTo>
                    <a:pt x="110" y="0"/>
                  </a:moveTo>
                  <a:lnTo>
                    <a:pt x="56" y="46"/>
                  </a:lnTo>
                  <a:lnTo>
                    <a:pt x="0" y="0"/>
                  </a:lnTo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745" name="Google Shape;745;p2"/>
            <p:cNvSpPr/>
            <p:nvPr/>
          </p:nvSpPr>
          <p:spPr>
            <a:xfrm>
              <a:off x="3997" y="3641"/>
              <a:ext cx="110" cy="32"/>
            </a:xfrm>
            <a:custGeom>
              <a:avLst/>
              <a:gdLst/>
              <a:ahLst/>
              <a:cxnLst/>
              <a:rect l="l" t="t" r="r" b="b"/>
              <a:pathLst>
                <a:path w="125" h="53" extrusionOk="0">
                  <a:moveTo>
                    <a:pt x="125" y="0"/>
                  </a:moveTo>
                  <a:lnTo>
                    <a:pt x="62" y="53"/>
                  </a:lnTo>
                  <a:lnTo>
                    <a:pt x="0" y="0"/>
                  </a:lnTo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746" name="Google Shape;746;p2"/>
            <p:cNvSpPr/>
            <p:nvPr/>
          </p:nvSpPr>
          <p:spPr>
            <a:xfrm>
              <a:off x="3990" y="3684"/>
              <a:ext cx="122" cy="36"/>
            </a:xfrm>
            <a:custGeom>
              <a:avLst/>
              <a:gdLst/>
              <a:ahLst/>
              <a:cxnLst/>
              <a:rect l="l" t="t" r="r" b="b"/>
              <a:pathLst>
                <a:path w="141" h="61" extrusionOk="0">
                  <a:moveTo>
                    <a:pt x="141" y="0"/>
                  </a:moveTo>
                  <a:lnTo>
                    <a:pt x="71" y="61"/>
                  </a:lnTo>
                  <a:lnTo>
                    <a:pt x="0" y="0"/>
                  </a:lnTo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747" name="Google Shape;747;p2"/>
            <p:cNvSpPr/>
            <p:nvPr/>
          </p:nvSpPr>
          <p:spPr>
            <a:xfrm>
              <a:off x="3981" y="3728"/>
              <a:ext cx="138" cy="39"/>
            </a:xfrm>
            <a:custGeom>
              <a:avLst/>
              <a:gdLst/>
              <a:ahLst/>
              <a:cxnLst/>
              <a:rect l="l" t="t" r="r" b="b"/>
              <a:pathLst>
                <a:path w="158" h="68" extrusionOk="0">
                  <a:moveTo>
                    <a:pt x="158" y="0"/>
                  </a:moveTo>
                  <a:lnTo>
                    <a:pt x="80" y="68"/>
                  </a:lnTo>
                  <a:lnTo>
                    <a:pt x="0" y="2"/>
                  </a:lnTo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748" name="Google Shape;748;p2"/>
            <p:cNvSpPr/>
            <p:nvPr/>
          </p:nvSpPr>
          <p:spPr>
            <a:xfrm>
              <a:off x="3978" y="3769"/>
              <a:ext cx="148" cy="46"/>
            </a:xfrm>
            <a:custGeom>
              <a:avLst/>
              <a:gdLst/>
              <a:ahLst/>
              <a:cxnLst/>
              <a:rect l="l" t="t" r="r" b="b"/>
              <a:pathLst>
                <a:path w="172" h="75" extrusionOk="0">
                  <a:moveTo>
                    <a:pt x="172" y="2"/>
                  </a:moveTo>
                  <a:lnTo>
                    <a:pt x="85" y="75"/>
                  </a:lnTo>
                  <a:lnTo>
                    <a:pt x="0" y="0"/>
                  </a:lnTo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749" name="Google Shape;749;p2"/>
            <p:cNvSpPr/>
            <p:nvPr/>
          </p:nvSpPr>
          <p:spPr>
            <a:xfrm>
              <a:off x="4035" y="3318"/>
              <a:ext cx="32" cy="59"/>
            </a:xfrm>
            <a:custGeom>
              <a:avLst/>
              <a:gdLst/>
              <a:ahLst/>
              <a:cxnLst/>
              <a:rect l="l" t="t" r="r" b="b"/>
              <a:pathLst>
                <a:path w="36" h="99" extrusionOk="0">
                  <a:moveTo>
                    <a:pt x="29" y="19"/>
                  </a:moveTo>
                  <a:lnTo>
                    <a:pt x="18" y="0"/>
                  </a:lnTo>
                  <a:lnTo>
                    <a:pt x="5" y="19"/>
                  </a:lnTo>
                  <a:lnTo>
                    <a:pt x="0" y="80"/>
                  </a:lnTo>
                  <a:lnTo>
                    <a:pt x="18" y="99"/>
                  </a:lnTo>
                  <a:lnTo>
                    <a:pt x="36" y="80"/>
                  </a:lnTo>
                  <a:lnTo>
                    <a:pt x="29" y="19"/>
                  </a:lnTo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750" name="Google Shape;750;p2"/>
            <p:cNvSpPr/>
            <p:nvPr/>
          </p:nvSpPr>
          <p:spPr>
            <a:xfrm>
              <a:off x="4070" y="3294"/>
              <a:ext cx="49" cy="127"/>
            </a:xfrm>
            <a:custGeom>
              <a:avLst/>
              <a:gdLst/>
              <a:ahLst/>
              <a:cxnLst/>
              <a:rect l="l" t="t" r="r" b="b"/>
              <a:pathLst>
                <a:path w="56" h="214" extrusionOk="0">
                  <a:moveTo>
                    <a:pt x="56" y="0"/>
                  </a:moveTo>
                  <a:lnTo>
                    <a:pt x="48" y="2"/>
                  </a:lnTo>
                  <a:lnTo>
                    <a:pt x="41" y="7"/>
                  </a:lnTo>
                  <a:lnTo>
                    <a:pt x="36" y="14"/>
                  </a:lnTo>
                  <a:lnTo>
                    <a:pt x="28" y="25"/>
                  </a:lnTo>
                  <a:lnTo>
                    <a:pt x="23" y="39"/>
                  </a:lnTo>
                  <a:lnTo>
                    <a:pt x="18" y="54"/>
                  </a:lnTo>
                  <a:lnTo>
                    <a:pt x="14" y="72"/>
                  </a:lnTo>
                  <a:lnTo>
                    <a:pt x="9" y="92"/>
                  </a:lnTo>
                  <a:lnTo>
                    <a:pt x="7" y="115"/>
                  </a:lnTo>
                  <a:lnTo>
                    <a:pt x="3" y="137"/>
                  </a:lnTo>
                  <a:lnTo>
                    <a:pt x="1" y="162"/>
                  </a:lnTo>
                  <a:lnTo>
                    <a:pt x="0" y="188"/>
                  </a:lnTo>
                  <a:lnTo>
                    <a:pt x="0" y="214"/>
                  </a:lnTo>
                  <a:lnTo>
                    <a:pt x="0" y="0"/>
                  </a:lnTo>
                  <a:lnTo>
                    <a:pt x="56" y="0"/>
                  </a:lnTo>
                  <a:close/>
                </a:path>
              </a:pathLst>
            </a:custGeom>
            <a:solidFill>
              <a:srgbClr val="9A9A9A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751" name="Google Shape;751;p2"/>
            <p:cNvSpPr/>
            <p:nvPr/>
          </p:nvSpPr>
          <p:spPr>
            <a:xfrm>
              <a:off x="4070" y="3294"/>
              <a:ext cx="49" cy="127"/>
            </a:xfrm>
            <a:custGeom>
              <a:avLst/>
              <a:gdLst/>
              <a:ahLst/>
              <a:cxnLst/>
              <a:rect l="l" t="t" r="r" b="b"/>
              <a:pathLst>
                <a:path w="56" h="214" extrusionOk="0">
                  <a:moveTo>
                    <a:pt x="56" y="0"/>
                  </a:moveTo>
                  <a:lnTo>
                    <a:pt x="48" y="2"/>
                  </a:lnTo>
                  <a:lnTo>
                    <a:pt x="41" y="7"/>
                  </a:lnTo>
                  <a:lnTo>
                    <a:pt x="36" y="14"/>
                  </a:lnTo>
                  <a:lnTo>
                    <a:pt x="28" y="25"/>
                  </a:lnTo>
                  <a:lnTo>
                    <a:pt x="23" y="39"/>
                  </a:lnTo>
                  <a:lnTo>
                    <a:pt x="18" y="54"/>
                  </a:lnTo>
                  <a:lnTo>
                    <a:pt x="14" y="72"/>
                  </a:lnTo>
                  <a:lnTo>
                    <a:pt x="9" y="92"/>
                  </a:lnTo>
                  <a:lnTo>
                    <a:pt x="7" y="115"/>
                  </a:lnTo>
                  <a:lnTo>
                    <a:pt x="3" y="137"/>
                  </a:lnTo>
                  <a:lnTo>
                    <a:pt x="1" y="162"/>
                  </a:lnTo>
                  <a:lnTo>
                    <a:pt x="0" y="188"/>
                  </a:lnTo>
                  <a:lnTo>
                    <a:pt x="0" y="214"/>
                  </a:lnTo>
                  <a:lnTo>
                    <a:pt x="1" y="214"/>
                  </a:lnTo>
                  <a:lnTo>
                    <a:pt x="1" y="188"/>
                  </a:lnTo>
                  <a:lnTo>
                    <a:pt x="3" y="163"/>
                  </a:lnTo>
                  <a:lnTo>
                    <a:pt x="5" y="139"/>
                  </a:lnTo>
                  <a:lnTo>
                    <a:pt x="7" y="117"/>
                  </a:lnTo>
                  <a:lnTo>
                    <a:pt x="10" y="96"/>
                  </a:lnTo>
                  <a:lnTo>
                    <a:pt x="14" y="75"/>
                  </a:lnTo>
                  <a:lnTo>
                    <a:pt x="19" y="58"/>
                  </a:lnTo>
                  <a:lnTo>
                    <a:pt x="25" y="42"/>
                  </a:lnTo>
                  <a:lnTo>
                    <a:pt x="30" y="30"/>
                  </a:lnTo>
                  <a:lnTo>
                    <a:pt x="36" y="19"/>
                  </a:lnTo>
                  <a:lnTo>
                    <a:pt x="43" y="11"/>
                  </a:lnTo>
                  <a:lnTo>
                    <a:pt x="48" y="7"/>
                  </a:lnTo>
                  <a:lnTo>
                    <a:pt x="56" y="6"/>
                  </a:lnTo>
                  <a:lnTo>
                    <a:pt x="56" y="0"/>
                  </a:lnTo>
                  <a:close/>
                </a:path>
              </a:pathLst>
            </a:custGeom>
            <a:solidFill>
              <a:srgbClr val="9A9A9A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752" name="Google Shape;752;p2"/>
            <p:cNvSpPr/>
            <p:nvPr/>
          </p:nvSpPr>
          <p:spPr>
            <a:xfrm>
              <a:off x="4072" y="3298"/>
              <a:ext cx="47" cy="123"/>
            </a:xfrm>
            <a:custGeom>
              <a:avLst/>
              <a:gdLst/>
              <a:ahLst/>
              <a:cxnLst/>
              <a:rect l="l" t="t" r="r" b="b"/>
              <a:pathLst>
                <a:path w="55" h="208" extrusionOk="0">
                  <a:moveTo>
                    <a:pt x="55" y="0"/>
                  </a:moveTo>
                  <a:lnTo>
                    <a:pt x="47" y="1"/>
                  </a:lnTo>
                  <a:lnTo>
                    <a:pt x="42" y="5"/>
                  </a:lnTo>
                  <a:lnTo>
                    <a:pt x="35" y="13"/>
                  </a:lnTo>
                  <a:lnTo>
                    <a:pt x="29" y="24"/>
                  </a:lnTo>
                  <a:lnTo>
                    <a:pt x="24" y="36"/>
                  </a:lnTo>
                  <a:lnTo>
                    <a:pt x="18" y="52"/>
                  </a:lnTo>
                  <a:lnTo>
                    <a:pt x="13" y="69"/>
                  </a:lnTo>
                  <a:lnTo>
                    <a:pt x="9" y="90"/>
                  </a:lnTo>
                  <a:lnTo>
                    <a:pt x="6" y="111"/>
                  </a:lnTo>
                  <a:lnTo>
                    <a:pt x="4" y="133"/>
                  </a:lnTo>
                  <a:lnTo>
                    <a:pt x="2" y="157"/>
                  </a:lnTo>
                  <a:lnTo>
                    <a:pt x="0" y="182"/>
                  </a:lnTo>
                  <a:lnTo>
                    <a:pt x="0" y="208"/>
                  </a:lnTo>
                  <a:lnTo>
                    <a:pt x="2" y="208"/>
                  </a:lnTo>
                  <a:lnTo>
                    <a:pt x="2" y="180"/>
                  </a:lnTo>
                  <a:lnTo>
                    <a:pt x="4" y="154"/>
                  </a:lnTo>
                  <a:lnTo>
                    <a:pt x="6" y="130"/>
                  </a:lnTo>
                  <a:lnTo>
                    <a:pt x="8" y="105"/>
                  </a:lnTo>
                  <a:lnTo>
                    <a:pt x="13" y="85"/>
                  </a:lnTo>
                  <a:lnTo>
                    <a:pt x="17" y="64"/>
                  </a:lnTo>
                  <a:lnTo>
                    <a:pt x="22" y="46"/>
                  </a:lnTo>
                  <a:lnTo>
                    <a:pt x="27" y="33"/>
                  </a:lnTo>
                  <a:lnTo>
                    <a:pt x="35" y="20"/>
                  </a:lnTo>
                  <a:lnTo>
                    <a:pt x="40" y="12"/>
                  </a:lnTo>
                  <a:lnTo>
                    <a:pt x="47" y="7"/>
                  </a:lnTo>
                  <a:lnTo>
                    <a:pt x="55" y="5"/>
                  </a:lnTo>
                  <a:lnTo>
                    <a:pt x="55" y="0"/>
                  </a:lnTo>
                  <a:close/>
                </a:path>
              </a:pathLst>
            </a:custGeom>
            <a:solidFill>
              <a:srgbClr val="9B9B9B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753" name="Google Shape;753;p2"/>
            <p:cNvSpPr/>
            <p:nvPr/>
          </p:nvSpPr>
          <p:spPr>
            <a:xfrm>
              <a:off x="4074" y="3300"/>
              <a:ext cx="45" cy="121"/>
            </a:xfrm>
            <a:custGeom>
              <a:avLst/>
              <a:gdLst/>
              <a:ahLst/>
              <a:cxnLst/>
              <a:rect l="l" t="t" r="r" b="b"/>
              <a:pathLst>
                <a:path w="53" h="203" extrusionOk="0">
                  <a:moveTo>
                    <a:pt x="53" y="0"/>
                  </a:moveTo>
                  <a:lnTo>
                    <a:pt x="45" y="2"/>
                  </a:lnTo>
                  <a:lnTo>
                    <a:pt x="38" y="7"/>
                  </a:lnTo>
                  <a:lnTo>
                    <a:pt x="33" y="15"/>
                  </a:lnTo>
                  <a:lnTo>
                    <a:pt x="25" y="28"/>
                  </a:lnTo>
                  <a:lnTo>
                    <a:pt x="20" y="41"/>
                  </a:lnTo>
                  <a:lnTo>
                    <a:pt x="15" y="59"/>
                  </a:lnTo>
                  <a:lnTo>
                    <a:pt x="11" y="80"/>
                  </a:lnTo>
                  <a:lnTo>
                    <a:pt x="6" y="100"/>
                  </a:lnTo>
                  <a:lnTo>
                    <a:pt x="4" y="125"/>
                  </a:lnTo>
                  <a:lnTo>
                    <a:pt x="2" y="149"/>
                  </a:lnTo>
                  <a:lnTo>
                    <a:pt x="0" y="175"/>
                  </a:lnTo>
                  <a:lnTo>
                    <a:pt x="0" y="203"/>
                  </a:lnTo>
                  <a:lnTo>
                    <a:pt x="0" y="203"/>
                  </a:lnTo>
                  <a:lnTo>
                    <a:pt x="2" y="177"/>
                  </a:lnTo>
                  <a:lnTo>
                    <a:pt x="2" y="151"/>
                  </a:lnTo>
                  <a:lnTo>
                    <a:pt x="4" y="126"/>
                  </a:lnTo>
                  <a:lnTo>
                    <a:pt x="7" y="104"/>
                  </a:lnTo>
                  <a:lnTo>
                    <a:pt x="11" y="81"/>
                  </a:lnTo>
                  <a:lnTo>
                    <a:pt x="16" y="62"/>
                  </a:lnTo>
                  <a:lnTo>
                    <a:pt x="20" y="45"/>
                  </a:lnTo>
                  <a:lnTo>
                    <a:pt x="27" y="31"/>
                  </a:lnTo>
                  <a:lnTo>
                    <a:pt x="33" y="21"/>
                  </a:lnTo>
                  <a:lnTo>
                    <a:pt x="38" y="12"/>
                  </a:lnTo>
                  <a:lnTo>
                    <a:pt x="45" y="7"/>
                  </a:lnTo>
                  <a:lnTo>
                    <a:pt x="53" y="5"/>
                  </a:lnTo>
                  <a:lnTo>
                    <a:pt x="53" y="0"/>
                  </a:lnTo>
                  <a:close/>
                </a:path>
              </a:pathLst>
            </a:custGeom>
            <a:solidFill>
              <a:srgbClr val="9D9D9D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754" name="Google Shape;754;p2"/>
            <p:cNvSpPr/>
            <p:nvPr/>
          </p:nvSpPr>
          <p:spPr>
            <a:xfrm>
              <a:off x="4074" y="3304"/>
              <a:ext cx="45" cy="117"/>
            </a:xfrm>
            <a:custGeom>
              <a:avLst/>
              <a:gdLst/>
              <a:ahLst/>
              <a:cxnLst/>
              <a:rect l="l" t="t" r="r" b="b"/>
              <a:pathLst>
                <a:path w="53" h="198" extrusionOk="0">
                  <a:moveTo>
                    <a:pt x="53" y="0"/>
                  </a:moveTo>
                  <a:lnTo>
                    <a:pt x="45" y="2"/>
                  </a:lnTo>
                  <a:lnTo>
                    <a:pt x="38" y="7"/>
                  </a:lnTo>
                  <a:lnTo>
                    <a:pt x="33" y="16"/>
                  </a:lnTo>
                  <a:lnTo>
                    <a:pt x="27" y="26"/>
                  </a:lnTo>
                  <a:lnTo>
                    <a:pt x="20" y="40"/>
                  </a:lnTo>
                  <a:lnTo>
                    <a:pt x="16" y="57"/>
                  </a:lnTo>
                  <a:lnTo>
                    <a:pt x="11" y="76"/>
                  </a:lnTo>
                  <a:lnTo>
                    <a:pt x="7" y="99"/>
                  </a:lnTo>
                  <a:lnTo>
                    <a:pt x="4" y="121"/>
                  </a:lnTo>
                  <a:lnTo>
                    <a:pt x="2" y="146"/>
                  </a:lnTo>
                  <a:lnTo>
                    <a:pt x="2" y="172"/>
                  </a:lnTo>
                  <a:lnTo>
                    <a:pt x="0" y="198"/>
                  </a:lnTo>
                  <a:lnTo>
                    <a:pt x="2" y="198"/>
                  </a:lnTo>
                  <a:lnTo>
                    <a:pt x="2" y="172"/>
                  </a:lnTo>
                  <a:lnTo>
                    <a:pt x="4" y="147"/>
                  </a:lnTo>
                  <a:lnTo>
                    <a:pt x="6" y="123"/>
                  </a:lnTo>
                  <a:lnTo>
                    <a:pt x="9" y="101"/>
                  </a:lnTo>
                  <a:lnTo>
                    <a:pt x="13" y="80"/>
                  </a:lnTo>
                  <a:lnTo>
                    <a:pt x="16" y="61"/>
                  </a:lnTo>
                  <a:lnTo>
                    <a:pt x="22" y="45"/>
                  </a:lnTo>
                  <a:lnTo>
                    <a:pt x="27" y="31"/>
                  </a:lnTo>
                  <a:lnTo>
                    <a:pt x="33" y="19"/>
                  </a:lnTo>
                  <a:lnTo>
                    <a:pt x="40" y="12"/>
                  </a:lnTo>
                  <a:lnTo>
                    <a:pt x="45" y="7"/>
                  </a:lnTo>
                  <a:lnTo>
                    <a:pt x="53" y="5"/>
                  </a:lnTo>
                  <a:lnTo>
                    <a:pt x="53" y="0"/>
                  </a:lnTo>
                  <a:close/>
                </a:path>
              </a:pathLst>
            </a:custGeom>
            <a:solidFill>
              <a:srgbClr val="9F9F9F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755" name="Google Shape;755;p2"/>
            <p:cNvSpPr/>
            <p:nvPr/>
          </p:nvSpPr>
          <p:spPr>
            <a:xfrm>
              <a:off x="4074" y="3307"/>
              <a:ext cx="45" cy="114"/>
            </a:xfrm>
            <a:custGeom>
              <a:avLst/>
              <a:gdLst/>
              <a:ahLst/>
              <a:cxnLst/>
              <a:rect l="l" t="t" r="r" b="b"/>
              <a:pathLst>
                <a:path w="51" h="193" extrusionOk="0">
                  <a:moveTo>
                    <a:pt x="51" y="0"/>
                  </a:moveTo>
                  <a:lnTo>
                    <a:pt x="43" y="2"/>
                  </a:lnTo>
                  <a:lnTo>
                    <a:pt x="38" y="7"/>
                  </a:lnTo>
                  <a:lnTo>
                    <a:pt x="31" y="14"/>
                  </a:lnTo>
                  <a:lnTo>
                    <a:pt x="25" y="26"/>
                  </a:lnTo>
                  <a:lnTo>
                    <a:pt x="20" y="40"/>
                  </a:lnTo>
                  <a:lnTo>
                    <a:pt x="14" y="56"/>
                  </a:lnTo>
                  <a:lnTo>
                    <a:pt x="11" y="75"/>
                  </a:lnTo>
                  <a:lnTo>
                    <a:pt x="7" y="96"/>
                  </a:lnTo>
                  <a:lnTo>
                    <a:pt x="4" y="118"/>
                  </a:lnTo>
                  <a:lnTo>
                    <a:pt x="2" y="142"/>
                  </a:lnTo>
                  <a:lnTo>
                    <a:pt x="0" y="167"/>
                  </a:lnTo>
                  <a:lnTo>
                    <a:pt x="0" y="193"/>
                  </a:lnTo>
                  <a:lnTo>
                    <a:pt x="2" y="193"/>
                  </a:lnTo>
                  <a:lnTo>
                    <a:pt x="2" y="168"/>
                  </a:lnTo>
                  <a:lnTo>
                    <a:pt x="4" y="144"/>
                  </a:lnTo>
                  <a:lnTo>
                    <a:pt x="5" y="120"/>
                  </a:lnTo>
                  <a:lnTo>
                    <a:pt x="7" y="99"/>
                  </a:lnTo>
                  <a:lnTo>
                    <a:pt x="11" y="78"/>
                  </a:lnTo>
                  <a:lnTo>
                    <a:pt x="16" y="59"/>
                  </a:lnTo>
                  <a:lnTo>
                    <a:pt x="20" y="44"/>
                  </a:lnTo>
                  <a:lnTo>
                    <a:pt x="25" y="30"/>
                  </a:lnTo>
                  <a:lnTo>
                    <a:pt x="31" y="19"/>
                  </a:lnTo>
                  <a:lnTo>
                    <a:pt x="38" y="12"/>
                  </a:lnTo>
                  <a:lnTo>
                    <a:pt x="43" y="7"/>
                  </a:lnTo>
                  <a:lnTo>
                    <a:pt x="51" y="5"/>
                  </a:lnTo>
                  <a:lnTo>
                    <a:pt x="51" y="0"/>
                  </a:lnTo>
                  <a:close/>
                </a:path>
              </a:pathLst>
            </a:custGeom>
            <a:solidFill>
              <a:srgbClr val="A1A1A1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756" name="Google Shape;756;p2"/>
            <p:cNvSpPr/>
            <p:nvPr/>
          </p:nvSpPr>
          <p:spPr>
            <a:xfrm>
              <a:off x="4075" y="3309"/>
              <a:ext cx="44" cy="112"/>
            </a:xfrm>
            <a:custGeom>
              <a:avLst/>
              <a:gdLst/>
              <a:ahLst/>
              <a:cxnLst/>
              <a:rect l="l" t="t" r="r" b="b"/>
              <a:pathLst>
                <a:path w="49" h="188" extrusionOk="0">
                  <a:moveTo>
                    <a:pt x="49" y="0"/>
                  </a:moveTo>
                  <a:lnTo>
                    <a:pt x="41" y="2"/>
                  </a:lnTo>
                  <a:lnTo>
                    <a:pt x="36" y="7"/>
                  </a:lnTo>
                  <a:lnTo>
                    <a:pt x="29" y="14"/>
                  </a:lnTo>
                  <a:lnTo>
                    <a:pt x="23" y="25"/>
                  </a:lnTo>
                  <a:lnTo>
                    <a:pt x="18" y="39"/>
                  </a:lnTo>
                  <a:lnTo>
                    <a:pt x="14" y="54"/>
                  </a:lnTo>
                  <a:lnTo>
                    <a:pt x="9" y="73"/>
                  </a:lnTo>
                  <a:lnTo>
                    <a:pt x="5" y="94"/>
                  </a:lnTo>
                  <a:lnTo>
                    <a:pt x="3" y="115"/>
                  </a:lnTo>
                  <a:lnTo>
                    <a:pt x="2" y="139"/>
                  </a:lnTo>
                  <a:lnTo>
                    <a:pt x="0" y="163"/>
                  </a:lnTo>
                  <a:lnTo>
                    <a:pt x="0" y="188"/>
                  </a:lnTo>
                  <a:lnTo>
                    <a:pt x="2" y="188"/>
                  </a:lnTo>
                  <a:lnTo>
                    <a:pt x="2" y="163"/>
                  </a:lnTo>
                  <a:lnTo>
                    <a:pt x="2" y="141"/>
                  </a:lnTo>
                  <a:lnTo>
                    <a:pt x="5" y="118"/>
                  </a:lnTo>
                  <a:lnTo>
                    <a:pt x="7" y="96"/>
                  </a:lnTo>
                  <a:lnTo>
                    <a:pt x="11" y="77"/>
                  </a:lnTo>
                  <a:lnTo>
                    <a:pt x="14" y="59"/>
                  </a:lnTo>
                  <a:lnTo>
                    <a:pt x="20" y="44"/>
                  </a:lnTo>
                  <a:lnTo>
                    <a:pt x="25" y="30"/>
                  </a:lnTo>
                  <a:lnTo>
                    <a:pt x="30" y="19"/>
                  </a:lnTo>
                  <a:lnTo>
                    <a:pt x="36" y="11"/>
                  </a:lnTo>
                  <a:lnTo>
                    <a:pt x="41" y="7"/>
                  </a:lnTo>
                  <a:lnTo>
                    <a:pt x="49" y="6"/>
                  </a:lnTo>
                  <a:lnTo>
                    <a:pt x="49" y="0"/>
                  </a:lnTo>
                  <a:close/>
                </a:path>
              </a:pathLst>
            </a:custGeom>
            <a:solidFill>
              <a:srgbClr val="A3A3A3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757" name="Google Shape;757;p2"/>
            <p:cNvSpPr/>
            <p:nvPr/>
          </p:nvSpPr>
          <p:spPr>
            <a:xfrm>
              <a:off x="4077" y="3313"/>
              <a:ext cx="42" cy="108"/>
            </a:xfrm>
            <a:custGeom>
              <a:avLst/>
              <a:gdLst/>
              <a:ahLst/>
              <a:cxnLst/>
              <a:rect l="l" t="t" r="r" b="b"/>
              <a:pathLst>
                <a:path w="47" h="182" extrusionOk="0">
                  <a:moveTo>
                    <a:pt x="47" y="0"/>
                  </a:moveTo>
                  <a:lnTo>
                    <a:pt x="39" y="1"/>
                  </a:lnTo>
                  <a:lnTo>
                    <a:pt x="34" y="5"/>
                  </a:lnTo>
                  <a:lnTo>
                    <a:pt x="28" y="13"/>
                  </a:lnTo>
                  <a:lnTo>
                    <a:pt x="23" y="24"/>
                  </a:lnTo>
                  <a:lnTo>
                    <a:pt x="18" y="38"/>
                  </a:lnTo>
                  <a:lnTo>
                    <a:pt x="12" y="53"/>
                  </a:lnTo>
                  <a:lnTo>
                    <a:pt x="9" y="71"/>
                  </a:lnTo>
                  <a:lnTo>
                    <a:pt x="5" y="90"/>
                  </a:lnTo>
                  <a:lnTo>
                    <a:pt x="3" y="112"/>
                  </a:lnTo>
                  <a:lnTo>
                    <a:pt x="0" y="135"/>
                  </a:lnTo>
                  <a:lnTo>
                    <a:pt x="0" y="157"/>
                  </a:lnTo>
                  <a:lnTo>
                    <a:pt x="0" y="182"/>
                  </a:lnTo>
                  <a:lnTo>
                    <a:pt x="0" y="182"/>
                  </a:lnTo>
                  <a:lnTo>
                    <a:pt x="1" y="157"/>
                  </a:lnTo>
                  <a:lnTo>
                    <a:pt x="1" y="135"/>
                  </a:lnTo>
                  <a:lnTo>
                    <a:pt x="3" y="114"/>
                  </a:lnTo>
                  <a:lnTo>
                    <a:pt x="7" y="93"/>
                  </a:lnTo>
                  <a:lnTo>
                    <a:pt x="10" y="74"/>
                  </a:lnTo>
                  <a:lnTo>
                    <a:pt x="14" y="57"/>
                  </a:lnTo>
                  <a:lnTo>
                    <a:pt x="18" y="41"/>
                  </a:lnTo>
                  <a:lnTo>
                    <a:pt x="23" y="29"/>
                  </a:lnTo>
                  <a:lnTo>
                    <a:pt x="28" y="19"/>
                  </a:lnTo>
                  <a:lnTo>
                    <a:pt x="34" y="10"/>
                  </a:lnTo>
                  <a:lnTo>
                    <a:pt x="39" y="7"/>
                  </a:lnTo>
                  <a:lnTo>
                    <a:pt x="47" y="5"/>
                  </a:lnTo>
                  <a:lnTo>
                    <a:pt x="47" y="0"/>
                  </a:lnTo>
                  <a:close/>
                </a:path>
              </a:pathLst>
            </a:custGeom>
            <a:solidFill>
              <a:srgbClr val="A5A5A5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758" name="Google Shape;758;p2"/>
            <p:cNvSpPr/>
            <p:nvPr/>
          </p:nvSpPr>
          <p:spPr>
            <a:xfrm>
              <a:off x="4077" y="3315"/>
              <a:ext cx="42" cy="106"/>
            </a:xfrm>
            <a:custGeom>
              <a:avLst/>
              <a:gdLst/>
              <a:ahLst/>
              <a:cxnLst/>
              <a:rect l="l" t="t" r="r" b="b"/>
              <a:pathLst>
                <a:path w="47" h="177" extrusionOk="0">
                  <a:moveTo>
                    <a:pt x="47" y="0"/>
                  </a:moveTo>
                  <a:lnTo>
                    <a:pt x="39" y="2"/>
                  </a:lnTo>
                  <a:lnTo>
                    <a:pt x="34" y="5"/>
                  </a:lnTo>
                  <a:lnTo>
                    <a:pt x="28" y="14"/>
                  </a:lnTo>
                  <a:lnTo>
                    <a:pt x="23" y="24"/>
                  </a:lnTo>
                  <a:lnTo>
                    <a:pt x="18" y="36"/>
                  </a:lnTo>
                  <a:lnTo>
                    <a:pt x="14" y="52"/>
                  </a:lnTo>
                  <a:lnTo>
                    <a:pt x="10" y="69"/>
                  </a:lnTo>
                  <a:lnTo>
                    <a:pt x="7" y="88"/>
                  </a:lnTo>
                  <a:lnTo>
                    <a:pt x="3" y="109"/>
                  </a:lnTo>
                  <a:lnTo>
                    <a:pt x="1" y="130"/>
                  </a:lnTo>
                  <a:lnTo>
                    <a:pt x="1" y="152"/>
                  </a:lnTo>
                  <a:lnTo>
                    <a:pt x="0" y="177"/>
                  </a:lnTo>
                  <a:lnTo>
                    <a:pt x="1" y="177"/>
                  </a:lnTo>
                  <a:lnTo>
                    <a:pt x="1" y="154"/>
                  </a:lnTo>
                  <a:lnTo>
                    <a:pt x="3" y="132"/>
                  </a:lnTo>
                  <a:lnTo>
                    <a:pt x="5" y="111"/>
                  </a:lnTo>
                  <a:lnTo>
                    <a:pt x="7" y="90"/>
                  </a:lnTo>
                  <a:lnTo>
                    <a:pt x="10" y="73"/>
                  </a:lnTo>
                  <a:lnTo>
                    <a:pt x="14" y="55"/>
                  </a:lnTo>
                  <a:lnTo>
                    <a:pt x="19" y="40"/>
                  </a:lnTo>
                  <a:lnTo>
                    <a:pt x="23" y="28"/>
                  </a:lnTo>
                  <a:lnTo>
                    <a:pt x="28" y="17"/>
                  </a:lnTo>
                  <a:lnTo>
                    <a:pt x="34" y="10"/>
                  </a:lnTo>
                  <a:lnTo>
                    <a:pt x="41" y="7"/>
                  </a:lnTo>
                  <a:lnTo>
                    <a:pt x="47" y="5"/>
                  </a:lnTo>
                  <a:lnTo>
                    <a:pt x="47" y="0"/>
                  </a:lnTo>
                  <a:close/>
                </a:path>
              </a:pathLst>
            </a:custGeom>
            <a:solidFill>
              <a:srgbClr val="A8A8A8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759" name="Google Shape;759;p2"/>
            <p:cNvSpPr/>
            <p:nvPr/>
          </p:nvSpPr>
          <p:spPr>
            <a:xfrm>
              <a:off x="4079" y="3319"/>
              <a:ext cx="40" cy="102"/>
            </a:xfrm>
            <a:custGeom>
              <a:avLst/>
              <a:gdLst/>
              <a:ahLst/>
              <a:cxnLst/>
              <a:rect l="l" t="t" r="r" b="b"/>
              <a:pathLst>
                <a:path w="46" h="172" extrusionOk="0">
                  <a:moveTo>
                    <a:pt x="46" y="0"/>
                  </a:moveTo>
                  <a:lnTo>
                    <a:pt x="40" y="2"/>
                  </a:lnTo>
                  <a:lnTo>
                    <a:pt x="33" y="5"/>
                  </a:lnTo>
                  <a:lnTo>
                    <a:pt x="27" y="12"/>
                  </a:lnTo>
                  <a:lnTo>
                    <a:pt x="22" y="23"/>
                  </a:lnTo>
                  <a:lnTo>
                    <a:pt x="18" y="35"/>
                  </a:lnTo>
                  <a:lnTo>
                    <a:pt x="13" y="50"/>
                  </a:lnTo>
                  <a:lnTo>
                    <a:pt x="9" y="68"/>
                  </a:lnTo>
                  <a:lnTo>
                    <a:pt x="6" y="85"/>
                  </a:lnTo>
                  <a:lnTo>
                    <a:pt x="4" y="106"/>
                  </a:lnTo>
                  <a:lnTo>
                    <a:pt x="2" y="127"/>
                  </a:lnTo>
                  <a:lnTo>
                    <a:pt x="0" y="149"/>
                  </a:lnTo>
                  <a:lnTo>
                    <a:pt x="0" y="172"/>
                  </a:lnTo>
                  <a:lnTo>
                    <a:pt x="2" y="172"/>
                  </a:lnTo>
                  <a:lnTo>
                    <a:pt x="2" y="147"/>
                  </a:lnTo>
                  <a:lnTo>
                    <a:pt x="4" y="125"/>
                  </a:lnTo>
                  <a:lnTo>
                    <a:pt x="6" y="102"/>
                  </a:lnTo>
                  <a:lnTo>
                    <a:pt x="9" y="82"/>
                  </a:lnTo>
                  <a:lnTo>
                    <a:pt x="13" y="62"/>
                  </a:lnTo>
                  <a:lnTo>
                    <a:pt x="17" y="45"/>
                  </a:lnTo>
                  <a:lnTo>
                    <a:pt x="22" y="31"/>
                  </a:lnTo>
                  <a:lnTo>
                    <a:pt x="27" y="21"/>
                  </a:lnTo>
                  <a:lnTo>
                    <a:pt x="33" y="12"/>
                  </a:lnTo>
                  <a:lnTo>
                    <a:pt x="38" y="7"/>
                  </a:lnTo>
                  <a:lnTo>
                    <a:pt x="46" y="5"/>
                  </a:lnTo>
                  <a:lnTo>
                    <a:pt x="46" y="0"/>
                  </a:lnTo>
                  <a:close/>
                </a:path>
              </a:pathLst>
            </a:custGeom>
            <a:solidFill>
              <a:srgbClr val="AAAAAA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760" name="Google Shape;760;p2"/>
            <p:cNvSpPr/>
            <p:nvPr/>
          </p:nvSpPr>
          <p:spPr>
            <a:xfrm>
              <a:off x="4081" y="3323"/>
              <a:ext cx="38" cy="98"/>
            </a:xfrm>
            <a:custGeom>
              <a:avLst/>
              <a:gdLst/>
              <a:ahLst/>
              <a:cxnLst/>
              <a:rect l="l" t="t" r="r" b="b"/>
              <a:pathLst>
                <a:path w="44" h="167" extrusionOk="0">
                  <a:moveTo>
                    <a:pt x="44" y="0"/>
                  </a:moveTo>
                  <a:lnTo>
                    <a:pt x="36" y="2"/>
                  </a:lnTo>
                  <a:lnTo>
                    <a:pt x="31" y="7"/>
                  </a:lnTo>
                  <a:lnTo>
                    <a:pt x="25" y="16"/>
                  </a:lnTo>
                  <a:lnTo>
                    <a:pt x="20" y="26"/>
                  </a:lnTo>
                  <a:lnTo>
                    <a:pt x="15" y="40"/>
                  </a:lnTo>
                  <a:lnTo>
                    <a:pt x="11" y="57"/>
                  </a:lnTo>
                  <a:lnTo>
                    <a:pt x="7" y="77"/>
                  </a:lnTo>
                  <a:lnTo>
                    <a:pt x="4" y="97"/>
                  </a:lnTo>
                  <a:lnTo>
                    <a:pt x="2" y="120"/>
                  </a:lnTo>
                  <a:lnTo>
                    <a:pt x="0" y="142"/>
                  </a:lnTo>
                  <a:lnTo>
                    <a:pt x="0" y="167"/>
                  </a:lnTo>
                  <a:lnTo>
                    <a:pt x="2" y="167"/>
                  </a:lnTo>
                  <a:lnTo>
                    <a:pt x="2" y="142"/>
                  </a:lnTo>
                  <a:lnTo>
                    <a:pt x="2" y="122"/>
                  </a:lnTo>
                  <a:lnTo>
                    <a:pt x="6" y="99"/>
                  </a:lnTo>
                  <a:lnTo>
                    <a:pt x="7" y="80"/>
                  </a:lnTo>
                  <a:lnTo>
                    <a:pt x="11" y="61"/>
                  </a:lnTo>
                  <a:lnTo>
                    <a:pt x="16" y="45"/>
                  </a:lnTo>
                  <a:lnTo>
                    <a:pt x="20" y="31"/>
                  </a:lnTo>
                  <a:lnTo>
                    <a:pt x="25" y="19"/>
                  </a:lnTo>
                  <a:lnTo>
                    <a:pt x="31" y="12"/>
                  </a:lnTo>
                  <a:lnTo>
                    <a:pt x="36" y="7"/>
                  </a:lnTo>
                  <a:lnTo>
                    <a:pt x="44" y="5"/>
                  </a:lnTo>
                  <a:lnTo>
                    <a:pt x="44" y="0"/>
                  </a:lnTo>
                  <a:close/>
                </a:path>
              </a:pathLst>
            </a:custGeom>
            <a:solidFill>
              <a:srgbClr val="ACACAC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761" name="Google Shape;761;p2"/>
            <p:cNvSpPr/>
            <p:nvPr/>
          </p:nvSpPr>
          <p:spPr>
            <a:xfrm>
              <a:off x="4082" y="3325"/>
              <a:ext cx="37" cy="96"/>
            </a:xfrm>
            <a:custGeom>
              <a:avLst/>
              <a:gdLst/>
              <a:ahLst/>
              <a:cxnLst/>
              <a:rect l="l" t="t" r="r" b="b"/>
              <a:pathLst>
                <a:path w="42" h="162" extrusionOk="0">
                  <a:moveTo>
                    <a:pt x="42" y="0"/>
                  </a:moveTo>
                  <a:lnTo>
                    <a:pt x="34" y="2"/>
                  </a:lnTo>
                  <a:lnTo>
                    <a:pt x="29" y="7"/>
                  </a:lnTo>
                  <a:lnTo>
                    <a:pt x="23" y="14"/>
                  </a:lnTo>
                  <a:lnTo>
                    <a:pt x="18" y="26"/>
                  </a:lnTo>
                  <a:lnTo>
                    <a:pt x="14" y="40"/>
                  </a:lnTo>
                  <a:lnTo>
                    <a:pt x="9" y="56"/>
                  </a:lnTo>
                  <a:lnTo>
                    <a:pt x="5" y="75"/>
                  </a:lnTo>
                  <a:lnTo>
                    <a:pt x="4" y="94"/>
                  </a:lnTo>
                  <a:lnTo>
                    <a:pt x="0" y="117"/>
                  </a:lnTo>
                  <a:lnTo>
                    <a:pt x="0" y="137"/>
                  </a:lnTo>
                  <a:lnTo>
                    <a:pt x="0" y="162"/>
                  </a:lnTo>
                  <a:lnTo>
                    <a:pt x="0" y="162"/>
                  </a:lnTo>
                  <a:lnTo>
                    <a:pt x="2" y="139"/>
                  </a:lnTo>
                  <a:lnTo>
                    <a:pt x="2" y="117"/>
                  </a:lnTo>
                  <a:lnTo>
                    <a:pt x="4" y="96"/>
                  </a:lnTo>
                  <a:lnTo>
                    <a:pt x="7" y="77"/>
                  </a:lnTo>
                  <a:lnTo>
                    <a:pt x="11" y="59"/>
                  </a:lnTo>
                  <a:lnTo>
                    <a:pt x="14" y="44"/>
                  </a:lnTo>
                  <a:lnTo>
                    <a:pt x="20" y="30"/>
                  </a:lnTo>
                  <a:lnTo>
                    <a:pt x="23" y="20"/>
                  </a:lnTo>
                  <a:lnTo>
                    <a:pt x="29" y="13"/>
                  </a:lnTo>
                  <a:lnTo>
                    <a:pt x="36" y="7"/>
                  </a:lnTo>
                  <a:lnTo>
                    <a:pt x="42" y="6"/>
                  </a:lnTo>
                  <a:lnTo>
                    <a:pt x="42" y="0"/>
                  </a:lnTo>
                  <a:close/>
                </a:path>
              </a:pathLst>
            </a:custGeom>
            <a:solidFill>
              <a:srgbClr val="AFAFAF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762" name="Google Shape;762;p2"/>
            <p:cNvSpPr/>
            <p:nvPr/>
          </p:nvSpPr>
          <p:spPr>
            <a:xfrm>
              <a:off x="4082" y="3329"/>
              <a:ext cx="37" cy="92"/>
            </a:xfrm>
            <a:custGeom>
              <a:avLst/>
              <a:gdLst/>
              <a:ahLst/>
              <a:cxnLst/>
              <a:rect l="l" t="t" r="r" b="b"/>
              <a:pathLst>
                <a:path w="42" h="156" extrusionOk="0">
                  <a:moveTo>
                    <a:pt x="42" y="0"/>
                  </a:moveTo>
                  <a:lnTo>
                    <a:pt x="36" y="1"/>
                  </a:lnTo>
                  <a:lnTo>
                    <a:pt x="29" y="7"/>
                  </a:lnTo>
                  <a:lnTo>
                    <a:pt x="23" y="14"/>
                  </a:lnTo>
                  <a:lnTo>
                    <a:pt x="20" y="24"/>
                  </a:lnTo>
                  <a:lnTo>
                    <a:pt x="14" y="38"/>
                  </a:lnTo>
                  <a:lnTo>
                    <a:pt x="11" y="53"/>
                  </a:lnTo>
                  <a:lnTo>
                    <a:pt x="7" y="71"/>
                  </a:lnTo>
                  <a:lnTo>
                    <a:pt x="4" y="90"/>
                  </a:lnTo>
                  <a:lnTo>
                    <a:pt x="2" y="111"/>
                  </a:lnTo>
                  <a:lnTo>
                    <a:pt x="2" y="133"/>
                  </a:lnTo>
                  <a:lnTo>
                    <a:pt x="0" y="156"/>
                  </a:lnTo>
                  <a:lnTo>
                    <a:pt x="2" y="156"/>
                  </a:lnTo>
                  <a:lnTo>
                    <a:pt x="2" y="133"/>
                  </a:lnTo>
                  <a:lnTo>
                    <a:pt x="4" y="112"/>
                  </a:lnTo>
                  <a:lnTo>
                    <a:pt x="5" y="93"/>
                  </a:lnTo>
                  <a:lnTo>
                    <a:pt x="7" y="74"/>
                  </a:lnTo>
                  <a:lnTo>
                    <a:pt x="11" y="57"/>
                  </a:lnTo>
                  <a:lnTo>
                    <a:pt x="16" y="41"/>
                  </a:lnTo>
                  <a:lnTo>
                    <a:pt x="20" y="29"/>
                  </a:lnTo>
                  <a:lnTo>
                    <a:pt x="25" y="19"/>
                  </a:lnTo>
                  <a:lnTo>
                    <a:pt x="31" y="10"/>
                  </a:lnTo>
                  <a:lnTo>
                    <a:pt x="36" y="7"/>
                  </a:lnTo>
                  <a:lnTo>
                    <a:pt x="42" y="5"/>
                  </a:lnTo>
                  <a:lnTo>
                    <a:pt x="42" y="0"/>
                  </a:lnTo>
                  <a:close/>
                </a:path>
              </a:pathLst>
            </a:custGeom>
            <a:solidFill>
              <a:srgbClr val="B1B1B1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763" name="Google Shape;763;p2"/>
            <p:cNvSpPr/>
            <p:nvPr/>
          </p:nvSpPr>
          <p:spPr>
            <a:xfrm>
              <a:off x="4084" y="3331"/>
              <a:ext cx="35" cy="90"/>
            </a:xfrm>
            <a:custGeom>
              <a:avLst/>
              <a:gdLst/>
              <a:ahLst/>
              <a:cxnLst/>
              <a:rect l="l" t="t" r="r" b="b"/>
              <a:pathLst>
                <a:path w="40" h="151" extrusionOk="0">
                  <a:moveTo>
                    <a:pt x="40" y="0"/>
                  </a:moveTo>
                  <a:lnTo>
                    <a:pt x="34" y="2"/>
                  </a:lnTo>
                  <a:lnTo>
                    <a:pt x="29" y="5"/>
                  </a:lnTo>
                  <a:lnTo>
                    <a:pt x="23" y="14"/>
                  </a:lnTo>
                  <a:lnTo>
                    <a:pt x="18" y="24"/>
                  </a:lnTo>
                  <a:lnTo>
                    <a:pt x="14" y="36"/>
                  </a:lnTo>
                  <a:lnTo>
                    <a:pt x="9" y="52"/>
                  </a:lnTo>
                  <a:lnTo>
                    <a:pt x="5" y="69"/>
                  </a:lnTo>
                  <a:lnTo>
                    <a:pt x="3" y="88"/>
                  </a:lnTo>
                  <a:lnTo>
                    <a:pt x="2" y="107"/>
                  </a:lnTo>
                  <a:lnTo>
                    <a:pt x="0" y="128"/>
                  </a:lnTo>
                  <a:lnTo>
                    <a:pt x="0" y="151"/>
                  </a:lnTo>
                  <a:lnTo>
                    <a:pt x="2" y="151"/>
                  </a:lnTo>
                  <a:lnTo>
                    <a:pt x="2" y="130"/>
                  </a:lnTo>
                  <a:lnTo>
                    <a:pt x="3" y="109"/>
                  </a:lnTo>
                  <a:lnTo>
                    <a:pt x="5" y="90"/>
                  </a:lnTo>
                  <a:lnTo>
                    <a:pt x="7" y="71"/>
                  </a:lnTo>
                  <a:lnTo>
                    <a:pt x="11" y="55"/>
                  </a:lnTo>
                  <a:lnTo>
                    <a:pt x="14" y="40"/>
                  </a:lnTo>
                  <a:lnTo>
                    <a:pt x="18" y="28"/>
                  </a:lnTo>
                  <a:lnTo>
                    <a:pt x="23" y="17"/>
                  </a:lnTo>
                  <a:lnTo>
                    <a:pt x="29" y="10"/>
                  </a:lnTo>
                  <a:lnTo>
                    <a:pt x="34" y="7"/>
                  </a:lnTo>
                  <a:lnTo>
                    <a:pt x="40" y="5"/>
                  </a:lnTo>
                  <a:lnTo>
                    <a:pt x="40" y="0"/>
                  </a:lnTo>
                  <a:close/>
                </a:path>
              </a:pathLst>
            </a:custGeom>
            <a:solidFill>
              <a:srgbClr val="B4B4B4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764" name="Google Shape;764;p2"/>
            <p:cNvSpPr/>
            <p:nvPr/>
          </p:nvSpPr>
          <p:spPr>
            <a:xfrm>
              <a:off x="4086" y="3335"/>
              <a:ext cx="33" cy="86"/>
            </a:xfrm>
            <a:custGeom>
              <a:avLst/>
              <a:gdLst/>
              <a:ahLst/>
              <a:cxnLst/>
              <a:rect l="l" t="t" r="r" b="b"/>
              <a:pathLst>
                <a:path w="38" h="146" extrusionOk="0">
                  <a:moveTo>
                    <a:pt x="38" y="0"/>
                  </a:moveTo>
                  <a:lnTo>
                    <a:pt x="32" y="2"/>
                  </a:lnTo>
                  <a:lnTo>
                    <a:pt x="27" y="5"/>
                  </a:lnTo>
                  <a:lnTo>
                    <a:pt x="21" y="12"/>
                  </a:lnTo>
                  <a:lnTo>
                    <a:pt x="16" y="23"/>
                  </a:lnTo>
                  <a:lnTo>
                    <a:pt x="12" y="35"/>
                  </a:lnTo>
                  <a:lnTo>
                    <a:pt x="9" y="50"/>
                  </a:lnTo>
                  <a:lnTo>
                    <a:pt x="5" y="66"/>
                  </a:lnTo>
                  <a:lnTo>
                    <a:pt x="3" y="85"/>
                  </a:lnTo>
                  <a:lnTo>
                    <a:pt x="1" y="104"/>
                  </a:lnTo>
                  <a:lnTo>
                    <a:pt x="0" y="125"/>
                  </a:lnTo>
                  <a:lnTo>
                    <a:pt x="0" y="146"/>
                  </a:lnTo>
                  <a:lnTo>
                    <a:pt x="1" y="146"/>
                  </a:lnTo>
                  <a:lnTo>
                    <a:pt x="1" y="123"/>
                  </a:lnTo>
                  <a:lnTo>
                    <a:pt x="3" y="102"/>
                  </a:lnTo>
                  <a:lnTo>
                    <a:pt x="5" y="82"/>
                  </a:lnTo>
                  <a:lnTo>
                    <a:pt x="7" y="63"/>
                  </a:lnTo>
                  <a:lnTo>
                    <a:pt x="10" y="47"/>
                  </a:lnTo>
                  <a:lnTo>
                    <a:pt x="16" y="31"/>
                  </a:lnTo>
                  <a:lnTo>
                    <a:pt x="21" y="21"/>
                  </a:lnTo>
                  <a:lnTo>
                    <a:pt x="25" y="12"/>
                  </a:lnTo>
                  <a:lnTo>
                    <a:pt x="32" y="7"/>
                  </a:lnTo>
                  <a:lnTo>
                    <a:pt x="38" y="5"/>
                  </a:lnTo>
                  <a:lnTo>
                    <a:pt x="38" y="0"/>
                  </a:lnTo>
                  <a:close/>
                </a:path>
              </a:pathLst>
            </a:custGeom>
            <a:solidFill>
              <a:srgbClr val="B7B7B7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765" name="Google Shape;765;p2"/>
            <p:cNvSpPr/>
            <p:nvPr/>
          </p:nvSpPr>
          <p:spPr>
            <a:xfrm>
              <a:off x="4088" y="3338"/>
              <a:ext cx="31" cy="83"/>
            </a:xfrm>
            <a:custGeom>
              <a:avLst/>
              <a:gdLst/>
              <a:ahLst/>
              <a:cxnLst/>
              <a:rect l="l" t="t" r="r" b="b"/>
              <a:pathLst>
                <a:path w="37" h="141" extrusionOk="0">
                  <a:moveTo>
                    <a:pt x="37" y="0"/>
                  </a:moveTo>
                  <a:lnTo>
                    <a:pt x="31" y="2"/>
                  </a:lnTo>
                  <a:lnTo>
                    <a:pt x="24" y="7"/>
                  </a:lnTo>
                  <a:lnTo>
                    <a:pt x="20" y="16"/>
                  </a:lnTo>
                  <a:lnTo>
                    <a:pt x="15" y="26"/>
                  </a:lnTo>
                  <a:lnTo>
                    <a:pt x="9" y="42"/>
                  </a:lnTo>
                  <a:lnTo>
                    <a:pt x="6" y="58"/>
                  </a:lnTo>
                  <a:lnTo>
                    <a:pt x="4" y="77"/>
                  </a:lnTo>
                  <a:lnTo>
                    <a:pt x="2" y="97"/>
                  </a:lnTo>
                  <a:lnTo>
                    <a:pt x="0" y="118"/>
                  </a:lnTo>
                  <a:lnTo>
                    <a:pt x="0" y="141"/>
                  </a:lnTo>
                  <a:lnTo>
                    <a:pt x="0" y="141"/>
                  </a:lnTo>
                  <a:lnTo>
                    <a:pt x="2" y="118"/>
                  </a:lnTo>
                  <a:lnTo>
                    <a:pt x="2" y="99"/>
                  </a:lnTo>
                  <a:lnTo>
                    <a:pt x="4" y="78"/>
                  </a:lnTo>
                  <a:lnTo>
                    <a:pt x="8" y="61"/>
                  </a:lnTo>
                  <a:lnTo>
                    <a:pt x="11" y="45"/>
                  </a:lnTo>
                  <a:lnTo>
                    <a:pt x="15" y="31"/>
                  </a:lnTo>
                  <a:lnTo>
                    <a:pt x="20" y="19"/>
                  </a:lnTo>
                  <a:lnTo>
                    <a:pt x="26" y="12"/>
                  </a:lnTo>
                  <a:lnTo>
                    <a:pt x="31" y="7"/>
                  </a:lnTo>
                  <a:lnTo>
                    <a:pt x="37" y="5"/>
                  </a:lnTo>
                  <a:lnTo>
                    <a:pt x="37" y="0"/>
                  </a:lnTo>
                  <a:close/>
                </a:path>
              </a:pathLst>
            </a:custGeom>
            <a:solidFill>
              <a:srgbClr val="BABABA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766" name="Google Shape;766;p2"/>
            <p:cNvSpPr/>
            <p:nvPr/>
          </p:nvSpPr>
          <p:spPr>
            <a:xfrm>
              <a:off x="4088" y="3340"/>
              <a:ext cx="31" cy="81"/>
            </a:xfrm>
            <a:custGeom>
              <a:avLst/>
              <a:gdLst/>
              <a:ahLst/>
              <a:cxnLst/>
              <a:rect l="l" t="t" r="r" b="b"/>
              <a:pathLst>
                <a:path w="37" h="136" extrusionOk="0">
                  <a:moveTo>
                    <a:pt x="37" y="0"/>
                  </a:moveTo>
                  <a:lnTo>
                    <a:pt x="31" y="2"/>
                  </a:lnTo>
                  <a:lnTo>
                    <a:pt x="26" y="7"/>
                  </a:lnTo>
                  <a:lnTo>
                    <a:pt x="20" y="14"/>
                  </a:lnTo>
                  <a:lnTo>
                    <a:pt x="15" y="26"/>
                  </a:lnTo>
                  <a:lnTo>
                    <a:pt x="11" y="40"/>
                  </a:lnTo>
                  <a:lnTo>
                    <a:pt x="8" y="56"/>
                  </a:lnTo>
                  <a:lnTo>
                    <a:pt x="4" y="73"/>
                  </a:lnTo>
                  <a:lnTo>
                    <a:pt x="2" y="94"/>
                  </a:lnTo>
                  <a:lnTo>
                    <a:pt x="2" y="113"/>
                  </a:lnTo>
                  <a:lnTo>
                    <a:pt x="0" y="136"/>
                  </a:lnTo>
                  <a:lnTo>
                    <a:pt x="2" y="136"/>
                  </a:lnTo>
                  <a:lnTo>
                    <a:pt x="2" y="115"/>
                  </a:lnTo>
                  <a:lnTo>
                    <a:pt x="4" y="96"/>
                  </a:lnTo>
                  <a:lnTo>
                    <a:pt x="6" y="77"/>
                  </a:lnTo>
                  <a:lnTo>
                    <a:pt x="9" y="59"/>
                  </a:lnTo>
                  <a:lnTo>
                    <a:pt x="13" y="44"/>
                  </a:lnTo>
                  <a:lnTo>
                    <a:pt x="17" y="30"/>
                  </a:lnTo>
                  <a:lnTo>
                    <a:pt x="20" y="20"/>
                  </a:lnTo>
                  <a:lnTo>
                    <a:pt x="26" y="13"/>
                  </a:lnTo>
                  <a:lnTo>
                    <a:pt x="31" y="7"/>
                  </a:lnTo>
                  <a:lnTo>
                    <a:pt x="37" y="6"/>
                  </a:lnTo>
                  <a:lnTo>
                    <a:pt x="37" y="0"/>
                  </a:lnTo>
                  <a:close/>
                </a:path>
              </a:pathLst>
            </a:custGeom>
            <a:solidFill>
              <a:srgbClr val="BDBDBD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767" name="Google Shape;767;p2"/>
            <p:cNvSpPr/>
            <p:nvPr/>
          </p:nvSpPr>
          <p:spPr>
            <a:xfrm>
              <a:off x="4089" y="3344"/>
              <a:ext cx="30" cy="77"/>
            </a:xfrm>
            <a:custGeom>
              <a:avLst/>
              <a:gdLst/>
              <a:ahLst/>
              <a:cxnLst/>
              <a:rect l="l" t="t" r="r" b="b"/>
              <a:pathLst>
                <a:path w="35" h="130" extrusionOk="0">
                  <a:moveTo>
                    <a:pt x="35" y="0"/>
                  </a:moveTo>
                  <a:lnTo>
                    <a:pt x="29" y="1"/>
                  </a:lnTo>
                  <a:lnTo>
                    <a:pt x="24" y="7"/>
                  </a:lnTo>
                  <a:lnTo>
                    <a:pt x="18" y="14"/>
                  </a:lnTo>
                  <a:lnTo>
                    <a:pt x="15" y="24"/>
                  </a:lnTo>
                  <a:lnTo>
                    <a:pt x="11" y="38"/>
                  </a:lnTo>
                  <a:lnTo>
                    <a:pt x="7" y="53"/>
                  </a:lnTo>
                  <a:lnTo>
                    <a:pt x="4" y="71"/>
                  </a:lnTo>
                  <a:lnTo>
                    <a:pt x="2" y="90"/>
                  </a:lnTo>
                  <a:lnTo>
                    <a:pt x="0" y="109"/>
                  </a:lnTo>
                  <a:lnTo>
                    <a:pt x="0" y="130"/>
                  </a:lnTo>
                  <a:lnTo>
                    <a:pt x="2" y="130"/>
                  </a:lnTo>
                  <a:lnTo>
                    <a:pt x="2" y="109"/>
                  </a:lnTo>
                  <a:lnTo>
                    <a:pt x="4" y="90"/>
                  </a:lnTo>
                  <a:lnTo>
                    <a:pt x="6" y="73"/>
                  </a:lnTo>
                  <a:lnTo>
                    <a:pt x="7" y="55"/>
                  </a:lnTo>
                  <a:lnTo>
                    <a:pt x="11" y="41"/>
                  </a:lnTo>
                  <a:lnTo>
                    <a:pt x="15" y="29"/>
                  </a:lnTo>
                  <a:lnTo>
                    <a:pt x="20" y="19"/>
                  </a:lnTo>
                  <a:lnTo>
                    <a:pt x="24" y="10"/>
                  </a:lnTo>
                  <a:lnTo>
                    <a:pt x="29" y="7"/>
                  </a:lnTo>
                  <a:lnTo>
                    <a:pt x="35" y="5"/>
                  </a:lnTo>
                  <a:lnTo>
                    <a:pt x="35" y="0"/>
                  </a:lnTo>
                  <a:close/>
                </a:path>
              </a:pathLst>
            </a:custGeom>
            <a:solidFill>
              <a:srgbClr val="C0C0C0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768" name="Google Shape;768;p2"/>
            <p:cNvSpPr/>
            <p:nvPr/>
          </p:nvSpPr>
          <p:spPr>
            <a:xfrm>
              <a:off x="4091" y="3346"/>
              <a:ext cx="28" cy="75"/>
            </a:xfrm>
            <a:custGeom>
              <a:avLst/>
              <a:gdLst/>
              <a:ahLst/>
              <a:cxnLst/>
              <a:rect l="l" t="t" r="r" b="b"/>
              <a:pathLst>
                <a:path w="33" h="125" extrusionOk="0">
                  <a:moveTo>
                    <a:pt x="33" y="0"/>
                  </a:moveTo>
                  <a:lnTo>
                    <a:pt x="27" y="2"/>
                  </a:lnTo>
                  <a:lnTo>
                    <a:pt x="22" y="5"/>
                  </a:lnTo>
                  <a:lnTo>
                    <a:pt x="18" y="14"/>
                  </a:lnTo>
                  <a:lnTo>
                    <a:pt x="13" y="24"/>
                  </a:lnTo>
                  <a:lnTo>
                    <a:pt x="9" y="36"/>
                  </a:lnTo>
                  <a:lnTo>
                    <a:pt x="5" y="50"/>
                  </a:lnTo>
                  <a:lnTo>
                    <a:pt x="4" y="68"/>
                  </a:lnTo>
                  <a:lnTo>
                    <a:pt x="2" y="85"/>
                  </a:lnTo>
                  <a:lnTo>
                    <a:pt x="0" y="104"/>
                  </a:lnTo>
                  <a:lnTo>
                    <a:pt x="0" y="125"/>
                  </a:lnTo>
                  <a:lnTo>
                    <a:pt x="2" y="125"/>
                  </a:lnTo>
                  <a:lnTo>
                    <a:pt x="2" y="106"/>
                  </a:lnTo>
                  <a:lnTo>
                    <a:pt x="2" y="87"/>
                  </a:lnTo>
                  <a:lnTo>
                    <a:pt x="4" y="69"/>
                  </a:lnTo>
                  <a:lnTo>
                    <a:pt x="7" y="54"/>
                  </a:lnTo>
                  <a:lnTo>
                    <a:pt x="11" y="40"/>
                  </a:lnTo>
                  <a:lnTo>
                    <a:pt x="14" y="28"/>
                  </a:lnTo>
                  <a:lnTo>
                    <a:pt x="18" y="17"/>
                  </a:lnTo>
                  <a:lnTo>
                    <a:pt x="22" y="10"/>
                  </a:lnTo>
                  <a:lnTo>
                    <a:pt x="27" y="7"/>
                  </a:lnTo>
                  <a:lnTo>
                    <a:pt x="33" y="5"/>
                  </a:lnTo>
                  <a:lnTo>
                    <a:pt x="33" y="0"/>
                  </a:lnTo>
                  <a:close/>
                </a:path>
              </a:pathLst>
            </a:custGeom>
            <a:solidFill>
              <a:srgbClr val="C3C3C3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769" name="Google Shape;769;p2"/>
            <p:cNvSpPr/>
            <p:nvPr/>
          </p:nvSpPr>
          <p:spPr>
            <a:xfrm>
              <a:off x="4091" y="3350"/>
              <a:ext cx="28" cy="71"/>
            </a:xfrm>
            <a:custGeom>
              <a:avLst/>
              <a:gdLst/>
              <a:ahLst/>
              <a:cxnLst/>
              <a:rect l="l" t="t" r="r" b="b"/>
              <a:pathLst>
                <a:path w="31" h="120" extrusionOk="0">
                  <a:moveTo>
                    <a:pt x="31" y="0"/>
                  </a:moveTo>
                  <a:lnTo>
                    <a:pt x="25" y="2"/>
                  </a:lnTo>
                  <a:lnTo>
                    <a:pt x="20" y="5"/>
                  </a:lnTo>
                  <a:lnTo>
                    <a:pt x="16" y="12"/>
                  </a:lnTo>
                  <a:lnTo>
                    <a:pt x="12" y="23"/>
                  </a:lnTo>
                  <a:lnTo>
                    <a:pt x="9" y="35"/>
                  </a:lnTo>
                  <a:lnTo>
                    <a:pt x="5" y="49"/>
                  </a:lnTo>
                  <a:lnTo>
                    <a:pt x="2" y="64"/>
                  </a:lnTo>
                  <a:lnTo>
                    <a:pt x="0" y="82"/>
                  </a:lnTo>
                  <a:lnTo>
                    <a:pt x="0" y="101"/>
                  </a:lnTo>
                  <a:lnTo>
                    <a:pt x="0" y="120"/>
                  </a:lnTo>
                  <a:lnTo>
                    <a:pt x="0" y="120"/>
                  </a:lnTo>
                  <a:lnTo>
                    <a:pt x="0" y="101"/>
                  </a:lnTo>
                  <a:lnTo>
                    <a:pt x="2" y="83"/>
                  </a:lnTo>
                  <a:lnTo>
                    <a:pt x="3" y="68"/>
                  </a:lnTo>
                  <a:lnTo>
                    <a:pt x="5" y="52"/>
                  </a:lnTo>
                  <a:lnTo>
                    <a:pt x="9" y="38"/>
                  </a:lnTo>
                  <a:lnTo>
                    <a:pt x="12" y="26"/>
                  </a:lnTo>
                  <a:lnTo>
                    <a:pt x="16" y="17"/>
                  </a:lnTo>
                  <a:lnTo>
                    <a:pt x="22" y="10"/>
                  </a:lnTo>
                  <a:lnTo>
                    <a:pt x="25" y="7"/>
                  </a:lnTo>
                  <a:lnTo>
                    <a:pt x="31" y="5"/>
                  </a:lnTo>
                  <a:lnTo>
                    <a:pt x="31" y="0"/>
                  </a:lnTo>
                  <a:close/>
                </a:path>
              </a:pathLst>
            </a:custGeom>
            <a:solidFill>
              <a:srgbClr val="C7C7C7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770" name="Google Shape;770;p2"/>
            <p:cNvSpPr/>
            <p:nvPr/>
          </p:nvSpPr>
          <p:spPr>
            <a:xfrm>
              <a:off x="4091" y="3354"/>
              <a:ext cx="28" cy="67"/>
            </a:xfrm>
            <a:custGeom>
              <a:avLst/>
              <a:gdLst/>
              <a:ahLst/>
              <a:cxnLst/>
              <a:rect l="l" t="t" r="r" b="b"/>
              <a:pathLst>
                <a:path w="31" h="115" extrusionOk="0">
                  <a:moveTo>
                    <a:pt x="31" y="0"/>
                  </a:moveTo>
                  <a:lnTo>
                    <a:pt x="25" y="2"/>
                  </a:lnTo>
                  <a:lnTo>
                    <a:pt x="22" y="5"/>
                  </a:lnTo>
                  <a:lnTo>
                    <a:pt x="16" y="12"/>
                  </a:lnTo>
                  <a:lnTo>
                    <a:pt x="12" y="21"/>
                  </a:lnTo>
                  <a:lnTo>
                    <a:pt x="9" y="33"/>
                  </a:lnTo>
                  <a:lnTo>
                    <a:pt x="5" y="47"/>
                  </a:lnTo>
                  <a:lnTo>
                    <a:pt x="3" y="63"/>
                  </a:lnTo>
                  <a:lnTo>
                    <a:pt x="2" y="78"/>
                  </a:lnTo>
                  <a:lnTo>
                    <a:pt x="0" y="96"/>
                  </a:lnTo>
                  <a:lnTo>
                    <a:pt x="0" y="115"/>
                  </a:lnTo>
                  <a:lnTo>
                    <a:pt x="2" y="115"/>
                  </a:lnTo>
                  <a:lnTo>
                    <a:pt x="2" y="96"/>
                  </a:lnTo>
                  <a:lnTo>
                    <a:pt x="3" y="77"/>
                  </a:lnTo>
                  <a:lnTo>
                    <a:pt x="5" y="59"/>
                  </a:lnTo>
                  <a:lnTo>
                    <a:pt x="9" y="44"/>
                  </a:lnTo>
                  <a:lnTo>
                    <a:pt x="12" y="32"/>
                  </a:lnTo>
                  <a:lnTo>
                    <a:pt x="16" y="19"/>
                  </a:lnTo>
                  <a:lnTo>
                    <a:pt x="20" y="12"/>
                  </a:lnTo>
                  <a:lnTo>
                    <a:pt x="25" y="7"/>
                  </a:lnTo>
                  <a:lnTo>
                    <a:pt x="31" y="5"/>
                  </a:lnTo>
                  <a:lnTo>
                    <a:pt x="31" y="0"/>
                  </a:lnTo>
                  <a:close/>
                </a:path>
              </a:pathLst>
            </a:custGeom>
            <a:solidFill>
              <a:srgbClr val="CACACA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771" name="Google Shape;771;p2"/>
            <p:cNvSpPr/>
            <p:nvPr/>
          </p:nvSpPr>
          <p:spPr>
            <a:xfrm>
              <a:off x="4093" y="3356"/>
              <a:ext cx="26" cy="65"/>
            </a:xfrm>
            <a:custGeom>
              <a:avLst/>
              <a:gdLst/>
              <a:ahLst/>
              <a:cxnLst/>
              <a:rect l="l" t="t" r="r" b="b"/>
              <a:pathLst>
                <a:path w="29" h="110" extrusionOk="0">
                  <a:moveTo>
                    <a:pt x="29" y="0"/>
                  </a:moveTo>
                  <a:lnTo>
                    <a:pt x="23" y="2"/>
                  </a:lnTo>
                  <a:lnTo>
                    <a:pt x="18" y="7"/>
                  </a:lnTo>
                  <a:lnTo>
                    <a:pt x="14" y="14"/>
                  </a:lnTo>
                  <a:lnTo>
                    <a:pt x="10" y="27"/>
                  </a:lnTo>
                  <a:lnTo>
                    <a:pt x="7" y="39"/>
                  </a:lnTo>
                  <a:lnTo>
                    <a:pt x="3" y="54"/>
                  </a:lnTo>
                  <a:lnTo>
                    <a:pt x="1" y="72"/>
                  </a:lnTo>
                  <a:lnTo>
                    <a:pt x="0" y="91"/>
                  </a:lnTo>
                  <a:lnTo>
                    <a:pt x="0" y="110"/>
                  </a:lnTo>
                  <a:lnTo>
                    <a:pt x="1" y="110"/>
                  </a:lnTo>
                  <a:lnTo>
                    <a:pt x="1" y="91"/>
                  </a:lnTo>
                  <a:lnTo>
                    <a:pt x="3" y="73"/>
                  </a:lnTo>
                  <a:lnTo>
                    <a:pt x="5" y="58"/>
                  </a:lnTo>
                  <a:lnTo>
                    <a:pt x="7" y="42"/>
                  </a:lnTo>
                  <a:lnTo>
                    <a:pt x="10" y="30"/>
                  </a:lnTo>
                  <a:lnTo>
                    <a:pt x="14" y="20"/>
                  </a:lnTo>
                  <a:lnTo>
                    <a:pt x="20" y="11"/>
                  </a:lnTo>
                  <a:lnTo>
                    <a:pt x="23" y="7"/>
                  </a:lnTo>
                  <a:lnTo>
                    <a:pt x="29" y="6"/>
                  </a:lnTo>
                  <a:lnTo>
                    <a:pt x="29" y="0"/>
                  </a:lnTo>
                  <a:close/>
                </a:path>
              </a:pathLst>
            </a:custGeom>
            <a:solidFill>
              <a:srgbClr val="CDCDCD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772" name="Google Shape;772;p2"/>
            <p:cNvSpPr/>
            <p:nvPr/>
          </p:nvSpPr>
          <p:spPr>
            <a:xfrm>
              <a:off x="4095" y="3360"/>
              <a:ext cx="24" cy="61"/>
            </a:xfrm>
            <a:custGeom>
              <a:avLst/>
              <a:gdLst/>
              <a:ahLst/>
              <a:cxnLst/>
              <a:rect l="l" t="t" r="r" b="b"/>
              <a:pathLst>
                <a:path w="28" h="104" extrusionOk="0">
                  <a:moveTo>
                    <a:pt x="28" y="0"/>
                  </a:moveTo>
                  <a:lnTo>
                    <a:pt x="22" y="1"/>
                  </a:lnTo>
                  <a:lnTo>
                    <a:pt x="19" y="5"/>
                  </a:lnTo>
                  <a:lnTo>
                    <a:pt x="13" y="14"/>
                  </a:lnTo>
                  <a:lnTo>
                    <a:pt x="9" y="24"/>
                  </a:lnTo>
                  <a:lnTo>
                    <a:pt x="6" y="36"/>
                  </a:lnTo>
                  <a:lnTo>
                    <a:pt x="4" y="52"/>
                  </a:lnTo>
                  <a:lnTo>
                    <a:pt x="2" y="67"/>
                  </a:lnTo>
                  <a:lnTo>
                    <a:pt x="0" y="85"/>
                  </a:lnTo>
                  <a:lnTo>
                    <a:pt x="0" y="104"/>
                  </a:lnTo>
                  <a:lnTo>
                    <a:pt x="2" y="104"/>
                  </a:lnTo>
                  <a:lnTo>
                    <a:pt x="2" y="86"/>
                  </a:lnTo>
                  <a:lnTo>
                    <a:pt x="2" y="69"/>
                  </a:lnTo>
                  <a:lnTo>
                    <a:pt x="4" y="53"/>
                  </a:lnTo>
                  <a:lnTo>
                    <a:pt x="8" y="40"/>
                  </a:lnTo>
                  <a:lnTo>
                    <a:pt x="11" y="27"/>
                  </a:lnTo>
                  <a:lnTo>
                    <a:pt x="15" y="17"/>
                  </a:lnTo>
                  <a:lnTo>
                    <a:pt x="19" y="10"/>
                  </a:lnTo>
                  <a:lnTo>
                    <a:pt x="22" y="7"/>
                  </a:lnTo>
                  <a:lnTo>
                    <a:pt x="28" y="5"/>
                  </a:lnTo>
                  <a:lnTo>
                    <a:pt x="28" y="0"/>
                  </a:lnTo>
                  <a:close/>
                </a:path>
              </a:pathLst>
            </a:custGeom>
            <a:solidFill>
              <a:srgbClr val="CFCFCF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773" name="Google Shape;773;p2"/>
            <p:cNvSpPr/>
            <p:nvPr/>
          </p:nvSpPr>
          <p:spPr>
            <a:xfrm>
              <a:off x="4096" y="3362"/>
              <a:ext cx="23" cy="59"/>
            </a:xfrm>
            <a:custGeom>
              <a:avLst/>
              <a:gdLst/>
              <a:ahLst/>
              <a:cxnLst/>
              <a:rect l="l" t="t" r="r" b="b"/>
              <a:pathLst>
                <a:path w="26" h="99" extrusionOk="0">
                  <a:moveTo>
                    <a:pt x="26" y="0"/>
                  </a:moveTo>
                  <a:lnTo>
                    <a:pt x="20" y="2"/>
                  </a:lnTo>
                  <a:lnTo>
                    <a:pt x="17" y="5"/>
                  </a:lnTo>
                  <a:lnTo>
                    <a:pt x="13" y="12"/>
                  </a:lnTo>
                  <a:lnTo>
                    <a:pt x="9" y="22"/>
                  </a:lnTo>
                  <a:lnTo>
                    <a:pt x="6" y="35"/>
                  </a:lnTo>
                  <a:lnTo>
                    <a:pt x="2" y="48"/>
                  </a:lnTo>
                  <a:lnTo>
                    <a:pt x="0" y="64"/>
                  </a:lnTo>
                  <a:lnTo>
                    <a:pt x="0" y="81"/>
                  </a:lnTo>
                  <a:lnTo>
                    <a:pt x="0" y="99"/>
                  </a:lnTo>
                  <a:lnTo>
                    <a:pt x="0" y="99"/>
                  </a:lnTo>
                  <a:lnTo>
                    <a:pt x="0" y="81"/>
                  </a:lnTo>
                  <a:lnTo>
                    <a:pt x="2" y="66"/>
                  </a:lnTo>
                  <a:lnTo>
                    <a:pt x="4" y="52"/>
                  </a:lnTo>
                  <a:lnTo>
                    <a:pt x="6" y="38"/>
                  </a:lnTo>
                  <a:lnTo>
                    <a:pt x="9" y="26"/>
                  </a:lnTo>
                  <a:lnTo>
                    <a:pt x="13" y="17"/>
                  </a:lnTo>
                  <a:lnTo>
                    <a:pt x="17" y="10"/>
                  </a:lnTo>
                  <a:lnTo>
                    <a:pt x="20" y="7"/>
                  </a:lnTo>
                  <a:lnTo>
                    <a:pt x="26" y="5"/>
                  </a:lnTo>
                  <a:lnTo>
                    <a:pt x="26" y="0"/>
                  </a:lnTo>
                  <a:close/>
                </a:path>
              </a:pathLst>
            </a:custGeom>
            <a:solidFill>
              <a:srgbClr val="D2D2D2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774" name="Google Shape;774;p2"/>
            <p:cNvSpPr/>
            <p:nvPr/>
          </p:nvSpPr>
          <p:spPr>
            <a:xfrm>
              <a:off x="4096" y="3365"/>
              <a:ext cx="23" cy="56"/>
            </a:xfrm>
            <a:custGeom>
              <a:avLst/>
              <a:gdLst/>
              <a:ahLst/>
              <a:cxnLst/>
              <a:rect l="l" t="t" r="r" b="b"/>
              <a:pathLst>
                <a:path w="26" h="94" extrusionOk="0">
                  <a:moveTo>
                    <a:pt x="26" y="0"/>
                  </a:moveTo>
                  <a:lnTo>
                    <a:pt x="20" y="2"/>
                  </a:lnTo>
                  <a:lnTo>
                    <a:pt x="17" y="5"/>
                  </a:lnTo>
                  <a:lnTo>
                    <a:pt x="13" y="12"/>
                  </a:lnTo>
                  <a:lnTo>
                    <a:pt x="9" y="21"/>
                  </a:lnTo>
                  <a:lnTo>
                    <a:pt x="6" y="33"/>
                  </a:lnTo>
                  <a:lnTo>
                    <a:pt x="4" y="47"/>
                  </a:lnTo>
                  <a:lnTo>
                    <a:pt x="2" y="61"/>
                  </a:lnTo>
                  <a:lnTo>
                    <a:pt x="0" y="76"/>
                  </a:lnTo>
                  <a:lnTo>
                    <a:pt x="0" y="94"/>
                  </a:lnTo>
                  <a:lnTo>
                    <a:pt x="2" y="94"/>
                  </a:lnTo>
                  <a:lnTo>
                    <a:pt x="2" y="76"/>
                  </a:lnTo>
                  <a:lnTo>
                    <a:pt x="4" y="59"/>
                  </a:lnTo>
                  <a:lnTo>
                    <a:pt x="6" y="43"/>
                  </a:lnTo>
                  <a:lnTo>
                    <a:pt x="9" y="31"/>
                  </a:lnTo>
                  <a:lnTo>
                    <a:pt x="13" y="19"/>
                  </a:lnTo>
                  <a:lnTo>
                    <a:pt x="17" y="12"/>
                  </a:lnTo>
                  <a:lnTo>
                    <a:pt x="20" y="7"/>
                  </a:lnTo>
                  <a:lnTo>
                    <a:pt x="26" y="5"/>
                  </a:lnTo>
                  <a:lnTo>
                    <a:pt x="26" y="0"/>
                  </a:lnTo>
                  <a:close/>
                </a:path>
              </a:pathLst>
            </a:custGeom>
            <a:solidFill>
              <a:srgbClr val="D4D4D4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775" name="Google Shape;775;p2"/>
            <p:cNvSpPr/>
            <p:nvPr/>
          </p:nvSpPr>
          <p:spPr>
            <a:xfrm>
              <a:off x="4098" y="3369"/>
              <a:ext cx="21" cy="52"/>
            </a:xfrm>
            <a:custGeom>
              <a:avLst/>
              <a:gdLst/>
              <a:ahLst/>
              <a:cxnLst/>
              <a:rect l="l" t="t" r="r" b="b"/>
              <a:pathLst>
                <a:path w="24" h="89" extrusionOk="0">
                  <a:moveTo>
                    <a:pt x="24" y="0"/>
                  </a:moveTo>
                  <a:lnTo>
                    <a:pt x="18" y="2"/>
                  </a:lnTo>
                  <a:lnTo>
                    <a:pt x="15" y="7"/>
                  </a:lnTo>
                  <a:lnTo>
                    <a:pt x="11" y="14"/>
                  </a:lnTo>
                  <a:lnTo>
                    <a:pt x="7" y="26"/>
                  </a:lnTo>
                  <a:lnTo>
                    <a:pt x="4" y="38"/>
                  </a:lnTo>
                  <a:lnTo>
                    <a:pt x="2" y="54"/>
                  </a:lnTo>
                  <a:lnTo>
                    <a:pt x="0" y="71"/>
                  </a:lnTo>
                  <a:lnTo>
                    <a:pt x="0" y="89"/>
                  </a:lnTo>
                  <a:lnTo>
                    <a:pt x="2" y="89"/>
                  </a:lnTo>
                  <a:lnTo>
                    <a:pt x="2" y="71"/>
                  </a:lnTo>
                  <a:lnTo>
                    <a:pt x="4" y="56"/>
                  </a:lnTo>
                  <a:lnTo>
                    <a:pt x="5" y="42"/>
                  </a:lnTo>
                  <a:lnTo>
                    <a:pt x="7" y="30"/>
                  </a:lnTo>
                  <a:lnTo>
                    <a:pt x="11" y="19"/>
                  </a:lnTo>
                  <a:lnTo>
                    <a:pt x="15" y="11"/>
                  </a:lnTo>
                  <a:lnTo>
                    <a:pt x="18" y="7"/>
                  </a:lnTo>
                  <a:lnTo>
                    <a:pt x="24" y="6"/>
                  </a:lnTo>
                  <a:lnTo>
                    <a:pt x="24" y="0"/>
                  </a:lnTo>
                  <a:close/>
                </a:path>
              </a:pathLst>
            </a:custGeom>
            <a:solidFill>
              <a:srgbClr val="D6D6D6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776" name="Google Shape;776;p2"/>
            <p:cNvSpPr/>
            <p:nvPr/>
          </p:nvSpPr>
          <p:spPr>
            <a:xfrm>
              <a:off x="4100" y="3371"/>
              <a:ext cx="19" cy="50"/>
            </a:xfrm>
            <a:custGeom>
              <a:avLst/>
              <a:gdLst/>
              <a:ahLst/>
              <a:cxnLst/>
              <a:rect l="l" t="t" r="r" b="b"/>
              <a:pathLst>
                <a:path w="22" h="83" extrusionOk="0">
                  <a:moveTo>
                    <a:pt x="22" y="0"/>
                  </a:moveTo>
                  <a:lnTo>
                    <a:pt x="16" y="1"/>
                  </a:lnTo>
                  <a:lnTo>
                    <a:pt x="13" y="5"/>
                  </a:lnTo>
                  <a:lnTo>
                    <a:pt x="9" y="13"/>
                  </a:lnTo>
                  <a:lnTo>
                    <a:pt x="5" y="24"/>
                  </a:lnTo>
                  <a:lnTo>
                    <a:pt x="3" y="36"/>
                  </a:lnTo>
                  <a:lnTo>
                    <a:pt x="2" y="50"/>
                  </a:lnTo>
                  <a:lnTo>
                    <a:pt x="0" y="65"/>
                  </a:lnTo>
                  <a:lnTo>
                    <a:pt x="0" y="83"/>
                  </a:lnTo>
                  <a:lnTo>
                    <a:pt x="2" y="83"/>
                  </a:lnTo>
                  <a:lnTo>
                    <a:pt x="2" y="67"/>
                  </a:lnTo>
                  <a:lnTo>
                    <a:pt x="2" y="52"/>
                  </a:lnTo>
                  <a:lnTo>
                    <a:pt x="3" y="39"/>
                  </a:lnTo>
                  <a:lnTo>
                    <a:pt x="7" y="27"/>
                  </a:lnTo>
                  <a:lnTo>
                    <a:pt x="11" y="17"/>
                  </a:lnTo>
                  <a:lnTo>
                    <a:pt x="13" y="10"/>
                  </a:lnTo>
                  <a:lnTo>
                    <a:pt x="18" y="6"/>
                  </a:lnTo>
                  <a:lnTo>
                    <a:pt x="22" y="5"/>
                  </a:lnTo>
                  <a:lnTo>
                    <a:pt x="22" y="0"/>
                  </a:lnTo>
                  <a:close/>
                </a:path>
              </a:pathLst>
            </a:custGeom>
            <a:solidFill>
              <a:srgbClr val="D8D8D8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777" name="Google Shape;777;p2"/>
            <p:cNvSpPr/>
            <p:nvPr/>
          </p:nvSpPr>
          <p:spPr>
            <a:xfrm>
              <a:off x="4102" y="3375"/>
              <a:ext cx="17" cy="46"/>
            </a:xfrm>
            <a:custGeom>
              <a:avLst/>
              <a:gdLst/>
              <a:ahLst/>
              <a:cxnLst/>
              <a:rect l="l" t="t" r="r" b="b"/>
              <a:pathLst>
                <a:path w="20" h="78" extrusionOk="0">
                  <a:moveTo>
                    <a:pt x="20" y="0"/>
                  </a:moveTo>
                  <a:lnTo>
                    <a:pt x="16" y="1"/>
                  </a:lnTo>
                  <a:lnTo>
                    <a:pt x="11" y="5"/>
                  </a:lnTo>
                  <a:lnTo>
                    <a:pt x="9" y="12"/>
                  </a:lnTo>
                  <a:lnTo>
                    <a:pt x="5" y="22"/>
                  </a:lnTo>
                  <a:lnTo>
                    <a:pt x="1" y="34"/>
                  </a:lnTo>
                  <a:lnTo>
                    <a:pt x="0" y="47"/>
                  </a:lnTo>
                  <a:lnTo>
                    <a:pt x="0" y="62"/>
                  </a:lnTo>
                  <a:lnTo>
                    <a:pt x="0" y="78"/>
                  </a:lnTo>
                  <a:lnTo>
                    <a:pt x="0" y="78"/>
                  </a:lnTo>
                  <a:lnTo>
                    <a:pt x="0" y="62"/>
                  </a:lnTo>
                  <a:lnTo>
                    <a:pt x="1" y="50"/>
                  </a:lnTo>
                  <a:lnTo>
                    <a:pt x="3" y="36"/>
                  </a:lnTo>
                  <a:lnTo>
                    <a:pt x="5" y="26"/>
                  </a:lnTo>
                  <a:lnTo>
                    <a:pt x="9" y="17"/>
                  </a:lnTo>
                  <a:lnTo>
                    <a:pt x="12" y="10"/>
                  </a:lnTo>
                  <a:lnTo>
                    <a:pt x="16" y="7"/>
                  </a:lnTo>
                  <a:lnTo>
                    <a:pt x="20" y="5"/>
                  </a:lnTo>
                  <a:lnTo>
                    <a:pt x="20" y="0"/>
                  </a:lnTo>
                  <a:close/>
                </a:path>
              </a:pathLst>
            </a:custGeom>
            <a:solidFill>
              <a:srgbClr val="DADADA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778" name="Google Shape;778;p2"/>
            <p:cNvSpPr/>
            <p:nvPr/>
          </p:nvSpPr>
          <p:spPr>
            <a:xfrm>
              <a:off x="4102" y="3377"/>
              <a:ext cx="17" cy="44"/>
            </a:xfrm>
            <a:custGeom>
              <a:avLst/>
              <a:gdLst/>
              <a:ahLst/>
              <a:cxnLst/>
              <a:rect l="l" t="t" r="r" b="b"/>
              <a:pathLst>
                <a:path w="20" h="73" extrusionOk="0">
                  <a:moveTo>
                    <a:pt x="20" y="0"/>
                  </a:moveTo>
                  <a:lnTo>
                    <a:pt x="16" y="2"/>
                  </a:lnTo>
                  <a:lnTo>
                    <a:pt x="12" y="5"/>
                  </a:lnTo>
                  <a:lnTo>
                    <a:pt x="9" y="12"/>
                  </a:lnTo>
                  <a:lnTo>
                    <a:pt x="5" y="21"/>
                  </a:lnTo>
                  <a:lnTo>
                    <a:pt x="3" y="31"/>
                  </a:lnTo>
                  <a:lnTo>
                    <a:pt x="1" y="45"/>
                  </a:lnTo>
                  <a:lnTo>
                    <a:pt x="0" y="57"/>
                  </a:lnTo>
                  <a:lnTo>
                    <a:pt x="0" y="73"/>
                  </a:lnTo>
                  <a:lnTo>
                    <a:pt x="1" y="73"/>
                  </a:lnTo>
                  <a:lnTo>
                    <a:pt x="1" y="57"/>
                  </a:lnTo>
                  <a:lnTo>
                    <a:pt x="3" y="43"/>
                  </a:lnTo>
                  <a:lnTo>
                    <a:pt x="5" y="29"/>
                  </a:lnTo>
                  <a:lnTo>
                    <a:pt x="9" y="19"/>
                  </a:lnTo>
                  <a:lnTo>
                    <a:pt x="12" y="12"/>
                  </a:lnTo>
                  <a:lnTo>
                    <a:pt x="16" y="7"/>
                  </a:lnTo>
                  <a:lnTo>
                    <a:pt x="20" y="5"/>
                  </a:lnTo>
                  <a:lnTo>
                    <a:pt x="20" y="0"/>
                  </a:lnTo>
                  <a:close/>
                </a:path>
              </a:pathLst>
            </a:custGeom>
            <a:solidFill>
              <a:srgbClr val="DBDBDB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779" name="Google Shape;779;p2"/>
            <p:cNvSpPr/>
            <p:nvPr/>
          </p:nvSpPr>
          <p:spPr>
            <a:xfrm>
              <a:off x="4103" y="3381"/>
              <a:ext cx="16" cy="40"/>
            </a:xfrm>
            <a:custGeom>
              <a:avLst/>
              <a:gdLst/>
              <a:ahLst/>
              <a:cxnLst/>
              <a:rect l="l" t="t" r="r" b="b"/>
              <a:pathLst>
                <a:path w="19" h="68" extrusionOk="0">
                  <a:moveTo>
                    <a:pt x="19" y="0"/>
                  </a:moveTo>
                  <a:lnTo>
                    <a:pt x="15" y="2"/>
                  </a:lnTo>
                  <a:lnTo>
                    <a:pt x="11" y="7"/>
                  </a:lnTo>
                  <a:lnTo>
                    <a:pt x="8" y="14"/>
                  </a:lnTo>
                  <a:lnTo>
                    <a:pt x="4" y="24"/>
                  </a:lnTo>
                  <a:lnTo>
                    <a:pt x="2" y="38"/>
                  </a:lnTo>
                  <a:lnTo>
                    <a:pt x="0" y="52"/>
                  </a:lnTo>
                  <a:lnTo>
                    <a:pt x="0" y="68"/>
                  </a:lnTo>
                  <a:lnTo>
                    <a:pt x="2" y="68"/>
                  </a:lnTo>
                  <a:lnTo>
                    <a:pt x="2" y="54"/>
                  </a:lnTo>
                  <a:lnTo>
                    <a:pt x="4" y="40"/>
                  </a:lnTo>
                  <a:lnTo>
                    <a:pt x="6" y="28"/>
                  </a:lnTo>
                  <a:lnTo>
                    <a:pt x="8" y="19"/>
                  </a:lnTo>
                  <a:lnTo>
                    <a:pt x="11" y="11"/>
                  </a:lnTo>
                  <a:lnTo>
                    <a:pt x="15" y="7"/>
                  </a:lnTo>
                  <a:lnTo>
                    <a:pt x="19" y="5"/>
                  </a:lnTo>
                  <a:lnTo>
                    <a:pt x="19" y="0"/>
                  </a:lnTo>
                  <a:close/>
                </a:path>
              </a:pathLst>
            </a:custGeom>
            <a:solidFill>
              <a:srgbClr val="DDDDDD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780" name="Google Shape;780;p2"/>
            <p:cNvSpPr/>
            <p:nvPr/>
          </p:nvSpPr>
          <p:spPr>
            <a:xfrm>
              <a:off x="4105" y="3385"/>
              <a:ext cx="14" cy="36"/>
            </a:xfrm>
            <a:custGeom>
              <a:avLst/>
              <a:gdLst/>
              <a:ahLst/>
              <a:cxnLst/>
              <a:rect l="l" t="t" r="r" b="b"/>
              <a:pathLst>
                <a:path w="17" h="63" extrusionOk="0">
                  <a:moveTo>
                    <a:pt x="17" y="0"/>
                  </a:moveTo>
                  <a:lnTo>
                    <a:pt x="13" y="2"/>
                  </a:lnTo>
                  <a:lnTo>
                    <a:pt x="9" y="6"/>
                  </a:lnTo>
                  <a:lnTo>
                    <a:pt x="6" y="14"/>
                  </a:lnTo>
                  <a:lnTo>
                    <a:pt x="4" y="23"/>
                  </a:lnTo>
                  <a:lnTo>
                    <a:pt x="2" y="35"/>
                  </a:lnTo>
                  <a:lnTo>
                    <a:pt x="0" y="49"/>
                  </a:lnTo>
                  <a:lnTo>
                    <a:pt x="0" y="63"/>
                  </a:lnTo>
                  <a:lnTo>
                    <a:pt x="2" y="63"/>
                  </a:lnTo>
                  <a:lnTo>
                    <a:pt x="2" y="49"/>
                  </a:lnTo>
                  <a:lnTo>
                    <a:pt x="2" y="37"/>
                  </a:lnTo>
                  <a:lnTo>
                    <a:pt x="4" y="26"/>
                  </a:lnTo>
                  <a:lnTo>
                    <a:pt x="8" y="18"/>
                  </a:lnTo>
                  <a:lnTo>
                    <a:pt x="9" y="11"/>
                  </a:lnTo>
                  <a:lnTo>
                    <a:pt x="13" y="7"/>
                  </a:lnTo>
                  <a:lnTo>
                    <a:pt x="17" y="6"/>
                  </a:lnTo>
                  <a:lnTo>
                    <a:pt x="17" y="0"/>
                  </a:lnTo>
                  <a:close/>
                </a:path>
              </a:pathLst>
            </a:custGeom>
            <a:solidFill>
              <a:srgbClr val="DEDEDE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781" name="Google Shape;781;p2"/>
            <p:cNvSpPr/>
            <p:nvPr/>
          </p:nvSpPr>
          <p:spPr>
            <a:xfrm>
              <a:off x="4107" y="3387"/>
              <a:ext cx="12" cy="34"/>
            </a:xfrm>
            <a:custGeom>
              <a:avLst/>
              <a:gdLst/>
              <a:ahLst/>
              <a:cxnLst/>
              <a:rect l="l" t="t" r="r" b="b"/>
              <a:pathLst>
                <a:path w="15" h="57" extrusionOk="0">
                  <a:moveTo>
                    <a:pt x="15" y="0"/>
                  </a:moveTo>
                  <a:lnTo>
                    <a:pt x="11" y="1"/>
                  </a:lnTo>
                  <a:lnTo>
                    <a:pt x="7" y="5"/>
                  </a:lnTo>
                  <a:lnTo>
                    <a:pt x="6" y="12"/>
                  </a:lnTo>
                  <a:lnTo>
                    <a:pt x="2" y="20"/>
                  </a:lnTo>
                  <a:lnTo>
                    <a:pt x="0" y="31"/>
                  </a:lnTo>
                  <a:lnTo>
                    <a:pt x="0" y="43"/>
                  </a:lnTo>
                  <a:lnTo>
                    <a:pt x="0" y="57"/>
                  </a:lnTo>
                  <a:lnTo>
                    <a:pt x="0" y="57"/>
                  </a:lnTo>
                  <a:lnTo>
                    <a:pt x="0" y="45"/>
                  </a:lnTo>
                  <a:lnTo>
                    <a:pt x="2" y="34"/>
                  </a:lnTo>
                  <a:lnTo>
                    <a:pt x="4" y="24"/>
                  </a:lnTo>
                  <a:lnTo>
                    <a:pt x="6" y="15"/>
                  </a:lnTo>
                  <a:lnTo>
                    <a:pt x="7" y="10"/>
                  </a:lnTo>
                  <a:lnTo>
                    <a:pt x="11" y="5"/>
                  </a:lnTo>
                  <a:lnTo>
                    <a:pt x="15" y="5"/>
                  </a:lnTo>
                  <a:lnTo>
                    <a:pt x="15" y="0"/>
                  </a:lnTo>
                  <a:close/>
                </a:path>
              </a:pathLst>
            </a:custGeom>
            <a:solidFill>
              <a:srgbClr val="DFDFDF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782" name="Google Shape;782;p2"/>
            <p:cNvSpPr/>
            <p:nvPr/>
          </p:nvSpPr>
          <p:spPr>
            <a:xfrm>
              <a:off x="4107" y="3390"/>
              <a:ext cx="12" cy="31"/>
            </a:xfrm>
            <a:custGeom>
              <a:avLst/>
              <a:gdLst/>
              <a:ahLst/>
              <a:cxnLst/>
              <a:rect l="l" t="t" r="r" b="b"/>
              <a:pathLst>
                <a:path w="15" h="52" extrusionOk="0">
                  <a:moveTo>
                    <a:pt x="15" y="0"/>
                  </a:moveTo>
                  <a:lnTo>
                    <a:pt x="11" y="0"/>
                  </a:lnTo>
                  <a:lnTo>
                    <a:pt x="7" y="5"/>
                  </a:lnTo>
                  <a:lnTo>
                    <a:pt x="6" y="10"/>
                  </a:lnTo>
                  <a:lnTo>
                    <a:pt x="4" y="19"/>
                  </a:lnTo>
                  <a:lnTo>
                    <a:pt x="2" y="29"/>
                  </a:lnTo>
                  <a:lnTo>
                    <a:pt x="0" y="40"/>
                  </a:lnTo>
                  <a:lnTo>
                    <a:pt x="0" y="52"/>
                  </a:lnTo>
                  <a:lnTo>
                    <a:pt x="2" y="52"/>
                  </a:lnTo>
                  <a:lnTo>
                    <a:pt x="2" y="40"/>
                  </a:lnTo>
                  <a:lnTo>
                    <a:pt x="4" y="27"/>
                  </a:lnTo>
                  <a:lnTo>
                    <a:pt x="6" y="19"/>
                  </a:lnTo>
                  <a:lnTo>
                    <a:pt x="7" y="10"/>
                  </a:lnTo>
                  <a:lnTo>
                    <a:pt x="11" y="7"/>
                  </a:lnTo>
                  <a:lnTo>
                    <a:pt x="15" y="5"/>
                  </a:lnTo>
                  <a:lnTo>
                    <a:pt x="15" y="0"/>
                  </a:lnTo>
                  <a:close/>
                </a:path>
              </a:pathLst>
            </a:custGeom>
            <a:solidFill>
              <a:srgbClr val="E1E1E1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783" name="Google Shape;783;p2"/>
            <p:cNvSpPr/>
            <p:nvPr/>
          </p:nvSpPr>
          <p:spPr>
            <a:xfrm>
              <a:off x="4107" y="3393"/>
              <a:ext cx="12" cy="28"/>
            </a:xfrm>
            <a:custGeom>
              <a:avLst/>
              <a:gdLst/>
              <a:ahLst/>
              <a:cxnLst/>
              <a:rect l="l" t="t" r="r" b="b"/>
              <a:pathLst>
                <a:path w="13" h="47" extrusionOk="0">
                  <a:moveTo>
                    <a:pt x="13" y="0"/>
                  </a:moveTo>
                  <a:lnTo>
                    <a:pt x="9" y="2"/>
                  </a:lnTo>
                  <a:lnTo>
                    <a:pt x="5" y="5"/>
                  </a:lnTo>
                  <a:lnTo>
                    <a:pt x="4" y="14"/>
                  </a:lnTo>
                  <a:lnTo>
                    <a:pt x="2" y="22"/>
                  </a:lnTo>
                  <a:lnTo>
                    <a:pt x="0" y="35"/>
                  </a:lnTo>
                  <a:lnTo>
                    <a:pt x="0" y="47"/>
                  </a:lnTo>
                  <a:lnTo>
                    <a:pt x="2" y="47"/>
                  </a:lnTo>
                  <a:lnTo>
                    <a:pt x="2" y="35"/>
                  </a:lnTo>
                  <a:lnTo>
                    <a:pt x="4" y="26"/>
                  </a:lnTo>
                  <a:lnTo>
                    <a:pt x="5" y="17"/>
                  </a:lnTo>
                  <a:lnTo>
                    <a:pt x="7" y="10"/>
                  </a:lnTo>
                  <a:lnTo>
                    <a:pt x="9" y="7"/>
                  </a:lnTo>
                  <a:lnTo>
                    <a:pt x="13" y="5"/>
                  </a:lnTo>
                  <a:lnTo>
                    <a:pt x="13" y="0"/>
                  </a:lnTo>
                  <a:close/>
                </a:path>
              </a:pathLst>
            </a:custGeom>
            <a:solidFill>
              <a:srgbClr val="E2E2E2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784" name="Google Shape;784;p2"/>
            <p:cNvSpPr/>
            <p:nvPr/>
          </p:nvSpPr>
          <p:spPr>
            <a:xfrm>
              <a:off x="4109" y="3396"/>
              <a:ext cx="10" cy="25"/>
            </a:xfrm>
            <a:custGeom>
              <a:avLst/>
              <a:gdLst/>
              <a:ahLst/>
              <a:cxnLst/>
              <a:rect l="l" t="t" r="r" b="b"/>
              <a:pathLst>
                <a:path w="11" h="42" extrusionOk="0">
                  <a:moveTo>
                    <a:pt x="11" y="0"/>
                  </a:moveTo>
                  <a:lnTo>
                    <a:pt x="7" y="2"/>
                  </a:lnTo>
                  <a:lnTo>
                    <a:pt x="5" y="5"/>
                  </a:lnTo>
                  <a:lnTo>
                    <a:pt x="3" y="12"/>
                  </a:lnTo>
                  <a:lnTo>
                    <a:pt x="2" y="21"/>
                  </a:lnTo>
                  <a:lnTo>
                    <a:pt x="0" y="30"/>
                  </a:lnTo>
                  <a:lnTo>
                    <a:pt x="0" y="42"/>
                  </a:lnTo>
                  <a:lnTo>
                    <a:pt x="0" y="42"/>
                  </a:lnTo>
                  <a:lnTo>
                    <a:pt x="2" y="31"/>
                  </a:lnTo>
                  <a:lnTo>
                    <a:pt x="2" y="23"/>
                  </a:lnTo>
                  <a:lnTo>
                    <a:pt x="3" y="16"/>
                  </a:lnTo>
                  <a:lnTo>
                    <a:pt x="5" y="11"/>
                  </a:lnTo>
                  <a:lnTo>
                    <a:pt x="7" y="5"/>
                  </a:lnTo>
                  <a:lnTo>
                    <a:pt x="11" y="5"/>
                  </a:lnTo>
                  <a:lnTo>
                    <a:pt x="11" y="0"/>
                  </a:lnTo>
                  <a:close/>
                </a:path>
              </a:pathLst>
            </a:custGeom>
            <a:solidFill>
              <a:srgbClr val="E3E3E3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785" name="Google Shape;785;p2"/>
            <p:cNvSpPr/>
            <p:nvPr/>
          </p:nvSpPr>
          <p:spPr>
            <a:xfrm>
              <a:off x="4109" y="3400"/>
              <a:ext cx="10" cy="21"/>
            </a:xfrm>
            <a:custGeom>
              <a:avLst/>
              <a:gdLst/>
              <a:ahLst/>
              <a:cxnLst/>
              <a:rect l="l" t="t" r="r" b="b"/>
              <a:pathLst>
                <a:path w="11" h="37" extrusionOk="0">
                  <a:moveTo>
                    <a:pt x="11" y="0"/>
                  </a:moveTo>
                  <a:lnTo>
                    <a:pt x="7" y="0"/>
                  </a:lnTo>
                  <a:lnTo>
                    <a:pt x="5" y="6"/>
                  </a:lnTo>
                  <a:lnTo>
                    <a:pt x="3" y="11"/>
                  </a:lnTo>
                  <a:lnTo>
                    <a:pt x="2" y="18"/>
                  </a:lnTo>
                  <a:lnTo>
                    <a:pt x="2" y="26"/>
                  </a:lnTo>
                  <a:lnTo>
                    <a:pt x="0" y="37"/>
                  </a:lnTo>
                  <a:lnTo>
                    <a:pt x="2" y="37"/>
                  </a:lnTo>
                  <a:lnTo>
                    <a:pt x="2" y="26"/>
                  </a:lnTo>
                  <a:lnTo>
                    <a:pt x="3" y="18"/>
                  </a:lnTo>
                  <a:lnTo>
                    <a:pt x="5" y="11"/>
                  </a:lnTo>
                  <a:lnTo>
                    <a:pt x="7" y="7"/>
                  </a:lnTo>
                  <a:lnTo>
                    <a:pt x="11" y="6"/>
                  </a:lnTo>
                  <a:lnTo>
                    <a:pt x="11" y="0"/>
                  </a:lnTo>
                  <a:close/>
                </a:path>
              </a:pathLst>
            </a:custGeom>
            <a:solidFill>
              <a:srgbClr val="E4E4E4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786" name="Google Shape;786;p2"/>
            <p:cNvSpPr/>
            <p:nvPr/>
          </p:nvSpPr>
          <p:spPr>
            <a:xfrm>
              <a:off x="4110" y="3402"/>
              <a:ext cx="9" cy="19"/>
            </a:xfrm>
            <a:custGeom>
              <a:avLst/>
              <a:gdLst/>
              <a:ahLst/>
              <a:cxnLst/>
              <a:rect l="l" t="t" r="r" b="b"/>
              <a:pathLst>
                <a:path w="9" h="31" extrusionOk="0">
                  <a:moveTo>
                    <a:pt x="9" y="0"/>
                  </a:moveTo>
                  <a:lnTo>
                    <a:pt x="5" y="1"/>
                  </a:lnTo>
                  <a:lnTo>
                    <a:pt x="3" y="5"/>
                  </a:lnTo>
                  <a:lnTo>
                    <a:pt x="1" y="12"/>
                  </a:lnTo>
                  <a:lnTo>
                    <a:pt x="0" y="20"/>
                  </a:lnTo>
                  <a:lnTo>
                    <a:pt x="0" y="31"/>
                  </a:lnTo>
                  <a:lnTo>
                    <a:pt x="1" y="31"/>
                  </a:lnTo>
                  <a:lnTo>
                    <a:pt x="1" y="22"/>
                  </a:lnTo>
                  <a:lnTo>
                    <a:pt x="3" y="15"/>
                  </a:lnTo>
                  <a:lnTo>
                    <a:pt x="5" y="10"/>
                  </a:lnTo>
                  <a:lnTo>
                    <a:pt x="7" y="5"/>
                  </a:lnTo>
                  <a:lnTo>
                    <a:pt x="9" y="5"/>
                  </a:lnTo>
                  <a:lnTo>
                    <a:pt x="9" y="0"/>
                  </a:lnTo>
                  <a:close/>
                </a:path>
              </a:pathLst>
            </a:custGeom>
            <a:solidFill>
              <a:srgbClr val="E5E5E5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787" name="Google Shape;787;p2"/>
            <p:cNvSpPr/>
            <p:nvPr/>
          </p:nvSpPr>
          <p:spPr>
            <a:xfrm>
              <a:off x="4112" y="3406"/>
              <a:ext cx="7" cy="15"/>
            </a:xfrm>
            <a:custGeom>
              <a:avLst/>
              <a:gdLst/>
              <a:ahLst/>
              <a:cxnLst/>
              <a:rect l="l" t="t" r="r" b="b"/>
              <a:pathLst>
                <a:path w="8" h="26" extrusionOk="0">
                  <a:moveTo>
                    <a:pt x="8" y="0"/>
                  </a:moveTo>
                  <a:lnTo>
                    <a:pt x="6" y="0"/>
                  </a:lnTo>
                  <a:lnTo>
                    <a:pt x="4" y="5"/>
                  </a:lnTo>
                  <a:lnTo>
                    <a:pt x="2" y="10"/>
                  </a:lnTo>
                  <a:lnTo>
                    <a:pt x="0" y="17"/>
                  </a:lnTo>
                  <a:lnTo>
                    <a:pt x="0" y="26"/>
                  </a:lnTo>
                  <a:lnTo>
                    <a:pt x="2" y="26"/>
                  </a:lnTo>
                  <a:lnTo>
                    <a:pt x="2" y="17"/>
                  </a:lnTo>
                  <a:lnTo>
                    <a:pt x="4" y="10"/>
                  </a:lnTo>
                  <a:lnTo>
                    <a:pt x="6" y="7"/>
                  </a:lnTo>
                  <a:lnTo>
                    <a:pt x="8" y="5"/>
                  </a:lnTo>
                  <a:lnTo>
                    <a:pt x="8" y="0"/>
                  </a:lnTo>
                  <a:close/>
                </a:path>
              </a:pathLst>
            </a:custGeom>
            <a:solidFill>
              <a:srgbClr val="E6E6E6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788" name="Google Shape;788;p2"/>
            <p:cNvSpPr/>
            <p:nvPr/>
          </p:nvSpPr>
          <p:spPr>
            <a:xfrm>
              <a:off x="4114" y="3408"/>
              <a:ext cx="5" cy="13"/>
            </a:xfrm>
            <a:custGeom>
              <a:avLst/>
              <a:gdLst/>
              <a:ahLst/>
              <a:cxnLst/>
              <a:rect l="l" t="t" r="r" b="b"/>
              <a:pathLst>
                <a:path w="6" h="21" extrusionOk="0">
                  <a:moveTo>
                    <a:pt x="6" y="0"/>
                  </a:moveTo>
                  <a:lnTo>
                    <a:pt x="4" y="2"/>
                  </a:lnTo>
                  <a:lnTo>
                    <a:pt x="2" y="5"/>
                  </a:lnTo>
                  <a:lnTo>
                    <a:pt x="0" y="12"/>
                  </a:lnTo>
                  <a:lnTo>
                    <a:pt x="0" y="21"/>
                  </a:lnTo>
                  <a:lnTo>
                    <a:pt x="0" y="21"/>
                  </a:lnTo>
                  <a:lnTo>
                    <a:pt x="2" y="14"/>
                  </a:lnTo>
                  <a:lnTo>
                    <a:pt x="2" y="9"/>
                  </a:lnTo>
                  <a:lnTo>
                    <a:pt x="4" y="5"/>
                  </a:lnTo>
                  <a:lnTo>
                    <a:pt x="6" y="5"/>
                  </a:lnTo>
                  <a:lnTo>
                    <a:pt x="6" y="0"/>
                  </a:lnTo>
                  <a:close/>
                </a:path>
              </a:pathLst>
            </a:custGeom>
            <a:solidFill>
              <a:srgbClr val="E6E6E6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789" name="Google Shape;789;p2"/>
            <p:cNvSpPr/>
            <p:nvPr/>
          </p:nvSpPr>
          <p:spPr>
            <a:xfrm>
              <a:off x="4114" y="3412"/>
              <a:ext cx="5" cy="9"/>
            </a:xfrm>
            <a:custGeom>
              <a:avLst/>
              <a:gdLst/>
              <a:ahLst/>
              <a:cxnLst/>
              <a:rect l="l" t="t" r="r" b="b"/>
              <a:pathLst>
                <a:path w="6" h="16" extrusionOk="0">
                  <a:moveTo>
                    <a:pt x="6" y="0"/>
                  </a:moveTo>
                  <a:lnTo>
                    <a:pt x="4" y="0"/>
                  </a:lnTo>
                  <a:lnTo>
                    <a:pt x="2" y="4"/>
                  </a:lnTo>
                  <a:lnTo>
                    <a:pt x="2" y="9"/>
                  </a:lnTo>
                  <a:lnTo>
                    <a:pt x="0" y="16"/>
                  </a:lnTo>
                  <a:lnTo>
                    <a:pt x="2" y="16"/>
                  </a:lnTo>
                  <a:lnTo>
                    <a:pt x="2" y="11"/>
                  </a:lnTo>
                  <a:lnTo>
                    <a:pt x="4" y="5"/>
                  </a:lnTo>
                  <a:lnTo>
                    <a:pt x="6" y="5"/>
                  </a:lnTo>
                  <a:lnTo>
                    <a:pt x="6" y="0"/>
                  </a:lnTo>
                  <a:close/>
                </a:path>
              </a:pathLst>
            </a:custGeom>
            <a:solidFill>
              <a:srgbClr val="E6E6E6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790" name="Google Shape;790;p2"/>
            <p:cNvSpPr/>
            <p:nvPr/>
          </p:nvSpPr>
          <p:spPr>
            <a:xfrm>
              <a:off x="4116" y="3416"/>
              <a:ext cx="3" cy="5"/>
            </a:xfrm>
            <a:custGeom>
              <a:avLst/>
              <a:gdLst/>
              <a:ahLst/>
              <a:cxnLst/>
              <a:rect l="l" t="t" r="r" b="b"/>
              <a:pathLst>
                <a:path w="4" h="11" extrusionOk="0">
                  <a:moveTo>
                    <a:pt x="4" y="0"/>
                  </a:moveTo>
                  <a:lnTo>
                    <a:pt x="2" y="0"/>
                  </a:lnTo>
                  <a:lnTo>
                    <a:pt x="0" y="6"/>
                  </a:lnTo>
                  <a:lnTo>
                    <a:pt x="0" y="11"/>
                  </a:lnTo>
                  <a:lnTo>
                    <a:pt x="2" y="11"/>
                  </a:lnTo>
                  <a:lnTo>
                    <a:pt x="2" y="7"/>
                  </a:lnTo>
                  <a:lnTo>
                    <a:pt x="4" y="6"/>
                  </a:lnTo>
                  <a:lnTo>
                    <a:pt x="4" y="0"/>
                  </a:lnTo>
                  <a:close/>
                </a:path>
              </a:pathLst>
            </a:custGeom>
            <a:solidFill>
              <a:srgbClr val="E6E6E6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791" name="Google Shape;791;p2"/>
            <p:cNvSpPr/>
            <p:nvPr/>
          </p:nvSpPr>
          <p:spPr>
            <a:xfrm>
              <a:off x="4117" y="3418"/>
              <a:ext cx="2" cy="3"/>
            </a:xfrm>
            <a:custGeom>
              <a:avLst/>
              <a:gdLst/>
              <a:ahLst/>
              <a:cxnLst/>
              <a:rect l="l" t="t" r="r" b="b"/>
              <a:pathLst>
                <a:path w="2" h="5" extrusionOk="0">
                  <a:moveTo>
                    <a:pt x="2" y="0"/>
                  </a:moveTo>
                  <a:lnTo>
                    <a:pt x="0" y="1"/>
                  </a:lnTo>
                  <a:lnTo>
                    <a:pt x="0" y="5"/>
                  </a:lnTo>
                  <a:lnTo>
                    <a:pt x="2" y="5"/>
                  </a:lnTo>
                  <a:lnTo>
                    <a:pt x="2" y="5"/>
                  </a:lnTo>
                  <a:lnTo>
                    <a:pt x="2" y="0"/>
                  </a:lnTo>
                  <a:close/>
                </a:path>
              </a:pathLst>
            </a:custGeom>
            <a:solidFill>
              <a:srgbClr val="E6E6E6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792" name="Google Shape;792;p2"/>
            <p:cNvSpPr/>
            <p:nvPr/>
          </p:nvSpPr>
          <p:spPr>
            <a:xfrm>
              <a:off x="4070" y="3294"/>
              <a:ext cx="49" cy="127"/>
            </a:xfrm>
            <a:custGeom>
              <a:avLst/>
              <a:gdLst/>
              <a:ahLst/>
              <a:cxnLst/>
              <a:rect l="l" t="t" r="r" b="b"/>
              <a:pathLst>
                <a:path w="56" h="214" extrusionOk="0">
                  <a:moveTo>
                    <a:pt x="27" y="214"/>
                  </a:moveTo>
                  <a:lnTo>
                    <a:pt x="34" y="210"/>
                  </a:lnTo>
                  <a:lnTo>
                    <a:pt x="41" y="202"/>
                  </a:lnTo>
                  <a:lnTo>
                    <a:pt x="47" y="186"/>
                  </a:lnTo>
                  <a:lnTo>
                    <a:pt x="50" y="167"/>
                  </a:lnTo>
                  <a:lnTo>
                    <a:pt x="54" y="144"/>
                  </a:lnTo>
                  <a:lnTo>
                    <a:pt x="56" y="120"/>
                  </a:lnTo>
                  <a:lnTo>
                    <a:pt x="56" y="94"/>
                  </a:lnTo>
                  <a:lnTo>
                    <a:pt x="54" y="70"/>
                  </a:lnTo>
                  <a:lnTo>
                    <a:pt x="50" y="45"/>
                  </a:lnTo>
                  <a:lnTo>
                    <a:pt x="47" y="26"/>
                  </a:lnTo>
                  <a:lnTo>
                    <a:pt x="41" y="13"/>
                  </a:lnTo>
                  <a:lnTo>
                    <a:pt x="34" y="4"/>
                  </a:lnTo>
                  <a:lnTo>
                    <a:pt x="27" y="0"/>
                  </a:lnTo>
                  <a:lnTo>
                    <a:pt x="21" y="4"/>
                  </a:lnTo>
                  <a:lnTo>
                    <a:pt x="14" y="13"/>
                  </a:lnTo>
                  <a:lnTo>
                    <a:pt x="9" y="26"/>
                  </a:lnTo>
                  <a:lnTo>
                    <a:pt x="5" y="45"/>
                  </a:lnTo>
                  <a:lnTo>
                    <a:pt x="1" y="70"/>
                  </a:lnTo>
                  <a:lnTo>
                    <a:pt x="0" y="94"/>
                  </a:lnTo>
                  <a:lnTo>
                    <a:pt x="0" y="120"/>
                  </a:lnTo>
                  <a:lnTo>
                    <a:pt x="1" y="144"/>
                  </a:lnTo>
                  <a:lnTo>
                    <a:pt x="5" y="167"/>
                  </a:lnTo>
                  <a:lnTo>
                    <a:pt x="9" y="186"/>
                  </a:lnTo>
                  <a:lnTo>
                    <a:pt x="14" y="202"/>
                  </a:lnTo>
                  <a:lnTo>
                    <a:pt x="21" y="210"/>
                  </a:lnTo>
                  <a:lnTo>
                    <a:pt x="27" y="214"/>
                  </a:lnTo>
                  <a:close/>
                </a:path>
              </a:pathLst>
            </a:custGeom>
            <a:solidFill>
              <a:srgbClr val="000000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793" name="Google Shape;793;p2"/>
            <p:cNvSpPr/>
            <p:nvPr/>
          </p:nvSpPr>
          <p:spPr>
            <a:xfrm>
              <a:off x="4070" y="3294"/>
              <a:ext cx="49" cy="127"/>
            </a:xfrm>
            <a:custGeom>
              <a:avLst/>
              <a:gdLst/>
              <a:ahLst/>
              <a:cxnLst/>
              <a:rect l="l" t="t" r="r" b="b"/>
              <a:pathLst>
                <a:path w="56" h="214" extrusionOk="0">
                  <a:moveTo>
                    <a:pt x="56" y="0"/>
                  </a:moveTo>
                  <a:lnTo>
                    <a:pt x="48" y="2"/>
                  </a:lnTo>
                  <a:lnTo>
                    <a:pt x="41" y="7"/>
                  </a:lnTo>
                  <a:lnTo>
                    <a:pt x="36" y="14"/>
                  </a:lnTo>
                  <a:lnTo>
                    <a:pt x="28" y="25"/>
                  </a:lnTo>
                  <a:lnTo>
                    <a:pt x="23" y="39"/>
                  </a:lnTo>
                  <a:lnTo>
                    <a:pt x="18" y="54"/>
                  </a:lnTo>
                  <a:lnTo>
                    <a:pt x="14" y="72"/>
                  </a:lnTo>
                  <a:lnTo>
                    <a:pt x="9" y="92"/>
                  </a:lnTo>
                  <a:lnTo>
                    <a:pt x="7" y="115"/>
                  </a:lnTo>
                  <a:lnTo>
                    <a:pt x="3" y="137"/>
                  </a:lnTo>
                  <a:lnTo>
                    <a:pt x="1" y="162"/>
                  </a:lnTo>
                  <a:lnTo>
                    <a:pt x="0" y="188"/>
                  </a:lnTo>
                  <a:lnTo>
                    <a:pt x="0" y="214"/>
                  </a:lnTo>
                  <a:lnTo>
                    <a:pt x="0" y="0"/>
                  </a:lnTo>
                  <a:lnTo>
                    <a:pt x="56" y="0"/>
                  </a:lnTo>
                  <a:close/>
                </a:path>
              </a:pathLst>
            </a:custGeom>
            <a:solidFill>
              <a:srgbClr val="9A9A9A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794" name="Google Shape;794;p2"/>
            <p:cNvSpPr/>
            <p:nvPr/>
          </p:nvSpPr>
          <p:spPr>
            <a:xfrm>
              <a:off x="4070" y="3294"/>
              <a:ext cx="49" cy="127"/>
            </a:xfrm>
            <a:custGeom>
              <a:avLst/>
              <a:gdLst/>
              <a:ahLst/>
              <a:cxnLst/>
              <a:rect l="l" t="t" r="r" b="b"/>
              <a:pathLst>
                <a:path w="56" h="214" extrusionOk="0">
                  <a:moveTo>
                    <a:pt x="56" y="0"/>
                  </a:moveTo>
                  <a:lnTo>
                    <a:pt x="48" y="2"/>
                  </a:lnTo>
                  <a:lnTo>
                    <a:pt x="41" y="7"/>
                  </a:lnTo>
                  <a:lnTo>
                    <a:pt x="36" y="14"/>
                  </a:lnTo>
                  <a:lnTo>
                    <a:pt x="28" y="25"/>
                  </a:lnTo>
                  <a:lnTo>
                    <a:pt x="23" y="39"/>
                  </a:lnTo>
                  <a:lnTo>
                    <a:pt x="18" y="54"/>
                  </a:lnTo>
                  <a:lnTo>
                    <a:pt x="14" y="72"/>
                  </a:lnTo>
                  <a:lnTo>
                    <a:pt x="9" y="92"/>
                  </a:lnTo>
                  <a:lnTo>
                    <a:pt x="7" y="115"/>
                  </a:lnTo>
                  <a:lnTo>
                    <a:pt x="3" y="137"/>
                  </a:lnTo>
                  <a:lnTo>
                    <a:pt x="1" y="162"/>
                  </a:lnTo>
                  <a:lnTo>
                    <a:pt x="0" y="188"/>
                  </a:lnTo>
                  <a:lnTo>
                    <a:pt x="0" y="214"/>
                  </a:lnTo>
                  <a:lnTo>
                    <a:pt x="1" y="214"/>
                  </a:lnTo>
                  <a:lnTo>
                    <a:pt x="1" y="188"/>
                  </a:lnTo>
                  <a:lnTo>
                    <a:pt x="3" y="163"/>
                  </a:lnTo>
                  <a:lnTo>
                    <a:pt x="5" y="139"/>
                  </a:lnTo>
                  <a:lnTo>
                    <a:pt x="7" y="117"/>
                  </a:lnTo>
                  <a:lnTo>
                    <a:pt x="10" y="96"/>
                  </a:lnTo>
                  <a:lnTo>
                    <a:pt x="14" y="75"/>
                  </a:lnTo>
                  <a:lnTo>
                    <a:pt x="19" y="58"/>
                  </a:lnTo>
                  <a:lnTo>
                    <a:pt x="25" y="42"/>
                  </a:lnTo>
                  <a:lnTo>
                    <a:pt x="30" y="30"/>
                  </a:lnTo>
                  <a:lnTo>
                    <a:pt x="36" y="19"/>
                  </a:lnTo>
                  <a:lnTo>
                    <a:pt x="43" y="11"/>
                  </a:lnTo>
                  <a:lnTo>
                    <a:pt x="48" y="7"/>
                  </a:lnTo>
                  <a:lnTo>
                    <a:pt x="56" y="6"/>
                  </a:lnTo>
                  <a:lnTo>
                    <a:pt x="56" y="0"/>
                  </a:lnTo>
                  <a:close/>
                </a:path>
              </a:pathLst>
            </a:custGeom>
            <a:solidFill>
              <a:srgbClr val="9A9A9A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795" name="Google Shape;795;p2"/>
            <p:cNvSpPr/>
            <p:nvPr/>
          </p:nvSpPr>
          <p:spPr>
            <a:xfrm>
              <a:off x="4072" y="3298"/>
              <a:ext cx="47" cy="123"/>
            </a:xfrm>
            <a:custGeom>
              <a:avLst/>
              <a:gdLst/>
              <a:ahLst/>
              <a:cxnLst/>
              <a:rect l="l" t="t" r="r" b="b"/>
              <a:pathLst>
                <a:path w="55" h="208" extrusionOk="0">
                  <a:moveTo>
                    <a:pt x="55" y="0"/>
                  </a:moveTo>
                  <a:lnTo>
                    <a:pt x="47" y="1"/>
                  </a:lnTo>
                  <a:lnTo>
                    <a:pt x="42" y="5"/>
                  </a:lnTo>
                  <a:lnTo>
                    <a:pt x="35" y="13"/>
                  </a:lnTo>
                  <a:lnTo>
                    <a:pt x="29" y="24"/>
                  </a:lnTo>
                  <a:lnTo>
                    <a:pt x="24" y="36"/>
                  </a:lnTo>
                  <a:lnTo>
                    <a:pt x="18" y="52"/>
                  </a:lnTo>
                  <a:lnTo>
                    <a:pt x="13" y="69"/>
                  </a:lnTo>
                  <a:lnTo>
                    <a:pt x="9" y="90"/>
                  </a:lnTo>
                  <a:lnTo>
                    <a:pt x="6" y="111"/>
                  </a:lnTo>
                  <a:lnTo>
                    <a:pt x="4" y="133"/>
                  </a:lnTo>
                  <a:lnTo>
                    <a:pt x="2" y="157"/>
                  </a:lnTo>
                  <a:lnTo>
                    <a:pt x="0" y="182"/>
                  </a:lnTo>
                  <a:lnTo>
                    <a:pt x="0" y="208"/>
                  </a:lnTo>
                  <a:lnTo>
                    <a:pt x="2" y="208"/>
                  </a:lnTo>
                  <a:lnTo>
                    <a:pt x="2" y="180"/>
                  </a:lnTo>
                  <a:lnTo>
                    <a:pt x="4" y="154"/>
                  </a:lnTo>
                  <a:lnTo>
                    <a:pt x="6" y="130"/>
                  </a:lnTo>
                  <a:lnTo>
                    <a:pt x="8" y="105"/>
                  </a:lnTo>
                  <a:lnTo>
                    <a:pt x="13" y="85"/>
                  </a:lnTo>
                  <a:lnTo>
                    <a:pt x="17" y="64"/>
                  </a:lnTo>
                  <a:lnTo>
                    <a:pt x="22" y="46"/>
                  </a:lnTo>
                  <a:lnTo>
                    <a:pt x="27" y="33"/>
                  </a:lnTo>
                  <a:lnTo>
                    <a:pt x="35" y="20"/>
                  </a:lnTo>
                  <a:lnTo>
                    <a:pt x="40" y="12"/>
                  </a:lnTo>
                  <a:lnTo>
                    <a:pt x="47" y="7"/>
                  </a:lnTo>
                  <a:lnTo>
                    <a:pt x="55" y="5"/>
                  </a:lnTo>
                  <a:lnTo>
                    <a:pt x="55" y="0"/>
                  </a:lnTo>
                  <a:close/>
                </a:path>
              </a:pathLst>
            </a:custGeom>
            <a:solidFill>
              <a:srgbClr val="9B9B9B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796" name="Google Shape;796;p2"/>
            <p:cNvSpPr/>
            <p:nvPr/>
          </p:nvSpPr>
          <p:spPr>
            <a:xfrm>
              <a:off x="4074" y="3300"/>
              <a:ext cx="45" cy="121"/>
            </a:xfrm>
            <a:custGeom>
              <a:avLst/>
              <a:gdLst/>
              <a:ahLst/>
              <a:cxnLst/>
              <a:rect l="l" t="t" r="r" b="b"/>
              <a:pathLst>
                <a:path w="53" h="203" extrusionOk="0">
                  <a:moveTo>
                    <a:pt x="53" y="0"/>
                  </a:moveTo>
                  <a:lnTo>
                    <a:pt x="45" y="2"/>
                  </a:lnTo>
                  <a:lnTo>
                    <a:pt x="38" y="7"/>
                  </a:lnTo>
                  <a:lnTo>
                    <a:pt x="33" y="15"/>
                  </a:lnTo>
                  <a:lnTo>
                    <a:pt x="25" y="28"/>
                  </a:lnTo>
                  <a:lnTo>
                    <a:pt x="20" y="41"/>
                  </a:lnTo>
                  <a:lnTo>
                    <a:pt x="15" y="59"/>
                  </a:lnTo>
                  <a:lnTo>
                    <a:pt x="11" y="80"/>
                  </a:lnTo>
                  <a:lnTo>
                    <a:pt x="6" y="100"/>
                  </a:lnTo>
                  <a:lnTo>
                    <a:pt x="4" y="125"/>
                  </a:lnTo>
                  <a:lnTo>
                    <a:pt x="2" y="149"/>
                  </a:lnTo>
                  <a:lnTo>
                    <a:pt x="0" y="175"/>
                  </a:lnTo>
                  <a:lnTo>
                    <a:pt x="0" y="203"/>
                  </a:lnTo>
                  <a:lnTo>
                    <a:pt x="0" y="203"/>
                  </a:lnTo>
                  <a:lnTo>
                    <a:pt x="2" y="177"/>
                  </a:lnTo>
                  <a:lnTo>
                    <a:pt x="2" y="151"/>
                  </a:lnTo>
                  <a:lnTo>
                    <a:pt x="4" y="126"/>
                  </a:lnTo>
                  <a:lnTo>
                    <a:pt x="7" y="104"/>
                  </a:lnTo>
                  <a:lnTo>
                    <a:pt x="11" y="81"/>
                  </a:lnTo>
                  <a:lnTo>
                    <a:pt x="16" y="62"/>
                  </a:lnTo>
                  <a:lnTo>
                    <a:pt x="20" y="45"/>
                  </a:lnTo>
                  <a:lnTo>
                    <a:pt x="27" y="31"/>
                  </a:lnTo>
                  <a:lnTo>
                    <a:pt x="33" y="21"/>
                  </a:lnTo>
                  <a:lnTo>
                    <a:pt x="38" y="12"/>
                  </a:lnTo>
                  <a:lnTo>
                    <a:pt x="45" y="7"/>
                  </a:lnTo>
                  <a:lnTo>
                    <a:pt x="53" y="5"/>
                  </a:lnTo>
                  <a:lnTo>
                    <a:pt x="53" y="0"/>
                  </a:lnTo>
                  <a:close/>
                </a:path>
              </a:pathLst>
            </a:custGeom>
            <a:solidFill>
              <a:srgbClr val="9D9D9D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797" name="Google Shape;797;p2"/>
            <p:cNvSpPr/>
            <p:nvPr/>
          </p:nvSpPr>
          <p:spPr>
            <a:xfrm>
              <a:off x="4074" y="3304"/>
              <a:ext cx="45" cy="117"/>
            </a:xfrm>
            <a:custGeom>
              <a:avLst/>
              <a:gdLst/>
              <a:ahLst/>
              <a:cxnLst/>
              <a:rect l="l" t="t" r="r" b="b"/>
              <a:pathLst>
                <a:path w="53" h="198" extrusionOk="0">
                  <a:moveTo>
                    <a:pt x="53" y="0"/>
                  </a:moveTo>
                  <a:lnTo>
                    <a:pt x="45" y="2"/>
                  </a:lnTo>
                  <a:lnTo>
                    <a:pt x="38" y="7"/>
                  </a:lnTo>
                  <a:lnTo>
                    <a:pt x="33" y="16"/>
                  </a:lnTo>
                  <a:lnTo>
                    <a:pt x="27" y="26"/>
                  </a:lnTo>
                  <a:lnTo>
                    <a:pt x="20" y="40"/>
                  </a:lnTo>
                  <a:lnTo>
                    <a:pt x="16" y="57"/>
                  </a:lnTo>
                  <a:lnTo>
                    <a:pt x="11" y="76"/>
                  </a:lnTo>
                  <a:lnTo>
                    <a:pt x="7" y="99"/>
                  </a:lnTo>
                  <a:lnTo>
                    <a:pt x="4" y="121"/>
                  </a:lnTo>
                  <a:lnTo>
                    <a:pt x="2" y="146"/>
                  </a:lnTo>
                  <a:lnTo>
                    <a:pt x="2" y="172"/>
                  </a:lnTo>
                  <a:lnTo>
                    <a:pt x="0" y="198"/>
                  </a:lnTo>
                  <a:lnTo>
                    <a:pt x="2" y="198"/>
                  </a:lnTo>
                  <a:lnTo>
                    <a:pt x="2" y="172"/>
                  </a:lnTo>
                  <a:lnTo>
                    <a:pt x="4" y="147"/>
                  </a:lnTo>
                  <a:lnTo>
                    <a:pt x="6" y="123"/>
                  </a:lnTo>
                  <a:lnTo>
                    <a:pt x="9" y="101"/>
                  </a:lnTo>
                  <a:lnTo>
                    <a:pt x="13" y="80"/>
                  </a:lnTo>
                  <a:lnTo>
                    <a:pt x="16" y="61"/>
                  </a:lnTo>
                  <a:lnTo>
                    <a:pt x="22" y="45"/>
                  </a:lnTo>
                  <a:lnTo>
                    <a:pt x="27" y="31"/>
                  </a:lnTo>
                  <a:lnTo>
                    <a:pt x="33" y="19"/>
                  </a:lnTo>
                  <a:lnTo>
                    <a:pt x="40" y="12"/>
                  </a:lnTo>
                  <a:lnTo>
                    <a:pt x="45" y="7"/>
                  </a:lnTo>
                  <a:lnTo>
                    <a:pt x="53" y="5"/>
                  </a:lnTo>
                  <a:lnTo>
                    <a:pt x="53" y="0"/>
                  </a:lnTo>
                  <a:close/>
                </a:path>
              </a:pathLst>
            </a:custGeom>
            <a:solidFill>
              <a:srgbClr val="9F9F9F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798" name="Google Shape;798;p2"/>
            <p:cNvSpPr/>
            <p:nvPr/>
          </p:nvSpPr>
          <p:spPr>
            <a:xfrm>
              <a:off x="4074" y="3307"/>
              <a:ext cx="45" cy="114"/>
            </a:xfrm>
            <a:custGeom>
              <a:avLst/>
              <a:gdLst/>
              <a:ahLst/>
              <a:cxnLst/>
              <a:rect l="l" t="t" r="r" b="b"/>
              <a:pathLst>
                <a:path w="51" h="193" extrusionOk="0">
                  <a:moveTo>
                    <a:pt x="51" y="0"/>
                  </a:moveTo>
                  <a:lnTo>
                    <a:pt x="43" y="2"/>
                  </a:lnTo>
                  <a:lnTo>
                    <a:pt x="38" y="7"/>
                  </a:lnTo>
                  <a:lnTo>
                    <a:pt x="31" y="14"/>
                  </a:lnTo>
                  <a:lnTo>
                    <a:pt x="25" y="26"/>
                  </a:lnTo>
                  <a:lnTo>
                    <a:pt x="20" y="40"/>
                  </a:lnTo>
                  <a:lnTo>
                    <a:pt x="14" y="56"/>
                  </a:lnTo>
                  <a:lnTo>
                    <a:pt x="11" y="75"/>
                  </a:lnTo>
                  <a:lnTo>
                    <a:pt x="7" y="96"/>
                  </a:lnTo>
                  <a:lnTo>
                    <a:pt x="4" y="118"/>
                  </a:lnTo>
                  <a:lnTo>
                    <a:pt x="2" y="142"/>
                  </a:lnTo>
                  <a:lnTo>
                    <a:pt x="0" y="167"/>
                  </a:lnTo>
                  <a:lnTo>
                    <a:pt x="0" y="193"/>
                  </a:lnTo>
                  <a:lnTo>
                    <a:pt x="2" y="193"/>
                  </a:lnTo>
                  <a:lnTo>
                    <a:pt x="2" y="168"/>
                  </a:lnTo>
                  <a:lnTo>
                    <a:pt x="4" y="144"/>
                  </a:lnTo>
                  <a:lnTo>
                    <a:pt x="5" y="120"/>
                  </a:lnTo>
                  <a:lnTo>
                    <a:pt x="7" y="99"/>
                  </a:lnTo>
                  <a:lnTo>
                    <a:pt x="11" y="78"/>
                  </a:lnTo>
                  <a:lnTo>
                    <a:pt x="16" y="59"/>
                  </a:lnTo>
                  <a:lnTo>
                    <a:pt x="20" y="44"/>
                  </a:lnTo>
                  <a:lnTo>
                    <a:pt x="25" y="30"/>
                  </a:lnTo>
                  <a:lnTo>
                    <a:pt x="31" y="19"/>
                  </a:lnTo>
                  <a:lnTo>
                    <a:pt x="38" y="12"/>
                  </a:lnTo>
                  <a:lnTo>
                    <a:pt x="43" y="7"/>
                  </a:lnTo>
                  <a:lnTo>
                    <a:pt x="51" y="5"/>
                  </a:lnTo>
                  <a:lnTo>
                    <a:pt x="51" y="0"/>
                  </a:lnTo>
                  <a:close/>
                </a:path>
              </a:pathLst>
            </a:custGeom>
            <a:solidFill>
              <a:srgbClr val="A1A1A1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799" name="Google Shape;799;p2"/>
            <p:cNvSpPr/>
            <p:nvPr/>
          </p:nvSpPr>
          <p:spPr>
            <a:xfrm>
              <a:off x="4075" y="3309"/>
              <a:ext cx="44" cy="112"/>
            </a:xfrm>
            <a:custGeom>
              <a:avLst/>
              <a:gdLst/>
              <a:ahLst/>
              <a:cxnLst/>
              <a:rect l="l" t="t" r="r" b="b"/>
              <a:pathLst>
                <a:path w="49" h="188" extrusionOk="0">
                  <a:moveTo>
                    <a:pt x="49" y="0"/>
                  </a:moveTo>
                  <a:lnTo>
                    <a:pt x="41" y="2"/>
                  </a:lnTo>
                  <a:lnTo>
                    <a:pt x="36" y="7"/>
                  </a:lnTo>
                  <a:lnTo>
                    <a:pt x="29" y="14"/>
                  </a:lnTo>
                  <a:lnTo>
                    <a:pt x="23" y="25"/>
                  </a:lnTo>
                  <a:lnTo>
                    <a:pt x="18" y="39"/>
                  </a:lnTo>
                  <a:lnTo>
                    <a:pt x="14" y="54"/>
                  </a:lnTo>
                  <a:lnTo>
                    <a:pt x="9" y="73"/>
                  </a:lnTo>
                  <a:lnTo>
                    <a:pt x="5" y="94"/>
                  </a:lnTo>
                  <a:lnTo>
                    <a:pt x="3" y="115"/>
                  </a:lnTo>
                  <a:lnTo>
                    <a:pt x="2" y="139"/>
                  </a:lnTo>
                  <a:lnTo>
                    <a:pt x="0" y="163"/>
                  </a:lnTo>
                  <a:lnTo>
                    <a:pt x="0" y="188"/>
                  </a:lnTo>
                  <a:lnTo>
                    <a:pt x="2" y="188"/>
                  </a:lnTo>
                  <a:lnTo>
                    <a:pt x="2" y="163"/>
                  </a:lnTo>
                  <a:lnTo>
                    <a:pt x="2" y="141"/>
                  </a:lnTo>
                  <a:lnTo>
                    <a:pt x="5" y="118"/>
                  </a:lnTo>
                  <a:lnTo>
                    <a:pt x="7" y="96"/>
                  </a:lnTo>
                  <a:lnTo>
                    <a:pt x="11" y="77"/>
                  </a:lnTo>
                  <a:lnTo>
                    <a:pt x="14" y="59"/>
                  </a:lnTo>
                  <a:lnTo>
                    <a:pt x="20" y="44"/>
                  </a:lnTo>
                  <a:lnTo>
                    <a:pt x="25" y="30"/>
                  </a:lnTo>
                  <a:lnTo>
                    <a:pt x="30" y="19"/>
                  </a:lnTo>
                  <a:lnTo>
                    <a:pt x="36" y="11"/>
                  </a:lnTo>
                  <a:lnTo>
                    <a:pt x="41" y="7"/>
                  </a:lnTo>
                  <a:lnTo>
                    <a:pt x="49" y="6"/>
                  </a:lnTo>
                  <a:lnTo>
                    <a:pt x="49" y="0"/>
                  </a:lnTo>
                  <a:close/>
                </a:path>
              </a:pathLst>
            </a:custGeom>
            <a:solidFill>
              <a:srgbClr val="A3A3A3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800" name="Google Shape;800;p2"/>
            <p:cNvSpPr/>
            <p:nvPr/>
          </p:nvSpPr>
          <p:spPr>
            <a:xfrm>
              <a:off x="4077" y="3313"/>
              <a:ext cx="42" cy="108"/>
            </a:xfrm>
            <a:custGeom>
              <a:avLst/>
              <a:gdLst/>
              <a:ahLst/>
              <a:cxnLst/>
              <a:rect l="l" t="t" r="r" b="b"/>
              <a:pathLst>
                <a:path w="47" h="182" extrusionOk="0">
                  <a:moveTo>
                    <a:pt x="47" y="0"/>
                  </a:moveTo>
                  <a:lnTo>
                    <a:pt x="39" y="1"/>
                  </a:lnTo>
                  <a:lnTo>
                    <a:pt x="34" y="5"/>
                  </a:lnTo>
                  <a:lnTo>
                    <a:pt x="28" y="13"/>
                  </a:lnTo>
                  <a:lnTo>
                    <a:pt x="23" y="24"/>
                  </a:lnTo>
                  <a:lnTo>
                    <a:pt x="18" y="38"/>
                  </a:lnTo>
                  <a:lnTo>
                    <a:pt x="12" y="53"/>
                  </a:lnTo>
                  <a:lnTo>
                    <a:pt x="9" y="71"/>
                  </a:lnTo>
                  <a:lnTo>
                    <a:pt x="5" y="90"/>
                  </a:lnTo>
                  <a:lnTo>
                    <a:pt x="3" y="112"/>
                  </a:lnTo>
                  <a:lnTo>
                    <a:pt x="0" y="135"/>
                  </a:lnTo>
                  <a:lnTo>
                    <a:pt x="0" y="157"/>
                  </a:lnTo>
                  <a:lnTo>
                    <a:pt x="0" y="182"/>
                  </a:lnTo>
                  <a:lnTo>
                    <a:pt x="0" y="182"/>
                  </a:lnTo>
                  <a:lnTo>
                    <a:pt x="1" y="157"/>
                  </a:lnTo>
                  <a:lnTo>
                    <a:pt x="1" y="135"/>
                  </a:lnTo>
                  <a:lnTo>
                    <a:pt x="3" y="114"/>
                  </a:lnTo>
                  <a:lnTo>
                    <a:pt x="7" y="93"/>
                  </a:lnTo>
                  <a:lnTo>
                    <a:pt x="10" y="74"/>
                  </a:lnTo>
                  <a:lnTo>
                    <a:pt x="14" y="57"/>
                  </a:lnTo>
                  <a:lnTo>
                    <a:pt x="18" y="41"/>
                  </a:lnTo>
                  <a:lnTo>
                    <a:pt x="23" y="29"/>
                  </a:lnTo>
                  <a:lnTo>
                    <a:pt x="28" y="19"/>
                  </a:lnTo>
                  <a:lnTo>
                    <a:pt x="34" y="10"/>
                  </a:lnTo>
                  <a:lnTo>
                    <a:pt x="39" y="7"/>
                  </a:lnTo>
                  <a:lnTo>
                    <a:pt x="47" y="5"/>
                  </a:lnTo>
                  <a:lnTo>
                    <a:pt x="47" y="0"/>
                  </a:lnTo>
                  <a:close/>
                </a:path>
              </a:pathLst>
            </a:custGeom>
            <a:solidFill>
              <a:srgbClr val="A5A5A5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801" name="Google Shape;801;p2"/>
            <p:cNvSpPr/>
            <p:nvPr/>
          </p:nvSpPr>
          <p:spPr>
            <a:xfrm>
              <a:off x="4077" y="3315"/>
              <a:ext cx="42" cy="106"/>
            </a:xfrm>
            <a:custGeom>
              <a:avLst/>
              <a:gdLst/>
              <a:ahLst/>
              <a:cxnLst/>
              <a:rect l="l" t="t" r="r" b="b"/>
              <a:pathLst>
                <a:path w="47" h="177" extrusionOk="0">
                  <a:moveTo>
                    <a:pt x="47" y="0"/>
                  </a:moveTo>
                  <a:lnTo>
                    <a:pt x="39" y="2"/>
                  </a:lnTo>
                  <a:lnTo>
                    <a:pt x="34" y="5"/>
                  </a:lnTo>
                  <a:lnTo>
                    <a:pt x="28" y="14"/>
                  </a:lnTo>
                  <a:lnTo>
                    <a:pt x="23" y="24"/>
                  </a:lnTo>
                  <a:lnTo>
                    <a:pt x="18" y="36"/>
                  </a:lnTo>
                  <a:lnTo>
                    <a:pt x="14" y="52"/>
                  </a:lnTo>
                  <a:lnTo>
                    <a:pt x="10" y="69"/>
                  </a:lnTo>
                  <a:lnTo>
                    <a:pt x="7" y="88"/>
                  </a:lnTo>
                  <a:lnTo>
                    <a:pt x="3" y="109"/>
                  </a:lnTo>
                  <a:lnTo>
                    <a:pt x="1" y="130"/>
                  </a:lnTo>
                  <a:lnTo>
                    <a:pt x="1" y="152"/>
                  </a:lnTo>
                  <a:lnTo>
                    <a:pt x="0" y="177"/>
                  </a:lnTo>
                  <a:lnTo>
                    <a:pt x="1" y="177"/>
                  </a:lnTo>
                  <a:lnTo>
                    <a:pt x="1" y="154"/>
                  </a:lnTo>
                  <a:lnTo>
                    <a:pt x="3" y="132"/>
                  </a:lnTo>
                  <a:lnTo>
                    <a:pt x="5" y="111"/>
                  </a:lnTo>
                  <a:lnTo>
                    <a:pt x="7" y="90"/>
                  </a:lnTo>
                  <a:lnTo>
                    <a:pt x="10" y="73"/>
                  </a:lnTo>
                  <a:lnTo>
                    <a:pt x="14" y="55"/>
                  </a:lnTo>
                  <a:lnTo>
                    <a:pt x="19" y="40"/>
                  </a:lnTo>
                  <a:lnTo>
                    <a:pt x="23" y="28"/>
                  </a:lnTo>
                  <a:lnTo>
                    <a:pt x="28" y="17"/>
                  </a:lnTo>
                  <a:lnTo>
                    <a:pt x="34" y="10"/>
                  </a:lnTo>
                  <a:lnTo>
                    <a:pt x="41" y="7"/>
                  </a:lnTo>
                  <a:lnTo>
                    <a:pt x="47" y="5"/>
                  </a:lnTo>
                  <a:lnTo>
                    <a:pt x="47" y="0"/>
                  </a:lnTo>
                  <a:close/>
                </a:path>
              </a:pathLst>
            </a:custGeom>
            <a:solidFill>
              <a:srgbClr val="A8A8A8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802" name="Google Shape;802;p2"/>
            <p:cNvSpPr/>
            <p:nvPr/>
          </p:nvSpPr>
          <p:spPr>
            <a:xfrm>
              <a:off x="4079" y="3319"/>
              <a:ext cx="40" cy="102"/>
            </a:xfrm>
            <a:custGeom>
              <a:avLst/>
              <a:gdLst/>
              <a:ahLst/>
              <a:cxnLst/>
              <a:rect l="l" t="t" r="r" b="b"/>
              <a:pathLst>
                <a:path w="46" h="172" extrusionOk="0">
                  <a:moveTo>
                    <a:pt x="46" y="0"/>
                  </a:moveTo>
                  <a:lnTo>
                    <a:pt x="40" y="2"/>
                  </a:lnTo>
                  <a:lnTo>
                    <a:pt x="33" y="5"/>
                  </a:lnTo>
                  <a:lnTo>
                    <a:pt x="27" y="12"/>
                  </a:lnTo>
                  <a:lnTo>
                    <a:pt x="22" y="23"/>
                  </a:lnTo>
                  <a:lnTo>
                    <a:pt x="18" y="35"/>
                  </a:lnTo>
                  <a:lnTo>
                    <a:pt x="13" y="50"/>
                  </a:lnTo>
                  <a:lnTo>
                    <a:pt x="9" y="68"/>
                  </a:lnTo>
                  <a:lnTo>
                    <a:pt x="6" y="85"/>
                  </a:lnTo>
                  <a:lnTo>
                    <a:pt x="4" y="106"/>
                  </a:lnTo>
                  <a:lnTo>
                    <a:pt x="2" y="127"/>
                  </a:lnTo>
                  <a:lnTo>
                    <a:pt x="0" y="149"/>
                  </a:lnTo>
                  <a:lnTo>
                    <a:pt x="0" y="172"/>
                  </a:lnTo>
                  <a:lnTo>
                    <a:pt x="2" y="172"/>
                  </a:lnTo>
                  <a:lnTo>
                    <a:pt x="2" y="147"/>
                  </a:lnTo>
                  <a:lnTo>
                    <a:pt x="4" y="125"/>
                  </a:lnTo>
                  <a:lnTo>
                    <a:pt x="6" y="102"/>
                  </a:lnTo>
                  <a:lnTo>
                    <a:pt x="9" y="82"/>
                  </a:lnTo>
                  <a:lnTo>
                    <a:pt x="13" y="62"/>
                  </a:lnTo>
                  <a:lnTo>
                    <a:pt x="17" y="45"/>
                  </a:lnTo>
                  <a:lnTo>
                    <a:pt x="22" y="31"/>
                  </a:lnTo>
                  <a:lnTo>
                    <a:pt x="27" y="21"/>
                  </a:lnTo>
                  <a:lnTo>
                    <a:pt x="33" y="12"/>
                  </a:lnTo>
                  <a:lnTo>
                    <a:pt x="38" y="7"/>
                  </a:lnTo>
                  <a:lnTo>
                    <a:pt x="46" y="5"/>
                  </a:lnTo>
                  <a:lnTo>
                    <a:pt x="46" y="0"/>
                  </a:lnTo>
                  <a:close/>
                </a:path>
              </a:pathLst>
            </a:custGeom>
            <a:solidFill>
              <a:srgbClr val="AAAAAA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803" name="Google Shape;803;p2"/>
            <p:cNvSpPr/>
            <p:nvPr/>
          </p:nvSpPr>
          <p:spPr>
            <a:xfrm>
              <a:off x="4081" y="3323"/>
              <a:ext cx="38" cy="98"/>
            </a:xfrm>
            <a:custGeom>
              <a:avLst/>
              <a:gdLst/>
              <a:ahLst/>
              <a:cxnLst/>
              <a:rect l="l" t="t" r="r" b="b"/>
              <a:pathLst>
                <a:path w="44" h="167" extrusionOk="0">
                  <a:moveTo>
                    <a:pt x="44" y="0"/>
                  </a:moveTo>
                  <a:lnTo>
                    <a:pt x="36" y="2"/>
                  </a:lnTo>
                  <a:lnTo>
                    <a:pt x="31" y="7"/>
                  </a:lnTo>
                  <a:lnTo>
                    <a:pt x="25" y="16"/>
                  </a:lnTo>
                  <a:lnTo>
                    <a:pt x="20" y="26"/>
                  </a:lnTo>
                  <a:lnTo>
                    <a:pt x="15" y="40"/>
                  </a:lnTo>
                  <a:lnTo>
                    <a:pt x="11" y="57"/>
                  </a:lnTo>
                  <a:lnTo>
                    <a:pt x="7" y="77"/>
                  </a:lnTo>
                  <a:lnTo>
                    <a:pt x="4" y="97"/>
                  </a:lnTo>
                  <a:lnTo>
                    <a:pt x="2" y="120"/>
                  </a:lnTo>
                  <a:lnTo>
                    <a:pt x="0" y="142"/>
                  </a:lnTo>
                  <a:lnTo>
                    <a:pt x="0" y="167"/>
                  </a:lnTo>
                  <a:lnTo>
                    <a:pt x="2" y="167"/>
                  </a:lnTo>
                  <a:lnTo>
                    <a:pt x="2" y="142"/>
                  </a:lnTo>
                  <a:lnTo>
                    <a:pt x="2" y="122"/>
                  </a:lnTo>
                  <a:lnTo>
                    <a:pt x="6" y="99"/>
                  </a:lnTo>
                  <a:lnTo>
                    <a:pt x="7" y="80"/>
                  </a:lnTo>
                  <a:lnTo>
                    <a:pt x="11" y="61"/>
                  </a:lnTo>
                  <a:lnTo>
                    <a:pt x="16" y="45"/>
                  </a:lnTo>
                  <a:lnTo>
                    <a:pt x="20" y="31"/>
                  </a:lnTo>
                  <a:lnTo>
                    <a:pt x="25" y="19"/>
                  </a:lnTo>
                  <a:lnTo>
                    <a:pt x="31" y="12"/>
                  </a:lnTo>
                  <a:lnTo>
                    <a:pt x="36" y="7"/>
                  </a:lnTo>
                  <a:lnTo>
                    <a:pt x="44" y="5"/>
                  </a:lnTo>
                  <a:lnTo>
                    <a:pt x="44" y="0"/>
                  </a:lnTo>
                  <a:close/>
                </a:path>
              </a:pathLst>
            </a:custGeom>
            <a:solidFill>
              <a:srgbClr val="ACACAC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804" name="Google Shape;804;p2"/>
            <p:cNvSpPr/>
            <p:nvPr/>
          </p:nvSpPr>
          <p:spPr>
            <a:xfrm>
              <a:off x="4082" y="3325"/>
              <a:ext cx="37" cy="96"/>
            </a:xfrm>
            <a:custGeom>
              <a:avLst/>
              <a:gdLst/>
              <a:ahLst/>
              <a:cxnLst/>
              <a:rect l="l" t="t" r="r" b="b"/>
              <a:pathLst>
                <a:path w="42" h="162" extrusionOk="0">
                  <a:moveTo>
                    <a:pt x="42" y="0"/>
                  </a:moveTo>
                  <a:lnTo>
                    <a:pt x="34" y="2"/>
                  </a:lnTo>
                  <a:lnTo>
                    <a:pt x="29" y="7"/>
                  </a:lnTo>
                  <a:lnTo>
                    <a:pt x="23" y="14"/>
                  </a:lnTo>
                  <a:lnTo>
                    <a:pt x="18" y="26"/>
                  </a:lnTo>
                  <a:lnTo>
                    <a:pt x="14" y="40"/>
                  </a:lnTo>
                  <a:lnTo>
                    <a:pt x="9" y="56"/>
                  </a:lnTo>
                  <a:lnTo>
                    <a:pt x="5" y="75"/>
                  </a:lnTo>
                  <a:lnTo>
                    <a:pt x="4" y="94"/>
                  </a:lnTo>
                  <a:lnTo>
                    <a:pt x="0" y="117"/>
                  </a:lnTo>
                  <a:lnTo>
                    <a:pt x="0" y="137"/>
                  </a:lnTo>
                  <a:lnTo>
                    <a:pt x="0" y="162"/>
                  </a:lnTo>
                  <a:lnTo>
                    <a:pt x="0" y="162"/>
                  </a:lnTo>
                  <a:lnTo>
                    <a:pt x="2" y="139"/>
                  </a:lnTo>
                  <a:lnTo>
                    <a:pt x="2" y="117"/>
                  </a:lnTo>
                  <a:lnTo>
                    <a:pt x="4" y="96"/>
                  </a:lnTo>
                  <a:lnTo>
                    <a:pt x="7" y="77"/>
                  </a:lnTo>
                  <a:lnTo>
                    <a:pt x="11" y="59"/>
                  </a:lnTo>
                  <a:lnTo>
                    <a:pt x="14" y="44"/>
                  </a:lnTo>
                  <a:lnTo>
                    <a:pt x="20" y="30"/>
                  </a:lnTo>
                  <a:lnTo>
                    <a:pt x="23" y="20"/>
                  </a:lnTo>
                  <a:lnTo>
                    <a:pt x="29" y="13"/>
                  </a:lnTo>
                  <a:lnTo>
                    <a:pt x="36" y="7"/>
                  </a:lnTo>
                  <a:lnTo>
                    <a:pt x="42" y="6"/>
                  </a:lnTo>
                  <a:lnTo>
                    <a:pt x="42" y="0"/>
                  </a:lnTo>
                  <a:close/>
                </a:path>
              </a:pathLst>
            </a:custGeom>
            <a:solidFill>
              <a:srgbClr val="AFAFAF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</p:grpSp>
      <p:sp>
        <p:nvSpPr>
          <p:cNvPr id="805" name="Google Shape;805;p2"/>
          <p:cNvSpPr/>
          <p:nvPr/>
        </p:nvSpPr>
        <p:spPr>
          <a:xfrm rot="-9717599">
            <a:off x="3116263" y="2997200"/>
            <a:ext cx="444500" cy="1647825"/>
          </a:xfrm>
          <a:custGeom>
            <a:avLst/>
            <a:gdLst/>
            <a:ahLst/>
            <a:cxnLst/>
            <a:rect l="l" t="t" r="r" b="b"/>
            <a:pathLst>
              <a:path w="2573" h="260" extrusionOk="0">
                <a:moveTo>
                  <a:pt x="0" y="260"/>
                </a:moveTo>
                <a:lnTo>
                  <a:pt x="1331" y="78"/>
                </a:lnTo>
                <a:lnTo>
                  <a:pt x="1300" y="148"/>
                </a:lnTo>
                <a:lnTo>
                  <a:pt x="2573" y="0"/>
                </a:lnTo>
                <a:lnTo>
                  <a:pt x="1242" y="182"/>
                </a:lnTo>
                <a:lnTo>
                  <a:pt x="1271" y="113"/>
                </a:lnTo>
                <a:lnTo>
                  <a:pt x="0" y="260"/>
                </a:lnTo>
                <a:close/>
              </a:path>
            </a:pathLst>
          </a:custGeom>
          <a:solidFill>
            <a:srgbClr val="000000"/>
          </a:solidFill>
          <a:ln w="9525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806" name="Google Shape;806;p2"/>
          <p:cNvSpPr/>
          <p:nvPr/>
        </p:nvSpPr>
        <p:spPr>
          <a:xfrm>
            <a:off x="3505200" y="4419600"/>
            <a:ext cx="914400" cy="304800"/>
          </a:xfrm>
          <a:custGeom>
            <a:avLst/>
            <a:gdLst/>
            <a:ahLst/>
            <a:cxnLst/>
            <a:rect l="l" t="t" r="r" b="b"/>
            <a:pathLst>
              <a:path w="578" h="103" extrusionOk="0">
                <a:moveTo>
                  <a:pt x="11" y="102"/>
                </a:moveTo>
                <a:lnTo>
                  <a:pt x="548" y="102"/>
                </a:lnTo>
                <a:lnTo>
                  <a:pt x="553" y="97"/>
                </a:lnTo>
                <a:lnTo>
                  <a:pt x="557" y="93"/>
                </a:lnTo>
                <a:lnTo>
                  <a:pt x="564" y="87"/>
                </a:lnTo>
                <a:lnTo>
                  <a:pt x="568" y="84"/>
                </a:lnTo>
                <a:lnTo>
                  <a:pt x="572" y="82"/>
                </a:lnTo>
                <a:lnTo>
                  <a:pt x="576" y="83"/>
                </a:lnTo>
                <a:lnTo>
                  <a:pt x="576" y="82"/>
                </a:lnTo>
                <a:lnTo>
                  <a:pt x="572" y="82"/>
                </a:lnTo>
                <a:lnTo>
                  <a:pt x="577" y="78"/>
                </a:lnTo>
                <a:lnTo>
                  <a:pt x="517" y="78"/>
                </a:lnTo>
                <a:lnTo>
                  <a:pt x="506" y="79"/>
                </a:lnTo>
                <a:lnTo>
                  <a:pt x="498" y="80"/>
                </a:lnTo>
                <a:lnTo>
                  <a:pt x="495" y="74"/>
                </a:lnTo>
                <a:lnTo>
                  <a:pt x="497" y="74"/>
                </a:lnTo>
                <a:lnTo>
                  <a:pt x="498" y="74"/>
                </a:lnTo>
                <a:lnTo>
                  <a:pt x="498" y="73"/>
                </a:lnTo>
                <a:lnTo>
                  <a:pt x="498" y="70"/>
                </a:lnTo>
                <a:lnTo>
                  <a:pt x="497" y="68"/>
                </a:lnTo>
                <a:lnTo>
                  <a:pt x="507" y="68"/>
                </a:lnTo>
                <a:lnTo>
                  <a:pt x="508" y="68"/>
                </a:lnTo>
                <a:lnTo>
                  <a:pt x="509" y="68"/>
                </a:lnTo>
                <a:lnTo>
                  <a:pt x="509" y="67"/>
                </a:lnTo>
                <a:lnTo>
                  <a:pt x="515" y="67"/>
                </a:lnTo>
                <a:lnTo>
                  <a:pt x="516" y="67"/>
                </a:lnTo>
                <a:lnTo>
                  <a:pt x="516" y="66"/>
                </a:lnTo>
                <a:lnTo>
                  <a:pt x="515" y="66"/>
                </a:lnTo>
                <a:lnTo>
                  <a:pt x="509" y="66"/>
                </a:lnTo>
                <a:lnTo>
                  <a:pt x="507" y="66"/>
                </a:lnTo>
                <a:lnTo>
                  <a:pt x="497" y="68"/>
                </a:lnTo>
                <a:lnTo>
                  <a:pt x="495" y="66"/>
                </a:lnTo>
                <a:lnTo>
                  <a:pt x="494" y="65"/>
                </a:lnTo>
                <a:lnTo>
                  <a:pt x="493" y="65"/>
                </a:lnTo>
                <a:lnTo>
                  <a:pt x="491" y="64"/>
                </a:lnTo>
                <a:lnTo>
                  <a:pt x="489" y="63"/>
                </a:lnTo>
                <a:lnTo>
                  <a:pt x="486" y="64"/>
                </a:lnTo>
                <a:lnTo>
                  <a:pt x="484" y="65"/>
                </a:lnTo>
                <a:lnTo>
                  <a:pt x="483" y="66"/>
                </a:lnTo>
                <a:lnTo>
                  <a:pt x="482" y="66"/>
                </a:lnTo>
                <a:lnTo>
                  <a:pt x="482" y="69"/>
                </a:lnTo>
                <a:lnTo>
                  <a:pt x="482" y="70"/>
                </a:lnTo>
                <a:lnTo>
                  <a:pt x="482" y="72"/>
                </a:lnTo>
                <a:lnTo>
                  <a:pt x="483" y="73"/>
                </a:lnTo>
                <a:lnTo>
                  <a:pt x="484" y="74"/>
                </a:lnTo>
                <a:lnTo>
                  <a:pt x="485" y="74"/>
                </a:lnTo>
                <a:lnTo>
                  <a:pt x="487" y="75"/>
                </a:lnTo>
                <a:lnTo>
                  <a:pt x="486" y="80"/>
                </a:lnTo>
                <a:lnTo>
                  <a:pt x="475" y="81"/>
                </a:lnTo>
                <a:lnTo>
                  <a:pt x="476" y="70"/>
                </a:lnTo>
                <a:lnTo>
                  <a:pt x="444" y="72"/>
                </a:lnTo>
                <a:lnTo>
                  <a:pt x="443" y="84"/>
                </a:lnTo>
                <a:lnTo>
                  <a:pt x="438" y="84"/>
                </a:lnTo>
                <a:lnTo>
                  <a:pt x="438" y="68"/>
                </a:lnTo>
                <a:lnTo>
                  <a:pt x="437" y="68"/>
                </a:lnTo>
                <a:lnTo>
                  <a:pt x="437" y="84"/>
                </a:lnTo>
                <a:lnTo>
                  <a:pt x="435" y="84"/>
                </a:lnTo>
                <a:lnTo>
                  <a:pt x="435" y="68"/>
                </a:lnTo>
                <a:lnTo>
                  <a:pt x="433" y="68"/>
                </a:lnTo>
                <a:lnTo>
                  <a:pt x="433" y="84"/>
                </a:lnTo>
                <a:lnTo>
                  <a:pt x="431" y="84"/>
                </a:lnTo>
                <a:lnTo>
                  <a:pt x="431" y="81"/>
                </a:lnTo>
                <a:lnTo>
                  <a:pt x="430" y="81"/>
                </a:lnTo>
                <a:lnTo>
                  <a:pt x="430" y="68"/>
                </a:lnTo>
                <a:lnTo>
                  <a:pt x="424" y="68"/>
                </a:lnTo>
                <a:lnTo>
                  <a:pt x="424" y="81"/>
                </a:lnTo>
                <a:lnTo>
                  <a:pt x="423" y="81"/>
                </a:lnTo>
                <a:lnTo>
                  <a:pt x="423" y="84"/>
                </a:lnTo>
                <a:lnTo>
                  <a:pt x="419" y="85"/>
                </a:lnTo>
                <a:lnTo>
                  <a:pt x="421" y="59"/>
                </a:lnTo>
                <a:lnTo>
                  <a:pt x="419" y="59"/>
                </a:lnTo>
                <a:lnTo>
                  <a:pt x="420" y="55"/>
                </a:lnTo>
                <a:lnTo>
                  <a:pt x="418" y="55"/>
                </a:lnTo>
                <a:lnTo>
                  <a:pt x="418" y="52"/>
                </a:lnTo>
                <a:lnTo>
                  <a:pt x="419" y="52"/>
                </a:lnTo>
                <a:lnTo>
                  <a:pt x="417" y="48"/>
                </a:lnTo>
                <a:lnTo>
                  <a:pt x="417" y="44"/>
                </a:lnTo>
                <a:lnTo>
                  <a:pt x="417" y="48"/>
                </a:lnTo>
                <a:lnTo>
                  <a:pt x="416" y="52"/>
                </a:lnTo>
                <a:lnTo>
                  <a:pt x="417" y="52"/>
                </a:lnTo>
                <a:lnTo>
                  <a:pt x="417" y="55"/>
                </a:lnTo>
                <a:lnTo>
                  <a:pt x="389" y="55"/>
                </a:lnTo>
                <a:lnTo>
                  <a:pt x="389" y="47"/>
                </a:lnTo>
                <a:lnTo>
                  <a:pt x="388" y="55"/>
                </a:lnTo>
                <a:lnTo>
                  <a:pt x="379" y="55"/>
                </a:lnTo>
                <a:lnTo>
                  <a:pt x="375" y="49"/>
                </a:lnTo>
                <a:lnTo>
                  <a:pt x="375" y="46"/>
                </a:lnTo>
                <a:lnTo>
                  <a:pt x="375" y="45"/>
                </a:lnTo>
                <a:lnTo>
                  <a:pt x="375" y="43"/>
                </a:lnTo>
                <a:lnTo>
                  <a:pt x="375" y="41"/>
                </a:lnTo>
                <a:lnTo>
                  <a:pt x="374" y="41"/>
                </a:lnTo>
                <a:lnTo>
                  <a:pt x="372" y="43"/>
                </a:lnTo>
                <a:lnTo>
                  <a:pt x="372" y="45"/>
                </a:lnTo>
                <a:lnTo>
                  <a:pt x="374" y="46"/>
                </a:lnTo>
                <a:lnTo>
                  <a:pt x="374" y="49"/>
                </a:lnTo>
                <a:lnTo>
                  <a:pt x="369" y="55"/>
                </a:lnTo>
                <a:lnTo>
                  <a:pt x="363" y="55"/>
                </a:lnTo>
                <a:lnTo>
                  <a:pt x="363" y="41"/>
                </a:lnTo>
                <a:lnTo>
                  <a:pt x="363" y="55"/>
                </a:lnTo>
                <a:lnTo>
                  <a:pt x="340" y="55"/>
                </a:lnTo>
                <a:lnTo>
                  <a:pt x="340" y="47"/>
                </a:lnTo>
                <a:lnTo>
                  <a:pt x="348" y="46"/>
                </a:lnTo>
                <a:lnTo>
                  <a:pt x="348" y="45"/>
                </a:lnTo>
                <a:lnTo>
                  <a:pt x="347" y="45"/>
                </a:lnTo>
                <a:lnTo>
                  <a:pt x="347" y="44"/>
                </a:lnTo>
                <a:lnTo>
                  <a:pt x="346" y="44"/>
                </a:lnTo>
                <a:lnTo>
                  <a:pt x="346" y="45"/>
                </a:lnTo>
                <a:lnTo>
                  <a:pt x="345" y="45"/>
                </a:lnTo>
                <a:lnTo>
                  <a:pt x="340" y="45"/>
                </a:lnTo>
                <a:lnTo>
                  <a:pt x="339" y="37"/>
                </a:lnTo>
                <a:lnTo>
                  <a:pt x="347" y="35"/>
                </a:lnTo>
                <a:lnTo>
                  <a:pt x="347" y="33"/>
                </a:lnTo>
                <a:lnTo>
                  <a:pt x="343" y="33"/>
                </a:lnTo>
                <a:lnTo>
                  <a:pt x="343" y="30"/>
                </a:lnTo>
                <a:lnTo>
                  <a:pt x="347" y="30"/>
                </a:lnTo>
                <a:lnTo>
                  <a:pt x="347" y="29"/>
                </a:lnTo>
                <a:lnTo>
                  <a:pt x="340" y="29"/>
                </a:lnTo>
                <a:lnTo>
                  <a:pt x="340" y="30"/>
                </a:lnTo>
                <a:lnTo>
                  <a:pt x="342" y="30"/>
                </a:lnTo>
                <a:lnTo>
                  <a:pt x="342" y="33"/>
                </a:lnTo>
                <a:lnTo>
                  <a:pt x="338" y="33"/>
                </a:lnTo>
                <a:lnTo>
                  <a:pt x="337" y="21"/>
                </a:lnTo>
                <a:lnTo>
                  <a:pt x="340" y="19"/>
                </a:lnTo>
                <a:lnTo>
                  <a:pt x="340" y="21"/>
                </a:lnTo>
                <a:lnTo>
                  <a:pt x="340" y="17"/>
                </a:lnTo>
                <a:lnTo>
                  <a:pt x="340" y="19"/>
                </a:lnTo>
                <a:lnTo>
                  <a:pt x="338" y="19"/>
                </a:lnTo>
                <a:lnTo>
                  <a:pt x="337" y="19"/>
                </a:lnTo>
                <a:lnTo>
                  <a:pt x="337" y="18"/>
                </a:lnTo>
                <a:lnTo>
                  <a:pt x="338" y="15"/>
                </a:lnTo>
                <a:lnTo>
                  <a:pt x="338" y="9"/>
                </a:lnTo>
                <a:lnTo>
                  <a:pt x="336" y="5"/>
                </a:lnTo>
                <a:lnTo>
                  <a:pt x="336" y="5"/>
                </a:lnTo>
                <a:lnTo>
                  <a:pt x="337" y="3"/>
                </a:lnTo>
                <a:lnTo>
                  <a:pt x="348" y="3"/>
                </a:lnTo>
                <a:lnTo>
                  <a:pt x="348" y="1"/>
                </a:lnTo>
                <a:lnTo>
                  <a:pt x="338" y="1"/>
                </a:lnTo>
                <a:lnTo>
                  <a:pt x="338" y="0"/>
                </a:lnTo>
                <a:lnTo>
                  <a:pt x="332" y="0"/>
                </a:lnTo>
                <a:lnTo>
                  <a:pt x="332" y="1"/>
                </a:lnTo>
                <a:lnTo>
                  <a:pt x="321" y="1"/>
                </a:lnTo>
                <a:lnTo>
                  <a:pt x="321" y="3"/>
                </a:lnTo>
                <a:lnTo>
                  <a:pt x="332" y="3"/>
                </a:lnTo>
                <a:lnTo>
                  <a:pt x="333" y="5"/>
                </a:lnTo>
                <a:lnTo>
                  <a:pt x="333" y="5"/>
                </a:lnTo>
                <a:lnTo>
                  <a:pt x="331" y="9"/>
                </a:lnTo>
                <a:lnTo>
                  <a:pt x="331" y="15"/>
                </a:lnTo>
                <a:lnTo>
                  <a:pt x="332" y="18"/>
                </a:lnTo>
                <a:lnTo>
                  <a:pt x="330" y="34"/>
                </a:lnTo>
                <a:lnTo>
                  <a:pt x="315" y="21"/>
                </a:lnTo>
                <a:lnTo>
                  <a:pt x="330" y="36"/>
                </a:lnTo>
                <a:lnTo>
                  <a:pt x="326" y="66"/>
                </a:lnTo>
                <a:lnTo>
                  <a:pt x="323" y="66"/>
                </a:lnTo>
                <a:lnTo>
                  <a:pt x="326" y="66"/>
                </a:lnTo>
                <a:lnTo>
                  <a:pt x="324" y="87"/>
                </a:lnTo>
                <a:lnTo>
                  <a:pt x="305" y="87"/>
                </a:lnTo>
                <a:lnTo>
                  <a:pt x="305" y="83"/>
                </a:lnTo>
                <a:lnTo>
                  <a:pt x="301" y="83"/>
                </a:lnTo>
                <a:lnTo>
                  <a:pt x="301" y="64"/>
                </a:lnTo>
                <a:lnTo>
                  <a:pt x="296" y="64"/>
                </a:lnTo>
                <a:lnTo>
                  <a:pt x="296" y="58"/>
                </a:lnTo>
                <a:lnTo>
                  <a:pt x="294" y="58"/>
                </a:lnTo>
                <a:lnTo>
                  <a:pt x="294" y="64"/>
                </a:lnTo>
                <a:lnTo>
                  <a:pt x="286" y="64"/>
                </a:lnTo>
                <a:lnTo>
                  <a:pt x="284" y="61"/>
                </a:lnTo>
                <a:lnTo>
                  <a:pt x="284" y="10"/>
                </a:lnTo>
                <a:lnTo>
                  <a:pt x="284" y="61"/>
                </a:lnTo>
                <a:lnTo>
                  <a:pt x="281" y="64"/>
                </a:lnTo>
                <a:lnTo>
                  <a:pt x="281" y="77"/>
                </a:lnTo>
                <a:lnTo>
                  <a:pt x="271" y="77"/>
                </a:lnTo>
                <a:lnTo>
                  <a:pt x="270" y="73"/>
                </a:lnTo>
                <a:lnTo>
                  <a:pt x="273" y="69"/>
                </a:lnTo>
                <a:lnTo>
                  <a:pt x="273" y="68"/>
                </a:lnTo>
                <a:lnTo>
                  <a:pt x="269" y="69"/>
                </a:lnTo>
                <a:lnTo>
                  <a:pt x="267" y="49"/>
                </a:lnTo>
                <a:lnTo>
                  <a:pt x="265" y="49"/>
                </a:lnTo>
                <a:lnTo>
                  <a:pt x="264" y="43"/>
                </a:lnTo>
                <a:lnTo>
                  <a:pt x="261" y="43"/>
                </a:lnTo>
                <a:lnTo>
                  <a:pt x="260" y="49"/>
                </a:lnTo>
                <a:lnTo>
                  <a:pt x="254" y="49"/>
                </a:lnTo>
                <a:lnTo>
                  <a:pt x="253" y="43"/>
                </a:lnTo>
                <a:lnTo>
                  <a:pt x="252" y="43"/>
                </a:lnTo>
                <a:lnTo>
                  <a:pt x="251" y="49"/>
                </a:lnTo>
                <a:lnTo>
                  <a:pt x="244" y="49"/>
                </a:lnTo>
                <a:lnTo>
                  <a:pt x="239" y="66"/>
                </a:lnTo>
                <a:lnTo>
                  <a:pt x="238" y="62"/>
                </a:lnTo>
                <a:lnTo>
                  <a:pt x="237" y="62"/>
                </a:lnTo>
                <a:lnTo>
                  <a:pt x="237" y="68"/>
                </a:lnTo>
                <a:lnTo>
                  <a:pt x="219" y="68"/>
                </a:lnTo>
                <a:lnTo>
                  <a:pt x="219" y="87"/>
                </a:lnTo>
                <a:lnTo>
                  <a:pt x="211" y="87"/>
                </a:lnTo>
                <a:lnTo>
                  <a:pt x="209" y="33"/>
                </a:lnTo>
                <a:lnTo>
                  <a:pt x="209" y="27"/>
                </a:lnTo>
                <a:lnTo>
                  <a:pt x="209" y="26"/>
                </a:lnTo>
                <a:lnTo>
                  <a:pt x="208" y="26"/>
                </a:lnTo>
                <a:lnTo>
                  <a:pt x="208" y="23"/>
                </a:lnTo>
                <a:lnTo>
                  <a:pt x="209" y="23"/>
                </a:lnTo>
                <a:lnTo>
                  <a:pt x="208" y="21"/>
                </a:lnTo>
                <a:lnTo>
                  <a:pt x="208" y="19"/>
                </a:lnTo>
                <a:lnTo>
                  <a:pt x="209" y="18"/>
                </a:lnTo>
                <a:lnTo>
                  <a:pt x="208" y="16"/>
                </a:lnTo>
                <a:lnTo>
                  <a:pt x="208" y="13"/>
                </a:lnTo>
                <a:lnTo>
                  <a:pt x="207" y="13"/>
                </a:lnTo>
                <a:lnTo>
                  <a:pt x="207" y="16"/>
                </a:lnTo>
                <a:lnTo>
                  <a:pt x="207" y="18"/>
                </a:lnTo>
                <a:lnTo>
                  <a:pt x="207" y="19"/>
                </a:lnTo>
                <a:lnTo>
                  <a:pt x="207" y="21"/>
                </a:lnTo>
                <a:lnTo>
                  <a:pt x="207" y="23"/>
                </a:lnTo>
                <a:lnTo>
                  <a:pt x="207" y="26"/>
                </a:lnTo>
                <a:lnTo>
                  <a:pt x="207" y="26"/>
                </a:lnTo>
                <a:lnTo>
                  <a:pt x="207" y="27"/>
                </a:lnTo>
                <a:lnTo>
                  <a:pt x="207" y="33"/>
                </a:lnTo>
                <a:lnTo>
                  <a:pt x="206" y="33"/>
                </a:lnTo>
                <a:lnTo>
                  <a:pt x="199" y="26"/>
                </a:lnTo>
                <a:lnTo>
                  <a:pt x="206" y="34"/>
                </a:lnTo>
                <a:lnTo>
                  <a:pt x="206" y="62"/>
                </a:lnTo>
                <a:lnTo>
                  <a:pt x="202" y="62"/>
                </a:lnTo>
                <a:lnTo>
                  <a:pt x="202" y="59"/>
                </a:lnTo>
                <a:lnTo>
                  <a:pt x="198" y="56"/>
                </a:lnTo>
                <a:lnTo>
                  <a:pt x="198" y="51"/>
                </a:lnTo>
                <a:lnTo>
                  <a:pt x="196" y="47"/>
                </a:lnTo>
                <a:lnTo>
                  <a:pt x="195" y="47"/>
                </a:lnTo>
                <a:lnTo>
                  <a:pt x="196" y="51"/>
                </a:lnTo>
                <a:lnTo>
                  <a:pt x="195" y="56"/>
                </a:lnTo>
                <a:lnTo>
                  <a:pt x="192" y="59"/>
                </a:lnTo>
                <a:lnTo>
                  <a:pt x="192" y="62"/>
                </a:lnTo>
                <a:lnTo>
                  <a:pt x="108" y="62"/>
                </a:lnTo>
                <a:lnTo>
                  <a:pt x="104" y="87"/>
                </a:lnTo>
                <a:lnTo>
                  <a:pt x="0" y="87"/>
                </a:lnTo>
                <a:lnTo>
                  <a:pt x="11" y="102"/>
                </a:lnTo>
              </a:path>
            </a:pathLst>
          </a:custGeom>
          <a:solidFill>
            <a:srgbClr val="FF0000"/>
          </a:solidFill>
          <a:ln w="12700" cap="rnd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grpSp>
        <p:nvGrpSpPr>
          <p:cNvPr id="807" name="Google Shape;807;p2"/>
          <p:cNvGrpSpPr/>
          <p:nvPr/>
        </p:nvGrpSpPr>
        <p:grpSpPr>
          <a:xfrm>
            <a:off x="6248400" y="2209800"/>
            <a:ext cx="228600" cy="762000"/>
            <a:chOff x="3969" y="3294"/>
            <a:chExt cx="164" cy="567"/>
          </a:xfrm>
        </p:grpSpPr>
        <p:sp>
          <p:nvSpPr>
            <p:cNvPr id="808" name="Google Shape;808;p2"/>
            <p:cNvSpPr/>
            <p:nvPr/>
          </p:nvSpPr>
          <p:spPr>
            <a:xfrm>
              <a:off x="3969" y="3294"/>
              <a:ext cx="164" cy="567"/>
            </a:xfrm>
            <a:custGeom>
              <a:avLst/>
              <a:gdLst/>
              <a:ahLst/>
              <a:cxnLst/>
              <a:rect l="l" t="t" r="r" b="b"/>
              <a:pathLst>
                <a:path w="188" h="953" extrusionOk="0">
                  <a:moveTo>
                    <a:pt x="188" y="873"/>
                  </a:moveTo>
                  <a:lnTo>
                    <a:pt x="94" y="953"/>
                  </a:lnTo>
                  <a:lnTo>
                    <a:pt x="0" y="873"/>
                  </a:lnTo>
                  <a:lnTo>
                    <a:pt x="94" y="0"/>
                  </a:lnTo>
                  <a:lnTo>
                    <a:pt x="188" y="873"/>
                  </a:lnTo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809" name="Google Shape;809;p2"/>
            <p:cNvSpPr/>
            <p:nvPr/>
          </p:nvSpPr>
          <p:spPr>
            <a:xfrm>
              <a:off x="4035" y="3318"/>
              <a:ext cx="32" cy="59"/>
            </a:xfrm>
            <a:custGeom>
              <a:avLst/>
              <a:gdLst/>
              <a:ahLst/>
              <a:cxnLst/>
              <a:rect l="l" t="t" r="r" b="b"/>
              <a:pathLst>
                <a:path w="36" h="99" extrusionOk="0">
                  <a:moveTo>
                    <a:pt x="29" y="19"/>
                  </a:moveTo>
                  <a:lnTo>
                    <a:pt x="18" y="0"/>
                  </a:lnTo>
                  <a:lnTo>
                    <a:pt x="5" y="19"/>
                  </a:lnTo>
                  <a:lnTo>
                    <a:pt x="0" y="80"/>
                  </a:lnTo>
                  <a:lnTo>
                    <a:pt x="18" y="99"/>
                  </a:lnTo>
                  <a:lnTo>
                    <a:pt x="36" y="80"/>
                  </a:lnTo>
                  <a:lnTo>
                    <a:pt x="29" y="19"/>
                  </a:lnTo>
                  <a:close/>
                </a:path>
              </a:pathLst>
            </a:custGeom>
            <a:solidFill>
              <a:srgbClr val="666666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810" name="Google Shape;810;p2"/>
            <p:cNvSpPr/>
            <p:nvPr/>
          </p:nvSpPr>
          <p:spPr>
            <a:xfrm>
              <a:off x="3969" y="3767"/>
              <a:ext cx="164" cy="48"/>
            </a:xfrm>
            <a:custGeom>
              <a:avLst/>
              <a:gdLst/>
              <a:ahLst/>
              <a:cxnLst/>
              <a:rect l="l" t="t" r="r" b="b"/>
              <a:pathLst>
                <a:path w="188" h="78" extrusionOk="0">
                  <a:moveTo>
                    <a:pt x="188" y="78"/>
                  </a:moveTo>
                  <a:lnTo>
                    <a:pt x="94" y="0"/>
                  </a:lnTo>
                  <a:lnTo>
                    <a:pt x="0" y="78"/>
                  </a:lnTo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811" name="Google Shape;811;p2"/>
            <p:cNvSpPr/>
            <p:nvPr/>
          </p:nvSpPr>
          <p:spPr>
            <a:xfrm>
              <a:off x="3969" y="3294"/>
              <a:ext cx="164" cy="567"/>
            </a:xfrm>
            <a:custGeom>
              <a:avLst/>
              <a:gdLst/>
              <a:ahLst/>
              <a:cxnLst/>
              <a:rect l="l" t="t" r="r" b="b"/>
              <a:pathLst>
                <a:path w="188" h="953" extrusionOk="0">
                  <a:moveTo>
                    <a:pt x="94" y="0"/>
                  </a:moveTo>
                  <a:lnTo>
                    <a:pt x="94" y="953"/>
                  </a:lnTo>
                  <a:lnTo>
                    <a:pt x="188" y="873"/>
                  </a:lnTo>
                  <a:lnTo>
                    <a:pt x="94" y="0"/>
                  </a:lnTo>
                  <a:lnTo>
                    <a:pt x="0" y="873"/>
                  </a:lnTo>
                  <a:lnTo>
                    <a:pt x="94" y="953"/>
                  </a:lnTo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812" name="Google Shape;812;p2"/>
            <p:cNvSpPr/>
            <p:nvPr/>
          </p:nvSpPr>
          <p:spPr>
            <a:xfrm>
              <a:off x="4030" y="3424"/>
              <a:ext cx="42" cy="12"/>
            </a:xfrm>
            <a:custGeom>
              <a:avLst/>
              <a:gdLst/>
              <a:ahLst/>
              <a:cxnLst/>
              <a:rect l="l" t="t" r="r" b="b"/>
              <a:pathLst>
                <a:path w="47" h="19" extrusionOk="0">
                  <a:moveTo>
                    <a:pt x="47" y="0"/>
                  </a:moveTo>
                  <a:lnTo>
                    <a:pt x="24" y="19"/>
                  </a:lnTo>
                  <a:lnTo>
                    <a:pt x="0" y="0"/>
                  </a:lnTo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813" name="Google Shape;813;p2"/>
            <p:cNvSpPr/>
            <p:nvPr/>
          </p:nvSpPr>
          <p:spPr>
            <a:xfrm>
              <a:off x="4023" y="3468"/>
              <a:ext cx="54" cy="15"/>
            </a:xfrm>
            <a:custGeom>
              <a:avLst/>
              <a:gdLst/>
              <a:ahLst/>
              <a:cxnLst/>
              <a:rect l="l" t="t" r="r" b="b"/>
              <a:pathLst>
                <a:path w="64" h="26" extrusionOk="0">
                  <a:moveTo>
                    <a:pt x="64" y="0"/>
                  </a:moveTo>
                  <a:lnTo>
                    <a:pt x="33" y="26"/>
                  </a:lnTo>
                  <a:lnTo>
                    <a:pt x="0" y="0"/>
                  </a:lnTo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814" name="Google Shape;814;p2"/>
            <p:cNvSpPr/>
            <p:nvPr/>
          </p:nvSpPr>
          <p:spPr>
            <a:xfrm>
              <a:off x="4018" y="3510"/>
              <a:ext cx="68" cy="21"/>
            </a:xfrm>
            <a:custGeom>
              <a:avLst/>
              <a:gdLst/>
              <a:ahLst/>
              <a:cxnLst/>
              <a:rect l="l" t="t" r="r" b="b"/>
              <a:pathLst>
                <a:path w="78" h="35" extrusionOk="0">
                  <a:moveTo>
                    <a:pt x="78" y="2"/>
                  </a:moveTo>
                  <a:lnTo>
                    <a:pt x="38" y="35"/>
                  </a:lnTo>
                  <a:lnTo>
                    <a:pt x="0" y="0"/>
                  </a:lnTo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815" name="Google Shape;815;p2"/>
            <p:cNvSpPr/>
            <p:nvPr/>
          </p:nvSpPr>
          <p:spPr>
            <a:xfrm>
              <a:off x="4009" y="3555"/>
              <a:ext cx="82" cy="23"/>
            </a:xfrm>
            <a:custGeom>
              <a:avLst/>
              <a:gdLst/>
              <a:ahLst/>
              <a:cxnLst/>
              <a:rect l="l" t="t" r="r" b="b"/>
              <a:pathLst>
                <a:path w="94" h="38" extrusionOk="0">
                  <a:moveTo>
                    <a:pt x="94" y="0"/>
                  </a:moveTo>
                  <a:lnTo>
                    <a:pt x="47" y="38"/>
                  </a:lnTo>
                  <a:lnTo>
                    <a:pt x="0" y="0"/>
                  </a:lnTo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816" name="Google Shape;816;p2"/>
            <p:cNvSpPr/>
            <p:nvPr/>
          </p:nvSpPr>
          <p:spPr>
            <a:xfrm>
              <a:off x="4002" y="3598"/>
              <a:ext cx="96" cy="27"/>
            </a:xfrm>
            <a:custGeom>
              <a:avLst/>
              <a:gdLst/>
              <a:ahLst/>
              <a:cxnLst/>
              <a:rect l="l" t="t" r="r" b="b"/>
              <a:pathLst>
                <a:path w="110" h="46" extrusionOk="0">
                  <a:moveTo>
                    <a:pt x="110" y="0"/>
                  </a:moveTo>
                  <a:lnTo>
                    <a:pt x="56" y="46"/>
                  </a:lnTo>
                  <a:lnTo>
                    <a:pt x="0" y="0"/>
                  </a:lnTo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817" name="Google Shape;817;p2"/>
            <p:cNvSpPr/>
            <p:nvPr/>
          </p:nvSpPr>
          <p:spPr>
            <a:xfrm>
              <a:off x="3997" y="3641"/>
              <a:ext cx="110" cy="32"/>
            </a:xfrm>
            <a:custGeom>
              <a:avLst/>
              <a:gdLst/>
              <a:ahLst/>
              <a:cxnLst/>
              <a:rect l="l" t="t" r="r" b="b"/>
              <a:pathLst>
                <a:path w="125" h="53" extrusionOk="0">
                  <a:moveTo>
                    <a:pt x="125" y="0"/>
                  </a:moveTo>
                  <a:lnTo>
                    <a:pt x="62" y="53"/>
                  </a:lnTo>
                  <a:lnTo>
                    <a:pt x="0" y="0"/>
                  </a:lnTo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818" name="Google Shape;818;p2"/>
            <p:cNvSpPr/>
            <p:nvPr/>
          </p:nvSpPr>
          <p:spPr>
            <a:xfrm>
              <a:off x="3990" y="3684"/>
              <a:ext cx="122" cy="36"/>
            </a:xfrm>
            <a:custGeom>
              <a:avLst/>
              <a:gdLst/>
              <a:ahLst/>
              <a:cxnLst/>
              <a:rect l="l" t="t" r="r" b="b"/>
              <a:pathLst>
                <a:path w="141" h="61" extrusionOk="0">
                  <a:moveTo>
                    <a:pt x="141" y="0"/>
                  </a:moveTo>
                  <a:lnTo>
                    <a:pt x="71" y="61"/>
                  </a:lnTo>
                  <a:lnTo>
                    <a:pt x="0" y="0"/>
                  </a:lnTo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819" name="Google Shape;819;p2"/>
            <p:cNvSpPr/>
            <p:nvPr/>
          </p:nvSpPr>
          <p:spPr>
            <a:xfrm>
              <a:off x="3981" y="3728"/>
              <a:ext cx="138" cy="39"/>
            </a:xfrm>
            <a:custGeom>
              <a:avLst/>
              <a:gdLst/>
              <a:ahLst/>
              <a:cxnLst/>
              <a:rect l="l" t="t" r="r" b="b"/>
              <a:pathLst>
                <a:path w="158" h="68" extrusionOk="0">
                  <a:moveTo>
                    <a:pt x="158" y="0"/>
                  </a:moveTo>
                  <a:lnTo>
                    <a:pt x="80" y="68"/>
                  </a:lnTo>
                  <a:lnTo>
                    <a:pt x="0" y="2"/>
                  </a:lnTo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820" name="Google Shape;820;p2"/>
            <p:cNvSpPr/>
            <p:nvPr/>
          </p:nvSpPr>
          <p:spPr>
            <a:xfrm>
              <a:off x="3978" y="3769"/>
              <a:ext cx="148" cy="46"/>
            </a:xfrm>
            <a:custGeom>
              <a:avLst/>
              <a:gdLst/>
              <a:ahLst/>
              <a:cxnLst/>
              <a:rect l="l" t="t" r="r" b="b"/>
              <a:pathLst>
                <a:path w="172" h="75" extrusionOk="0">
                  <a:moveTo>
                    <a:pt x="172" y="2"/>
                  </a:moveTo>
                  <a:lnTo>
                    <a:pt x="85" y="75"/>
                  </a:lnTo>
                  <a:lnTo>
                    <a:pt x="0" y="0"/>
                  </a:lnTo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821" name="Google Shape;821;p2"/>
            <p:cNvSpPr/>
            <p:nvPr/>
          </p:nvSpPr>
          <p:spPr>
            <a:xfrm>
              <a:off x="4035" y="3318"/>
              <a:ext cx="32" cy="59"/>
            </a:xfrm>
            <a:custGeom>
              <a:avLst/>
              <a:gdLst/>
              <a:ahLst/>
              <a:cxnLst/>
              <a:rect l="l" t="t" r="r" b="b"/>
              <a:pathLst>
                <a:path w="36" h="99" extrusionOk="0">
                  <a:moveTo>
                    <a:pt x="29" y="19"/>
                  </a:moveTo>
                  <a:lnTo>
                    <a:pt x="18" y="0"/>
                  </a:lnTo>
                  <a:lnTo>
                    <a:pt x="5" y="19"/>
                  </a:lnTo>
                  <a:lnTo>
                    <a:pt x="0" y="80"/>
                  </a:lnTo>
                  <a:lnTo>
                    <a:pt x="18" y="99"/>
                  </a:lnTo>
                  <a:lnTo>
                    <a:pt x="36" y="80"/>
                  </a:lnTo>
                  <a:lnTo>
                    <a:pt x="29" y="19"/>
                  </a:lnTo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822" name="Google Shape;822;p2"/>
            <p:cNvSpPr/>
            <p:nvPr/>
          </p:nvSpPr>
          <p:spPr>
            <a:xfrm>
              <a:off x="4070" y="3294"/>
              <a:ext cx="49" cy="127"/>
            </a:xfrm>
            <a:custGeom>
              <a:avLst/>
              <a:gdLst/>
              <a:ahLst/>
              <a:cxnLst/>
              <a:rect l="l" t="t" r="r" b="b"/>
              <a:pathLst>
                <a:path w="56" h="214" extrusionOk="0">
                  <a:moveTo>
                    <a:pt x="56" y="0"/>
                  </a:moveTo>
                  <a:lnTo>
                    <a:pt x="48" y="2"/>
                  </a:lnTo>
                  <a:lnTo>
                    <a:pt x="41" y="7"/>
                  </a:lnTo>
                  <a:lnTo>
                    <a:pt x="36" y="14"/>
                  </a:lnTo>
                  <a:lnTo>
                    <a:pt x="28" y="25"/>
                  </a:lnTo>
                  <a:lnTo>
                    <a:pt x="23" y="39"/>
                  </a:lnTo>
                  <a:lnTo>
                    <a:pt x="18" y="54"/>
                  </a:lnTo>
                  <a:lnTo>
                    <a:pt x="14" y="72"/>
                  </a:lnTo>
                  <a:lnTo>
                    <a:pt x="9" y="92"/>
                  </a:lnTo>
                  <a:lnTo>
                    <a:pt x="7" y="115"/>
                  </a:lnTo>
                  <a:lnTo>
                    <a:pt x="3" y="137"/>
                  </a:lnTo>
                  <a:lnTo>
                    <a:pt x="1" y="162"/>
                  </a:lnTo>
                  <a:lnTo>
                    <a:pt x="0" y="188"/>
                  </a:lnTo>
                  <a:lnTo>
                    <a:pt x="0" y="214"/>
                  </a:lnTo>
                  <a:lnTo>
                    <a:pt x="0" y="0"/>
                  </a:lnTo>
                  <a:lnTo>
                    <a:pt x="56" y="0"/>
                  </a:lnTo>
                  <a:close/>
                </a:path>
              </a:pathLst>
            </a:custGeom>
            <a:solidFill>
              <a:srgbClr val="9A9A9A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823" name="Google Shape;823;p2"/>
            <p:cNvSpPr/>
            <p:nvPr/>
          </p:nvSpPr>
          <p:spPr>
            <a:xfrm>
              <a:off x="4070" y="3294"/>
              <a:ext cx="49" cy="127"/>
            </a:xfrm>
            <a:custGeom>
              <a:avLst/>
              <a:gdLst/>
              <a:ahLst/>
              <a:cxnLst/>
              <a:rect l="l" t="t" r="r" b="b"/>
              <a:pathLst>
                <a:path w="56" h="214" extrusionOk="0">
                  <a:moveTo>
                    <a:pt x="56" y="0"/>
                  </a:moveTo>
                  <a:lnTo>
                    <a:pt x="48" y="2"/>
                  </a:lnTo>
                  <a:lnTo>
                    <a:pt x="41" y="7"/>
                  </a:lnTo>
                  <a:lnTo>
                    <a:pt x="36" y="14"/>
                  </a:lnTo>
                  <a:lnTo>
                    <a:pt x="28" y="25"/>
                  </a:lnTo>
                  <a:lnTo>
                    <a:pt x="23" y="39"/>
                  </a:lnTo>
                  <a:lnTo>
                    <a:pt x="18" y="54"/>
                  </a:lnTo>
                  <a:lnTo>
                    <a:pt x="14" y="72"/>
                  </a:lnTo>
                  <a:lnTo>
                    <a:pt x="9" y="92"/>
                  </a:lnTo>
                  <a:lnTo>
                    <a:pt x="7" y="115"/>
                  </a:lnTo>
                  <a:lnTo>
                    <a:pt x="3" y="137"/>
                  </a:lnTo>
                  <a:lnTo>
                    <a:pt x="1" y="162"/>
                  </a:lnTo>
                  <a:lnTo>
                    <a:pt x="0" y="188"/>
                  </a:lnTo>
                  <a:lnTo>
                    <a:pt x="0" y="214"/>
                  </a:lnTo>
                  <a:lnTo>
                    <a:pt x="1" y="214"/>
                  </a:lnTo>
                  <a:lnTo>
                    <a:pt x="1" y="188"/>
                  </a:lnTo>
                  <a:lnTo>
                    <a:pt x="3" y="163"/>
                  </a:lnTo>
                  <a:lnTo>
                    <a:pt x="5" y="139"/>
                  </a:lnTo>
                  <a:lnTo>
                    <a:pt x="7" y="117"/>
                  </a:lnTo>
                  <a:lnTo>
                    <a:pt x="10" y="96"/>
                  </a:lnTo>
                  <a:lnTo>
                    <a:pt x="14" y="75"/>
                  </a:lnTo>
                  <a:lnTo>
                    <a:pt x="19" y="58"/>
                  </a:lnTo>
                  <a:lnTo>
                    <a:pt x="25" y="42"/>
                  </a:lnTo>
                  <a:lnTo>
                    <a:pt x="30" y="30"/>
                  </a:lnTo>
                  <a:lnTo>
                    <a:pt x="36" y="19"/>
                  </a:lnTo>
                  <a:lnTo>
                    <a:pt x="43" y="11"/>
                  </a:lnTo>
                  <a:lnTo>
                    <a:pt x="48" y="7"/>
                  </a:lnTo>
                  <a:lnTo>
                    <a:pt x="56" y="6"/>
                  </a:lnTo>
                  <a:lnTo>
                    <a:pt x="56" y="0"/>
                  </a:lnTo>
                  <a:close/>
                </a:path>
              </a:pathLst>
            </a:custGeom>
            <a:solidFill>
              <a:srgbClr val="9A9A9A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824" name="Google Shape;824;p2"/>
            <p:cNvSpPr/>
            <p:nvPr/>
          </p:nvSpPr>
          <p:spPr>
            <a:xfrm>
              <a:off x="4072" y="3298"/>
              <a:ext cx="47" cy="123"/>
            </a:xfrm>
            <a:custGeom>
              <a:avLst/>
              <a:gdLst/>
              <a:ahLst/>
              <a:cxnLst/>
              <a:rect l="l" t="t" r="r" b="b"/>
              <a:pathLst>
                <a:path w="55" h="208" extrusionOk="0">
                  <a:moveTo>
                    <a:pt x="55" y="0"/>
                  </a:moveTo>
                  <a:lnTo>
                    <a:pt x="47" y="1"/>
                  </a:lnTo>
                  <a:lnTo>
                    <a:pt x="42" y="5"/>
                  </a:lnTo>
                  <a:lnTo>
                    <a:pt x="35" y="13"/>
                  </a:lnTo>
                  <a:lnTo>
                    <a:pt x="29" y="24"/>
                  </a:lnTo>
                  <a:lnTo>
                    <a:pt x="24" y="36"/>
                  </a:lnTo>
                  <a:lnTo>
                    <a:pt x="18" y="52"/>
                  </a:lnTo>
                  <a:lnTo>
                    <a:pt x="13" y="69"/>
                  </a:lnTo>
                  <a:lnTo>
                    <a:pt x="9" y="90"/>
                  </a:lnTo>
                  <a:lnTo>
                    <a:pt x="6" y="111"/>
                  </a:lnTo>
                  <a:lnTo>
                    <a:pt x="4" y="133"/>
                  </a:lnTo>
                  <a:lnTo>
                    <a:pt x="2" y="157"/>
                  </a:lnTo>
                  <a:lnTo>
                    <a:pt x="0" y="182"/>
                  </a:lnTo>
                  <a:lnTo>
                    <a:pt x="0" y="208"/>
                  </a:lnTo>
                  <a:lnTo>
                    <a:pt x="2" y="208"/>
                  </a:lnTo>
                  <a:lnTo>
                    <a:pt x="2" y="180"/>
                  </a:lnTo>
                  <a:lnTo>
                    <a:pt x="4" y="154"/>
                  </a:lnTo>
                  <a:lnTo>
                    <a:pt x="6" y="130"/>
                  </a:lnTo>
                  <a:lnTo>
                    <a:pt x="8" y="105"/>
                  </a:lnTo>
                  <a:lnTo>
                    <a:pt x="13" y="85"/>
                  </a:lnTo>
                  <a:lnTo>
                    <a:pt x="17" y="64"/>
                  </a:lnTo>
                  <a:lnTo>
                    <a:pt x="22" y="46"/>
                  </a:lnTo>
                  <a:lnTo>
                    <a:pt x="27" y="33"/>
                  </a:lnTo>
                  <a:lnTo>
                    <a:pt x="35" y="20"/>
                  </a:lnTo>
                  <a:lnTo>
                    <a:pt x="40" y="12"/>
                  </a:lnTo>
                  <a:lnTo>
                    <a:pt x="47" y="7"/>
                  </a:lnTo>
                  <a:lnTo>
                    <a:pt x="55" y="5"/>
                  </a:lnTo>
                  <a:lnTo>
                    <a:pt x="55" y="0"/>
                  </a:lnTo>
                  <a:close/>
                </a:path>
              </a:pathLst>
            </a:custGeom>
            <a:solidFill>
              <a:srgbClr val="9B9B9B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825" name="Google Shape;825;p2"/>
            <p:cNvSpPr/>
            <p:nvPr/>
          </p:nvSpPr>
          <p:spPr>
            <a:xfrm>
              <a:off x="4074" y="3300"/>
              <a:ext cx="45" cy="121"/>
            </a:xfrm>
            <a:custGeom>
              <a:avLst/>
              <a:gdLst/>
              <a:ahLst/>
              <a:cxnLst/>
              <a:rect l="l" t="t" r="r" b="b"/>
              <a:pathLst>
                <a:path w="53" h="203" extrusionOk="0">
                  <a:moveTo>
                    <a:pt x="53" y="0"/>
                  </a:moveTo>
                  <a:lnTo>
                    <a:pt x="45" y="2"/>
                  </a:lnTo>
                  <a:lnTo>
                    <a:pt x="38" y="7"/>
                  </a:lnTo>
                  <a:lnTo>
                    <a:pt x="33" y="15"/>
                  </a:lnTo>
                  <a:lnTo>
                    <a:pt x="25" y="28"/>
                  </a:lnTo>
                  <a:lnTo>
                    <a:pt x="20" y="41"/>
                  </a:lnTo>
                  <a:lnTo>
                    <a:pt x="15" y="59"/>
                  </a:lnTo>
                  <a:lnTo>
                    <a:pt x="11" y="80"/>
                  </a:lnTo>
                  <a:lnTo>
                    <a:pt x="6" y="100"/>
                  </a:lnTo>
                  <a:lnTo>
                    <a:pt x="4" y="125"/>
                  </a:lnTo>
                  <a:lnTo>
                    <a:pt x="2" y="149"/>
                  </a:lnTo>
                  <a:lnTo>
                    <a:pt x="0" y="175"/>
                  </a:lnTo>
                  <a:lnTo>
                    <a:pt x="0" y="203"/>
                  </a:lnTo>
                  <a:lnTo>
                    <a:pt x="0" y="203"/>
                  </a:lnTo>
                  <a:lnTo>
                    <a:pt x="2" y="177"/>
                  </a:lnTo>
                  <a:lnTo>
                    <a:pt x="2" y="151"/>
                  </a:lnTo>
                  <a:lnTo>
                    <a:pt x="4" y="126"/>
                  </a:lnTo>
                  <a:lnTo>
                    <a:pt x="7" y="104"/>
                  </a:lnTo>
                  <a:lnTo>
                    <a:pt x="11" y="81"/>
                  </a:lnTo>
                  <a:lnTo>
                    <a:pt x="16" y="62"/>
                  </a:lnTo>
                  <a:lnTo>
                    <a:pt x="20" y="45"/>
                  </a:lnTo>
                  <a:lnTo>
                    <a:pt x="27" y="31"/>
                  </a:lnTo>
                  <a:lnTo>
                    <a:pt x="33" y="21"/>
                  </a:lnTo>
                  <a:lnTo>
                    <a:pt x="38" y="12"/>
                  </a:lnTo>
                  <a:lnTo>
                    <a:pt x="45" y="7"/>
                  </a:lnTo>
                  <a:lnTo>
                    <a:pt x="53" y="5"/>
                  </a:lnTo>
                  <a:lnTo>
                    <a:pt x="53" y="0"/>
                  </a:lnTo>
                  <a:close/>
                </a:path>
              </a:pathLst>
            </a:custGeom>
            <a:solidFill>
              <a:srgbClr val="9D9D9D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826" name="Google Shape;826;p2"/>
            <p:cNvSpPr/>
            <p:nvPr/>
          </p:nvSpPr>
          <p:spPr>
            <a:xfrm>
              <a:off x="4074" y="3304"/>
              <a:ext cx="45" cy="117"/>
            </a:xfrm>
            <a:custGeom>
              <a:avLst/>
              <a:gdLst/>
              <a:ahLst/>
              <a:cxnLst/>
              <a:rect l="l" t="t" r="r" b="b"/>
              <a:pathLst>
                <a:path w="53" h="198" extrusionOk="0">
                  <a:moveTo>
                    <a:pt x="53" y="0"/>
                  </a:moveTo>
                  <a:lnTo>
                    <a:pt x="45" y="2"/>
                  </a:lnTo>
                  <a:lnTo>
                    <a:pt x="38" y="7"/>
                  </a:lnTo>
                  <a:lnTo>
                    <a:pt x="33" y="16"/>
                  </a:lnTo>
                  <a:lnTo>
                    <a:pt x="27" y="26"/>
                  </a:lnTo>
                  <a:lnTo>
                    <a:pt x="20" y="40"/>
                  </a:lnTo>
                  <a:lnTo>
                    <a:pt x="16" y="57"/>
                  </a:lnTo>
                  <a:lnTo>
                    <a:pt x="11" y="76"/>
                  </a:lnTo>
                  <a:lnTo>
                    <a:pt x="7" y="99"/>
                  </a:lnTo>
                  <a:lnTo>
                    <a:pt x="4" y="121"/>
                  </a:lnTo>
                  <a:lnTo>
                    <a:pt x="2" y="146"/>
                  </a:lnTo>
                  <a:lnTo>
                    <a:pt x="2" y="172"/>
                  </a:lnTo>
                  <a:lnTo>
                    <a:pt x="0" y="198"/>
                  </a:lnTo>
                  <a:lnTo>
                    <a:pt x="2" y="198"/>
                  </a:lnTo>
                  <a:lnTo>
                    <a:pt x="2" y="172"/>
                  </a:lnTo>
                  <a:lnTo>
                    <a:pt x="4" y="147"/>
                  </a:lnTo>
                  <a:lnTo>
                    <a:pt x="6" y="123"/>
                  </a:lnTo>
                  <a:lnTo>
                    <a:pt x="9" y="101"/>
                  </a:lnTo>
                  <a:lnTo>
                    <a:pt x="13" y="80"/>
                  </a:lnTo>
                  <a:lnTo>
                    <a:pt x="16" y="61"/>
                  </a:lnTo>
                  <a:lnTo>
                    <a:pt x="22" y="45"/>
                  </a:lnTo>
                  <a:lnTo>
                    <a:pt x="27" y="31"/>
                  </a:lnTo>
                  <a:lnTo>
                    <a:pt x="33" y="19"/>
                  </a:lnTo>
                  <a:lnTo>
                    <a:pt x="40" y="12"/>
                  </a:lnTo>
                  <a:lnTo>
                    <a:pt x="45" y="7"/>
                  </a:lnTo>
                  <a:lnTo>
                    <a:pt x="53" y="5"/>
                  </a:lnTo>
                  <a:lnTo>
                    <a:pt x="53" y="0"/>
                  </a:lnTo>
                  <a:close/>
                </a:path>
              </a:pathLst>
            </a:custGeom>
            <a:solidFill>
              <a:srgbClr val="9F9F9F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827" name="Google Shape;827;p2"/>
            <p:cNvSpPr/>
            <p:nvPr/>
          </p:nvSpPr>
          <p:spPr>
            <a:xfrm>
              <a:off x="4074" y="3307"/>
              <a:ext cx="45" cy="114"/>
            </a:xfrm>
            <a:custGeom>
              <a:avLst/>
              <a:gdLst/>
              <a:ahLst/>
              <a:cxnLst/>
              <a:rect l="l" t="t" r="r" b="b"/>
              <a:pathLst>
                <a:path w="51" h="193" extrusionOk="0">
                  <a:moveTo>
                    <a:pt x="51" y="0"/>
                  </a:moveTo>
                  <a:lnTo>
                    <a:pt x="43" y="2"/>
                  </a:lnTo>
                  <a:lnTo>
                    <a:pt x="38" y="7"/>
                  </a:lnTo>
                  <a:lnTo>
                    <a:pt x="31" y="14"/>
                  </a:lnTo>
                  <a:lnTo>
                    <a:pt x="25" y="26"/>
                  </a:lnTo>
                  <a:lnTo>
                    <a:pt x="20" y="40"/>
                  </a:lnTo>
                  <a:lnTo>
                    <a:pt x="14" y="56"/>
                  </a:lnTo>
                  <a:lnTo>
                    <a:pt x="11" y="75"/>
                  </a:lnTo>
                  <a:lnTo>
                    <a:pt x="7" y="96"/>
                  </a:lnTo>
                  <a:lnTo>
                    <a:pt x="4" y="118"/>
                  </a:lnTo>
                  <a:lnTo>
                    <a:pt x="2" y="142"/>
                  </a:lnTo>
                  <a:lnTo>
                    <a:pt x="0" y="167"/>
                  </a:lnTo>
                  <a:lnTo>
                    <a:pt x="0" y="193"/>
                  </a:lnTo>
                  <a:lnTo>
                    <a:pt x="2" y="193"/>
                  </a:lnTo>
                  <a:lnTo>
                    <a:pt x="2" y="168"/>
                  </a:lnTo>
                  <a:lnTo>
                    <a:pt x="4" y="144"/>
                  </a:lnTo>
                  <a:lnTo>
                    <a:pt x="5" y="120"/>
                  </a:lnTo>
                  <a:lnTo>
                    <a:pt x="7" y="99"/>
                  </a:lnTo>
                  <a:lnTo>
                    <a:pt x="11" y="78"/>
                  </a:lnTo>
                  <a:lnTo>
                    <a:pt x="16" y="59"/>
                  </a:lnTo>
                  <a:lnTo>
                    <a:pt x="20" y="44"/>
                  </a:lnTo>
                  <a:lnTo>
                    <a:pt x="25" y="30"/>
                  </a:lnTo>
                  <a:lnTo>
                    <a:pt x="31" y="19"/>
                  </a:lnTo>
                  <a:lnTo>
                    <a:pt x="38" y="12"/>
                  </a:lnTo>
                  <a:lnTo>
                    <a:pt x="43" y="7"/>
                  </a:lnTo>
                  <a:lnTo>
                    <a:pt x="51" y="5"/>
                  </a:lnTo>
                  <a:lnTo>
                    <a:pt x="51" y="0"/>
                  </a:lnTo>
                  <a:close/>
                </a:path>
              </a:pathLst>
            </a:custGeom>
            <a:solidFill>
              <a:srgbClr val="A1A1A1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828" name="Google Shape;828;p2"/>
            <p:cNvSpPr/>
            <p:nvPr/>
          </p:nvSpPr>
          <p:spPr>
            <a:xfrm>
              <a:off x="4075" y="3309"/>
              <a:ext cx="44" cy="112"/>
            </a:xfrm>
            <a:custGeom>
              <a:avLst/>
              <a:gdLst/>
              <a:ahLst/>
              <a:cxnLst/>
              <a:rect l="l" t="t" r="r" b="b"/>
              <a:pathLst>
                <a:path w="49" h="188" extrusionOk="0">
                  <a:moveTo>
                    <a:pt x="49" y="0"/>
                  </a:moveTo>
                  <a:lnTo>
                    <a:pt x="41" y="2"/>
                  </a:lnTo>
                  <a:lnTo>
                    <a:pt x="36" y="7"/>
                  </a:lnTo>
                  <a:lnTo>
                    <a:pt x="29" y="14"/>
                  </a:lnTo>
                  <a:lnTo>
                    <a:pt x="23" y="25"/>
                  </a:lnTo>
                  <a:lnTo>
                    <a:pt x="18" y="39"/>
                  </a:lnTo>
                  <a:lnTo>
                    <a:pt x="14" y="54"/>
                  </a:lnTo>
                  <a:lnTo>
                    <a:pt x="9" y="73"/>
                  </a:lnTo>
                  <a:lnTo>
                    <a:pt x="5" y="94"/>
                  </a:lnTo>
                  <a:lnTo>
                    <a:pt x="3" y="115"/>
                  </a:lnTo>
                  <a:lnTo>
                    <a:pt x="2" y="139"/>
                  </a:lnTo>
                  <a:lnTo>
                    <a:pt x="0" y="163"/>
                  </a:lnTo>
                  <a:lnTo>
                    <a:pt x="0" y="188"/>
                  </a:lnTo>
                  <a:lnTo>
                    <a:pt x="2" y="188"/>
                  </a:lnTo>
                  <a:lnTo>
                    <a:pt x="2" y="163"/>
                  </a:lnTo>
                  <a:lnTo>
                    <a:pt x="2" y="141"/>
                  </a:lnTo>
                  <a:lnTo>
                    <a:pt x="5" y="118"/>
                  </a:lnTo>
                  <a:lnTo>
                    <a:pt x="7" y="96"/>
                  </a:lnTo>
                  <a:lnTo>
                    <a:pt x="11" y="77"/>
                  </a:lnTo>
                  <a:lnTo>
                    <a:pt x="14" y="59"/>
                  </a:lnTo>
                  <a:lnTo>
                    <a:pt x="20" y="44"/>
                  </a:lnTo>
                  <a:lnTo>
                    <a:pt x="25" y="30"/>
                  </a:lnTo>
                  <a:lnTo>
                    <a:pt x="30" y="19"/>
                  </a:lnTo>
                  <a:lnTo>
                    <a:pt x="36" y="11"/>
                  </a:lnTo>
                  <a:lnTo>
                    <a:pt x="41" y="7"/>
                  </a:lnTo>
                  <a:lnTo>
                    <a:pt x="49" y="6"/>
                  </a:lnTo>
                  <a:lnTo>
                    <a:pt x="49" y="0"/>
                  </a:lnTo>
                  <a:close/>
                </a:path>
              </a:pathLst>
            </a:custGeom>
            <a:solidFill>
              <a:srgbClr val="A3A3A3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829" name="Google Shape;829;p2"/>
            <p:cNvSpPr/>
            <p:nvPr/>
          </p:nvSpPr>
          <p:spPr>
            <a:xfrm>
              <a:off x="4077" y="3313"/>
              <a:ext cx="42" cy="108"/>
            </a:xfrm>
            <a:custGeom>
              <a:avLst/>
              <a:gdLst/>
              <a:ahLst/>
              <a:cxnLst/>
              <a:rect l="l" t="t" r="r" b="b"/>
              <a:pathLst>
                <a:path w="47" h="182" extrusionOk="0">
                  <a:moveTo>
                    <a:pt x="47" y="0"/>
                  </a:moveTo>
                  <a:lnTo>
                    <a:pt x="39" y="1"/>
                  </a:lnTo>
                  <a:lnTo>
                    <a:pt x="34" y="5"/>
                  </a:lnTo>
                  <a:lnTo>
                    <a:pt x="28" y="13"/>
                  </a:lnTo>
                  <a:lnTo>
                    <a:pt x="23" y="24"/>
                  </a:lnTo>
                  <a:lnTo>
                    <a:pt x="18" y="38"/>
                  </a:lnTo>
                  <a:lnTo>
                    <a:pt x="12" y="53"/>
                  </a:lnTo>
                  <a:lnTo>
                    <a:pt x="9" y="71"/>
                  </a:lnTo>
                  <a:lnTo>
                    <a:pt x="5" y="90"/>
                  </a:lnTo>
                  <a:lnTo>
                    <a:pt x="3" y="112"/>
                  </a:lnTo>
                  <a:lnTo>
                    <a:pt x="0" y="135"/>
                  </a:lnTo>
                  <a:lnTo>
                    <a:pt x="0" y="157"/>
                  </a:lnTo>
                  <a:lnTo>
                    <a:pt x="0" y="182"/>
                  </a:lnTo>
                  <a:lnTo>
                    <a:pt x="0" y="182"/>
                  </a:lnTo>
                  <a:lnTo>
                    <a:pt x="1" y="157"/>
                  </a:lnTo>
                  <a:lnTo>
                    <a:pt x="1" y="135"/>
                  </a:lnTo>
                  <a:lnTo>
                    <a:pt x="3" y="114"/>
                  </a:lnTo>
                  <a:lnTo>
                    <a:pt x="7" y="93"/>
                  </a:lnTo>
                  <a:lnTo>
                    <a:pt x="10" y="74"/>
                  </a:lnTo>
                  <a:lnTo>
                    <a:pt x="14" y="57"/>
                  </a:lnTo>
                  <a:lnTo>
                    <a:pt x="18" y="41"/>
                  </a:lnTo>
                  <a:lnTo>
                    <a:pt x="23" y="29"/>
                  </a:lnTo>
                  <a:lnTo>
                    <a:pt x="28" y="19"/>
                  </a:lnTo>
                  <a:lnTo>
                    <a:pt x="34" y="10"/>
                  </a:lnTo>
                  <a:lnTo>
                    <a:pt x="39" y="7"/>
                  </a:lnTo>
                  <a:lnTo>
                    <a:pt x="47" y="5"/>
                  </a:lnTo>
                  <a:lnTo>
                    <a:pt x="47" y="0"/>
                  </a:lnTo>
                  <a:close/>
                </a:path>
              </a:pathLst>
            </a:custGeom>
            <a:solidFill>
              <a:srgbClr val="A5A5A5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830" name="Google Shape;830;p2"/>
            <p:cNvSpPr/>
            <p:nvPr/>
          </p:nvSpPr>
          <p:spPr>
            <a:xfrm>
              <a:off x="4077" y="3315"/>
              <a:ext cx="42" cy="106"/>
            </a:xfrm>
            <a:custGeom>
              <a:avLst/>
              <a:gdLst/>
              <a:ahLst/>
              <a:cxnLst/>
              <a:rect l="l" t="t" r="r" b="b"/>
              <a:pathLst>
                <a:path w="47" h="177" extrusionOk="0">
                  <a:moveTo>
                    <a:pt x="47" y="0"/>
                  </a:moveTo>
                  <a:lnTo>
                    <a:pt x="39" y="2"/>
                  </a:lnTo>
                  <a:lnTo>
                    <a:pt x="34" y="5"/>
                  </a:lnTo>
                  <a:lnTo>
                    <a:pt x="28" y="14"/>
                  </a:lnTo>
                  <a:lnTo>
                    <a:pt x="23" y="24"/>
                  </a:lnTo>
                  <a:lnTo>
                    <a:pt x="18" y="36"/>
                  </a:lnTo>
                  <a:lnTo>
                    <a:pt x="14" y="52"/>
                  </a:lnTo>
                  <a:lnTo>
                    <a:pt x="10" y="69"/>
                  </a:lnTo>
                  <a:lnTo>
                    <a:pt x="7" y="88"/>
                  </a:lnTo>
                  <a:lnTo>
                    <a:pt x="3" y="109"/>
                  </a:lnTo>
                  <a:lnTo>
                    <a:pt x="1" y="130"/>
                  </a:lnTo>
                  <a:lnTo>
                    <a:pt x="1" y="152"/>
                  </a:lnTo>
                  <a:lnTo>
                    <a:pt x="0" y="177"/>
                  </a:lnTo>
                  <a:lnTo>
                    <a:pt x="1" y="177"/>
                  </a:lnTo>
                  <a:lnTo>
                    <a:pt x="1" y="154"/>
                  </a:lnTo>
                  <a:lnTo>
                    <a:pt x="3" y="132"/>
                  </a:lnTo>
                  <a:lnTo>
                    <a:pt x="5" y="111"/>
                  </a:lnTo>
                  <a:lnTo>
                    <a:pt x="7" y="90"/>
                  </a:lnTo>
                  <a:lnTo>
                    <a:pt x="10" y="73"/>
                  </a:lnTo>
                  <a:lnTo>
                    <a:pt x="14" y="55"/>
                  </a:lnTo>
                  <a:lnTo>
                    <a:pt x="19" y="40"/>
                  </a:lnTo>
                  <a:lnTo>
                    <a:pt x="23" y="28"/>
                  </a:lnTo>
                  <a:lnTo>
                    <a:pt x="28" y="17"/>
                  </a:lnTo>
                  <a:lnTo>
                    <a:pt x="34" y="10"/>
                  </a:lnTo>
                  <a:lnTo>
                    <a:pt x="41" y="7"/>
                  </a:lnTo>
                  <a:lnTo>
                    <a:pt x="47" y="5"/>
                  </a:lnTo>
                  <a:lnTo>
                    <a:pt x="47" y="0"/>
                  </a:lnTo>
                  <a:close/>
                </a:path>
              </a:pathLst>
            </a:custGeom>
            <a:solidFill>
              <a:srgbClr val="A8A8A8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831" name="Google Shape;831;p2"/>
            <p:cNvSpPr/>
            <p:nvPr/>
          </p:nvSpPr>
          <p:spPr>
            <a:xfrm>
              <a:off x="4079" y="3319"/>
              <a:ext cx="40" cy="102"/>
            </a:xfrm>
            <a:custGeom>
              <a:avLst/>
              <a:gdLst/>
              <a:ahLst/>
              <a:cxnLst/>
              <a:rect l="l" t="t" r="r" b="b"/>
              <a:pathLst>
                <a:path w="46" h="172" extrusionOk="0">
                  <a:moveTo>
                    <a:pt x="46" y="0"/>
                  </a:moveTo>
                  <a:lnTo>
                    <a:pt x="40" y="2"/>
                  </a:lnTo>
                  <a:lnTo>
                    <a:pt x="33" y="5"/>
                  </a:lnTo>
                  <a:lnTo>
                    <a:pt x="27" y="12"/>
                  </a:lnTo>
                  <a:lnTo>
                    <a:pt x="22" y="23"/>
                  </a:lnTo>
                  <a:lnTo>
                    <a:pt x="18" y="35"/>
                  </a:lnTo>
                  <a:lnTo>
                    <a:pt x="13" y="50"/>
                  </a:lnTo>
                  <a:lnTo>
                    <a:pt x="9" y="68"/>
                  </a:lnTo>
                  <a:lnTo>
                    <a:pt x="6" y="85"/>
                  </a:lnTo>
                  <a:lnTo>
                    <a:pt x="4" y="106"/>
                  </a:lnTo>
                  <a:lnTo>
                    <a:pt x="2" y="127"/>
                  </a:lnTo>
                  <a:lnTo>
                    <a:pt x="0" y="149"/>
                  </a:lnTo>
                  <a:lnTo>
                    <a:pt x="0" y="172"/>
                  </a:lnTo>
                  <a:lnTo>
                    <a:pt x="2" y="172"/>
                  </a:lnTo>
                  <a:lnTo>
                    <a:pt x="2" y="147"/>
                  </a:lnTo>
                  <a:lnTo>
                    <a:pt x="4" y="125"/>
                  </a:lnTo>
                  <a:lnTo>
                    <a:pt x="6" y="102"/>
                  </a:lnTo>
                  <a:lnTo>
                    <a:pt x="9" y="82"/>
                  </a:lnTo>
                  <a:lnTo>
                    <a:pt x="13" y="62"/>
                  </a:lnTo>
                  <a:lnTo>
                    <a:pt x="17" y="45"/>
                  </a:lnTo>
                  <a:lnTo>
                    <a:pt x="22" y="31"/>
                  </a:lnTo>
                  <a:lnTo>
                    <a:pt x="27" y="21"/>
                  </a:lnTo>
                  <a:lnTo>
                    <a:pt x="33" y="12"/>
                  </a:lnTo>
                  <a:lnTo>
                    <a:pt x="38" y="7"/>
                  </a:lnTo>
                  <a:lnTo>
                    <a:pt x="46" y="5"/>
                  </a:lnTo>
                  <a:lnTo>
                    <a:pt x="46" y="0"/>
                  </a:lnTo>
                  <a:close/>
                </a:path>
              </a:pathLst>
            </a:custGeom>
            <a:solidFill>
              <a:srgbClr val="AAAAAA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832" name="Google Shape;832;p2"/>
            <p:cNvSpPr/>
            <p:nvPr/>
          </p:nvSpPr>
          <p:spPr>
            <a:xfrm>
              <a:off x="4081" y="3323"/>
              <a:ext cx="38" cy="98"/>
            </a:xfrm>
            <a:custGeom>
              <a:avLst/>
              <a:gdLst/>
              <a:ahLst/>
              <a:cxnLst/>
              <a:rect l="l" t="t" r="r" b="b"/>
              <a:pathLst>
                <a:path w="44" h="167" extrusionOk="0">
                  <a:moveTo>
                    <a:pt x="44" y="0"/>
                  </a:moveTo>
                  <a:lnTo>
                    <a:pt x="36" y="2"/>
                  </a:lnTo>
                  <a:lnTo>
                    <a:pt x="31" y="7"/>
                  </a:lnTo>
                  <a:lnTo>
                    <a:pt x="25" y="16"/>
                  </a:lnTo>
                  <a:lnTo>
                    <a:pt x="20" y="26"/>
                  </a:lnTo>
                  <a:lnTo>
                    <a:pt x="15" y="40"/>
                  </a:lnTo>
                  <a:lnTo>
                    <a:pt x="11" y="57"/>
                  </a:lnTo>
                  <a:lnTo>
                    <a:pt x="7" y="77"/>
                  </a:lnTo>
                  <a:lnTo>
                    <a:pt x="4" y="97"/>
                  </a:lnTo>
                  <a:lnTo>
                    <a:pt x="2" y="120"/>
                  </a:lnTo>
                  <a:lnTo>
                    <a:pt x="0" y="142"/>
                  </a:lnTo>
                  <a:lnTo>
                    <a:pt x="0" y="167"/>
                  </a:lnTo>
                  <a:lnTo>
                    <a:pt x="2" y="167"/>
                  </a:lnTo>
                  <a:lnTo>
                    <a:pt x="2" y="142"/>
                  </a:lnTo>
                  <a:lnTo>
                    <a:pt x="2" y="122"/>
                  </a:lnTo>
                  <a:lnTo>
                    <a:pt x="6" y="99"/>
                  </a:lnTo>
                  <a:lnTo>
                    <a:pt x="7" y="80"/>
                  </a:lnTo>
                  <a:lnTo>
                    <a:pt x="11" y="61"/>
                  </a:lnTo>
                  <a:lnTo>
                    <a:pt x="16" y="45"/>
                  </a:lnTo>
                  <a:lnTo>
                    <a:pt x="20" y="31"/>
                  </a:lnTo>
                  <a:lnTo>
                    <a:pt x="25" y="19"/>
                  </a:lnTo>
                  <a:lnTo>
                    <a:pt x="31" y="12"/>
                  </a:lnTo>
                  <a:lnTo>
                    <a:pt x="36" y="7"/>
                  </a:lnTo>
                  <a:lnTo>
                    <a:pt x="44" y="5"/>
                  </a:lnTo>
                  <a:lnTo>
                    <a:pt x="44" y="0"/>
                  </a:lnTo>
                  <a:close/>
                </a:path>
              </a:pathLst>
            </a:custGeom>
            <a:solidFill>
              <a:srgbClr val="ACACAC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833" name="Google Shape;833;p2"/>
            <p:cNvSpPr/>
            <p:nvPr/>
          </p:nvSpPr>
          <p:spPr>
            <a:xfrm>
              <a:off x="4082" y="3325"/>
              <a:ext cx="37" cy="96"/>
            </a:xfrm>
            <a:custGeom>
              <a:avLst/>
              <a:gdLst/>
              <a:ahLst/>
              <a:cxnLst/>
              <a:rect l="l" t="t" r="r" b="b"/>
              <a:pathLst>
                <a:path w="42" h="162" extrusionOk="0">
                  <a:moveTo>
                    <a:pt x="42" y="0"/>
                  </a:moveTo>
                  <a:lnTo>
                    <a:pt x="34" y="2"/>
                  </a:lnTo>
                  <a:lnTo>
                    <a:pt x="29" y="7"/>
                  </a:lnTo>
                  <a:lnTo>
                    <a:pt x="23" y="14"/>
                  </a:lnTo>
                  <a:lnTo>
                    <a:pt x="18" y="26"/>
                  </a:lnTo>
                  <a:lnTo>
                    <a:pt x="14" y="40"/>
                  </a:lnTo>
                  <a:lnTo>
                    <a:pt x="9" y="56"/>
                  </a:lnTo>
                  <a:lnTo>
                    <a:pt x="5" y="75"/>
                  </a:lnTo>
                  <a:lnTo>
                    <a:pt x="4" y="94"/>
                  </a:lnTo>
                  <a:lnTo>
                    <a:pt x="0" y="117"/>
                  </a:lnTo>
                  <a:lnTo>
                    <a:pt x="0" y="137"/>
                  </a:lnTo>
                  <a:lnTo>
                    <a:pt x="0" y="162"/>
                  </a:lnTo>
                  <a:lnTo>
                    <a:pt x="0" y="162"/>
                  </a:lnTo>
                  <a:lnTo>
                    <a:pt x="2" y="139"/>
                  </a:lnTo>
                  <a:lnTo>
                    <a:pt x="2" y="117"/>
                  </a:lnTo>
                  <a:lnTo>
                    <a:pt x="4" y="96"/>
                  </a:lnTo>
                  <a:lnTo>
                    <a:pt x="7" y="77"/>
                  </a:lnTo>
                  <a:lnTo>
                    <a:pt x="11" y="59"/>
                  </a:lnTo>
                  <a:lnTo>
                    <a:pt x="14" y="44"/>
                  </a:lnTo>
                  <a:lnTo>
                    <a:pt x="20" y="30"/>
                  </a:lnTo>
                  <a:lnTo>
                    <a:pt x="23" y="20"/>
                  </a:lnTo>
                  <a:lnTo>
                    <a:pt x="29" y="13"/>
                  </a:lnTo>
                  <a:lnTo>
                    <a:pt x="36" y="7"/>
                  </a:lnTo>
                  <a:lnTo>
                    <a:pt x="42" y="6"/>
                  </a:lnTo>
                  <a:lnTo>
                    <a:pt x="42" y="0"/>
                  </a:lnTo>
                  <a:close/>
                </a:path>
              </a:pathLst>
            </a:custGeom>
            <a:solidFill>
              <a:srgbClr val="AFAFAF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834" name="Google Shape;834;p2"/>
            <p:cNvSpPr/>
            <p:nvPr/>
          </p:nvSpPr>
          <p:spPr>
            <a:xfrm>
              <a:off x="4082" y="3329"/>
              <a:ext cx="37" cy="92"/>
            </a:xfrm>
            <a:custGeom>
              <a:avLst/>
              <a:gdLst/>
              <a:ahLst/>
              <a:cxnLst/>
              <a:rect l="l" t="t" r="r" b="b"/>
              <a:pathLst>
                <a:path w="42" h="156" extrusionOk="0">
                  <a:moveTo>
                    <a:pt x="42" y="0"/>
                  </a:moveTo>
                  <a:lnTo>
                    <a:pt x="36" y="1"/>
                  </a:lnTo>
                  <a:lnTo>
                    <a:pt x="29" y="7"/>
                  </a:lnTo>
                  <a:lnTo>
                    <a:pt x="23" y="14"/>
                  </a:lnTo>
                  <a:lnTo>
                    <a:pt x="20" y="24"/>
                  </a:lnTo>
                  <a:lnTo>
                    <a:pt x="14" y="38"/>
                  </a:lnTo>
                  <a:lnTo>
                    <a:pt x="11" y="53"/>
                  </a:lnTo>
                  <a:lnTo>
                    <a:pt x="7" y="71"/>
                  </a:lnTo>
                  <a:lnTo>
                    <a:pt x="4" y="90"/>
                  </a:lnTo>
                  <a:lnTo>
                    <a:pt x="2" y="111"/>
                  </a:lnTo>
                  <a:lnTo>
                    <a:pt x="2" y="133"/>
                  </a:lnTo>
                  <a:lnTo>
                    <a:pt x="0" y="156"/>
                  </a:lnTo>
                  <a:lnTo>
                    <a:pt x="2" y="156"/>
                  </a:lnTo>
                  <a:lnTo>
                    <a:pt x="2" y="133"/>
                  </a:lnTo>
                  <a:lnTo>
                    <a:pt x="4" y="112"/>
                  </a:lnTo>
                  <a:lnTo>
                    <a:pt x="5" y="93"/>
                  </a:lnTo>
                  <a:lnTo>
                    <a:pt x="7" y="74"/>
                  </a:lnTo>
                  <a:lnTo>
                    <a:pt x="11" y="57"/>
                  </a:lnTo>
                  <a:lnTo>
                    <a:pt x="16" y="41"/>
                  </a:lnTo>
                  <a:lnTo>
                    <a:pt x="20" y="29"/>
                  </a:lnTo>
                  <a:lnTo>
                    <a:pt x="25" y="19"/>
                  </a:lnTo>
                  <a:lnTo>
                    <a:pt x="31" y="10"/>
                  </a:lnTo>
                  <a:lnTo>
                    <a:pt x="36" y="7"/>
                  </a:lnTo>
                  <a:lnTo>
                    <a:pt x="42" y="5"/>
                  </a:lnTo>
                  <a:lnTo>
                    <a:pt x="42" y="0"/>
                  </a:lnTo>
                  <a:close/>
                </a:path>
              </a:pathLst>
            </a:custGeom>
            <a:solidFill>
              <a:srgbClr val="B1B1B1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835" name="Google Shape;835;p2"/>
            <p:cNvSpPr/>
            <p:nvPr/>
          </p:nvSpPr>
          <p:spPr>
            <a:xfrm>
              <a:off x="4084" y="3331"/>
              <a:ext cx="35" cy="90"/>
            </a:xfrm>
            <a:custGeom>
              <a:avLst/>
              <a:gdLst/>
              <a:ahLst/>
              <a:cxnLst/>
              <a:rect l="l" t="t" r="r" b="b"/>
              <a:pathLst>
                <a:path w="40" h="151" extrusionOk="0">
                  <a:moveTo>
                    <a:pt x="40" y="0"/>
                  </a:moveTo>
                  <a:lnTo>
                    <a:pt x="34" y="2"/>
                  </a:lnTo>
                  <a:lnTo>
                    <a:pt x="29" y="5"/>
                  </a:lnTo>
                  <a:lnTo>
                    <a:pt x="23" y="14"/>
                  </a:lnTo>
                  <a:lnTo>
                    <a:pt x="18" y="24"/>
                  </a:lnTo>
                  <a:lnTo>
                    <a:pt x="14" y="36"/>
                  </a:lnTo>
                  <a:lnTo>
                    <a:pt x="9" y="52"/>
                  </a:lnTo>
                  <a:lnTo>
                    <a:pt x="5" y="69"/>
                  </a:lnTo>
                  <a:lnTo>
                    <a:pt x="3" y="88"/>
                  </a:lnTo>
                  <a:lnTo>
                    <a:pt x="2" y="107"/>
                  </a:lnTo>
                  <a:lnTo>
                    <a:pt x="0" y="128"/>
                  </a:lnTo>
                  <a:lnTo>
                    <a:pt x="0" y="151"/>
                  </a:lnTo>
                  <a:lnTo>
                    <a:pt x="2" y="151"/>
                  </a:lnTo>
                  <a:lnTo>
                    <a:pt x="2" y="130"/>
                  </a:lnTo>
                  <a:lnTo>
                    <a:pt x="3" y="109"/>
                  </a:lnTo>
                  <a:lnTo>
                    <a:pt x="5" y="90"/>
                  </a:lnTo>
                  <a:lnTo>
                    <a:pt x="7" y="71"/>
                  </a:lnTo>
                  <a:lnTo>
                    <a:pt x="11" y="55"/>
                  </a:lnTo>
                  <a:lnTo>
                    <a:pt x="14" y="40"/>
                  </a:lnTo>
                  <a:lnTo>
                    <a:pt x="18" y="28"/>
                  </a:lnTo>
                  <a:lnTo>
                    <a:pt x="23" y="17"/>
                  </a:lnTo>
                  <a:lnTo>
                    <a:pt x="29" y="10"/>
                  </a:lnTo>
                  <a:lnTo>
                    <a:pt x="34" y="7"/>
                  </a:lnTo>
                  <a:lnTo>
                    <a:pt x="40" y="5"/>
                  </a:lnTo>
                  <a:lnTo>
                    <a:pt x="40" y="0"/>
                  </a:lnTo>
                  <a:close/>
                </a:path>
              </a:pathLst>
            </a:custGeom>
            <a:solidFill>
              <a:srgbClr val="B4B4B4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836" name="Google Shape;836;p2"/>
            <p:cNvSpPr/>
            <p:nvPr/>
          </p:nvSpPr>
          <p:spPr>
            <a:xfrm>
              <a:off x="4086" y="3335"/>
              <a:ext cx="33" cy="86"/>
            </a:xfrm>
            <a:custGeom>
              <a:avLst/>
              <a:gdLst/>
              <a:ahLst/>
              <a:cxnLst/>
              <a:rect l="l" t="t" r="r" b="b"/>
              <a:pathLst>
                <a:path w="38" h="146" extrusionOk="0">
                  <a:moveTo>
                    <a:pt x="38" y="0"/>
                  </a:moveTo>
                  <a:lnTo>
                    <a:pt x="32" y="2"/>
                  </a:lnTo>
                  <a:lnTo>
                    <a:pt x="27" y="5"/>
                  </a:lnTo>
                  <a:lnTo>
                    <a:pt x="21" y="12"/>
                  </a:lnTo>
                  <a:lnTo>
                    <a:pt x="16" y="23"/>
                  </a:lnTo>
                  <a:lnTo>
                    <a:pt x="12" y="35"/>
                  </a:lnTo>
                  <a:lnTo>
                    <a:pt x="9" y="50"/>
                  </a:lnTo>
                  <a:lnTo>
                    <a:pt x="5" y="66"/>
                  </a:lnTo>
                  <a:lnTo>
                    <a:pt x="3" y="85"/>
                  </a:lnTo>
                  <a:lnTo>
                    <a:pt x="1" y="104"/>
                  </a:lnTo>
                  <a:lnTo>
                    <a:pt x="0" y="125"/>
                  </a:lnTo>
                  <a:lnTo>
                    <a:pt x="0" y="146"/>
                  </a:lnTo>
                  <a:lnTo>
                    <a:pt x="1" y="146"/>
                  </a:lnTo>
                  <a:lnTo>
                    <a:pt x="1" y="123"/>
                  </a:lnTo>
                  <a:lnTo>
                    <a:pt x="3" y="102"/>
                  </a:lnTo>
                  <a:lnTo>
                    <a:pt x="5" y="82"/>
                  </a:lnTo>
                  <a:lnTo>
                    <a:pt x="7" y="63"/>
                  </a:lnTo>
                  <a:lnTo>
                    <a:pt x="10" y="47"/>
                  </a:lnTo>
                  <a:lnTo>
                    <a:pt x="16" y="31"/>
                  </a:lnTo>
                  <a:lnTo>
                    <a:pt x="21" y="21"/>
                  </a:lnTo>
                  <a:lnTo>
                    <a:pt x="25" y="12"/>
                  </a:lnTo>
                  <a:lnTo>
                    <a:pt x="32" y="7"/>
                  </a:lnTo>
                  <a:lnTo>
                    <a:pt x="38" y="5"/>
                  </a:lnTo>
                  <a:lnTo>
                    <a:pt x="38" y="0"/>
                  </a:lnTo>
                  <a:close/>
                </a:path>
              </a:pathLst>
            </a:custGeom>
            <a:solidFill>
              <a:srgbClr val="B7B7B7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837" name="Google Shape;837;p2"/>
            <p:cNvSpPr/>
            <p:nvPr/>
          </p:nvSpPr>
          <p:spPr>
            <a:xfrm>
              <a:off x="4088" y="3338"/>
              <a:ext cx="31" cy="83"/>
            </a:xfrm>
            <a:custGeom>
              <a:avLst/>
              <a:gdLst/>
              <a:ahLst/>
              <a:cxnLst/>
              <a:rect l="l" t="t" r="r" b="b"/>
              <a:pathLst>
                <a:path w="37" h="141" extrusionOk="0">
                  <a:moveTo>
                    <a:pt x="37" y="0"/>
                  </a:moveTo>
                  <a:lnTo>
                    <a:pt x="31" y="2"/>
                  </a:lnTo>
                  <a:lnTo>
                    <a:pt x="24" y="7"/>
                  </a:lnTo>
                  <a:lnTo>
                    <a:pt x="20" y="16"/>
                  </a:lnTo>
                  <a:lnTo>
                    <a:pt x="15" y="26"/>
                  </a:lnTo>
                  <a:lnTo>
                    <a:pt x="9" y="42"/>
                  </a:lnTo>
                  <a:lnTo>
                    <a:pt x="6" y="58"/>
                  </a:lnTo>
                  <a:lnTo>
                    <a:pt x="4" y="77"/>
                  </a:lnTo>
                  <a:lnTo>
                    <a:pt x="2" y="97"/>
                  </a:lnTo>
                  <a:lnTo>
                    <a:pt x="0" y="118"/>
                  </a:lnTo>
                  <a:lnTo>
                    <a:pt x="0" y="141"/>
                  </a:lnTo>
                  <a:lnTo>
                    <a:pt x="0" y="141"/>
                  </a:lnTo>
                  <a:lnTo>
                    <a:pt x="2" y="118"/>
                  </a:lnTo>
                  <a:lnTo>
                    <a:pt x="2" y="99"/>
                  </a:lnTo>
                  <a:lnTo>
                    <a:pt x="4" y="78"/>
                  </a:lnTo>
                  <a:lnTo>
                    <a:pt x="8" y="61"/>
                  </a:lnTo>
                  <a:lnTo>
                    <a:pt x="11" y="45"/>
                  </a:lnTo>
                  <a:lnTo>
                    <a:pt x="15" y="31"/>
                  </a:lnTo>
                  <a:lnTo>
                    <a:pt x="20" y="19"/>
                  </a:lnTo>
                  <a:lnTo>
                    <a:pt x="26" y="12"/>
                  </a:lnTo>
                  <a:lnTo>
                    <a:pt x="31" y="7"/>
                  </a:lnTo>
                  <a:lnTo>
                    <a:pt x="37" y="5"/>
                  </a:lnTo>
                  <a:lnTo>
                    <a:pt x="37" y="0"/>
                  </a:lnTo>
                  <a:close/>
                </a:path>
              </a:pathLst>
            </a:custGeom>
            <a:solidFill>
              <a:srgbClr val="BABABA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838" name="Google Shape;838;p2"/>
            <p:cNvSpPr/>
            <p:nvPr/>
          </p:nvSpPr>
          <p:spPr>
            <a:xfrm>
              <a:off x="4088" y="3340"/>
              <a:ext cx="31" cy="81"/>
            </a:xfrm>
            <a:custGeom>
              <a:avLst/>
              <a:gdLst/>
              <a:ahLst/>
              <a:cxnLst/>
              <a:rect l="l" t="t" r="r" b="b"/>
              <a:pathLst>
                <a:path w="37" h="136" extrusionOk="0">
                  <a:moveTo>
                    <a:pt x="37" y="0"/>
                  </a:moveTo>
                  <a:lnTo>
                    <a:pt x="31" y="2"/>
                  </a:lnTo>
                  <a:lnTo>
                    <a:pt x="26" y="7"/>
                  </a:lnTo>
                  <a:lnTo>
                    <a:pt x="20" y="14"/>
                  </a:lnTo>
                  <a:lnTo>
                    <a:pt x="15" y="26"/>
                  </a:lnTo>
                  <a:lnTo>
                    <a:pt x="11" y="40"/>
                  </a:lnTo>
                  <a:lnTo>
                    <a:pt x="8" y="56"/>
                  </a:lnTo>
                  <a:lnTo>
                    <a:pt x="4" y="73"/>
                  </a:lnTo>
                  <a:lnTo>
                    <a:pt x="2" y="94"/>
                  </a:lnTo>
                  <a:lnTo>
                    <a:pt x="2" y="113"/>
                  </a:lnTo>
                  <a:lnTo>
                    <a:pt x="0" y="136"/>
                  </a:lnTo>
                  <a:lnTo>
                    <a:pt x="2" y="136"/>
                  </a:lnTo>
                  <a:lnTo>
                    <a:pt x="2" y="115"/>
                  </a:lnTo>
                  <a:lnTo>
                    <a:pt x="4" y="96"/>
                  </a:lnTo>
                  <a:lnTo>
                    <a:pt x="6" y="77"/>
                  </a:lnTo>
                  <a:lnTo>
                    <a:pt x="9" y="59"/>
                  </a:lnTo>
                  <a:lnTo>
                    <a:pt x="13" y="44"/>
                  </a:lnTo>
                  <a:lnTo>
                    <a:pt x="17" y="30"/>
                  </a:lnTo>
                  <a:lnTo>
                    <a:pt x="20" y="20"/>
                  </a:lnTo>
                  <a:lnTo>
                    <a:pt x="26" y="13"/>
                  </a:lnTo>
                  <a:lnTo>
                    <a:pt x="31" y="7"/>
                  </a:lnTo>
                  <a:lnTo>
                    <a:pt x="37" y="6"/>
                  </a:lnTo>
                  <a:lnTo>
                    <a:pt x="37" y="0"/>
                  </a:lnTo>
                  <a:close/>
                </a:path>
              </a:pathLst>
            </a:custGeom>
            <a:solidFill>
              <a:srgbClr val="BDBDBD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839" name="Google Shape;839;p2"/>
            <p:cNvSpPr/>
            <p:nvPr/>
          </p:nvSpPr>
          <p:spPr>
            <a:xfrm>
              <a:off x="4089" y="3344"/>
              <a:ext cx="30" cy="77"/>
            </a:xfrm>
            <a:custGeom>
              <a:avLst/>
              <a:gdLst/>
              <a:ahLst/>
              <a:cxnLst/>
              <a:rect l="l" t="t" r="r" b="b"/>
              <a:pathLst>
                <a:path w="35" h="130" extrusionOk="0">
                  <a:moveTo>
                    <a:pt x="35" y="0"/>
                  </a:moveTo>
                  <a:lnTo>
                    <a:pt x="29" y="1"/>
                  </a:lnTo>
                  <a:lnTo>
                    <a:pt x="24" y="7"/>
                  </a:lnTo>
                  <a:lnTo>
                    <a:pt x="18" y="14"/>
                  </a:lnTo>
                  <a:lnTo>
                    <a:pt x="15" y="24"/>
                  </a:lnTo>
                  <a:lnTo>
                    <a:pt x="11" y="38"/>
                  </a:lnTo>
                  <a:lnTo>
                    <a:pt x="7" y="53"/>
                  </a:lnTo>
                  <a:lnTo>
                    <a:pt x="4" y="71"/>
                  </a:lnTo>
                  <a:lnTo>
                    <a:pt x="2" y="90"/>
                  </a:lnTo>
                  <a:lnTo>
                    <a:pt x="0" y="109"/>
                  </a:lnTo>
                  <a:lnTo>
                    <a:pt x="0" y="130"/>
                  </a:lnTo>
                  <a:lnTo>
                    <a:pt x="2" y="130"/>
                  </a:lnTo>
                  <a:lnTo>
                    <a:pt x="2" y="109"/>
                  </a:lnTo>
                  <a:lnTo>
                    <a:pt x="4" y="90"/>
                  </a:lnTo>
                  <a:lnTo>
                    <a:pt x="6" y="73"/>
                  </a:lnTo>
                  <a:lnTo>
                    <a:pt x="7" y="55"/>
                  </a:lnTo>
                  <a:lnTo>
                    <a:pt x="11" y="41"/>
                  </a:lnTo>
                  <a:lnTo>
                    <a:pt x="15" y="29"/>
                  </a:lnTo>
                  <a:lnTo>
                    <a:pt x="20" y="19"/>
                  </a:lnTo>
                  <a:lnTo>
                    <a:pt x="24" y="10"/>
                  </a:lnTo>
                  <a:lnTo>
                    <a:pt x="29" y="7"/>
                  </a:lnTo>
                  <a:lnTo>
                    <a:pt x="35" y="5"/>
                  </a:lnTo>
                  <a:lnTo>
                    <a:pt x="35" y="0"/>
                  </a:lnTo>
                  <a:close/>
                </a:path>
              </a:pathLst>
            </a:custGeom>
            <a:solidFill>
              <a:srgbClr val="C0C0C0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840" name="Google Shape;840;p2"/>
            <p:cNvSpPr/>
            <p:nvPr/>
          </p:nvSpPr>
          <p:spPr>
            <a:xfrm>
              <a:off x="4091" y="3346"/>
              <a:ext cx="28" cy="75"/>
            </a:xfrm>
            <a:custGeom>
              <a:avLst/>
              <a:gdLst/>
              <a:ahLst/>
              <a:cxnLst/>
              <a:rect l="l" t="t" r="r" b="b"/>
              <a:pathLst>
                <a:path w="33" h="125" extrusionOk="0">
                  <a:moveTo>
                    <a:pt x="33" y="0"/>
                  </a:moveTo>
                  <a:lnTo>
                    <a:pt x="27" y="2"/>
                  </a:lnTo>
                  <a:lnTo>
                    <a:pt x="22" y="5"/>
                  </a:lnTo>
                  <a:lnTo>
                    <a:pt x="18" y="14"/>
                  </a:lnTo>
                  <a:lnTo>
                    <a:pt x="13" y="24"/>
                  </a:lnTo>
                  <a:lnTo>
                    <a:pt x="9" y="36"/>
                  </a:lnTo>
                  <a:lnTo>
                    <a:pt x="5" y="50"/>
                  </a:lnTo>
                  <a:lnTo>
                    <a:pt x="4" y="68"/>
                  </a:lnTo>
                  <a:lnTo>
                    <a:pt x="2" y="85"/>
                  </a:lnTo>
                  <a:lnTo>
                    <a:pt x="0" y="104"/>
                  </a:lnTo>
                  <a:lnTo>
                    <a:pt x="0" y="125"/>
                  </a:lnTo>
                  <a:lnTo>
                    <a:pt x="2" y="125"/>
                  </a:lnTo>
                  <a:lnTo>
                    <a:pt x="2" y="106"/>
                  </a:lnTo>
                  <a:lnTo>
                    <a:pt x="2" y="87"/>
                  </a:lnTo>
                  <a:lnTo>
                    <a:pt x="4" y="69"/>
                  </a:lnTo>
                  <a:lnTo>
                    <a:pt x="7" y="54"/>
                  </a:lnTo>
                  <a:lnTo>
                    <a:pt x="11" y="40"/>
                  </a:lnTo>
                  <a:lnTo>
                    <a:pt x="14" y="28"/>
                  </a:lnTo>
                  <a:lnTo>
                    <a:pt x="18" y="17"/>
                  </a:lnTo>
                  <a:lnTo>
                    <a:pt x="22" y="10"/>
                  </a:lnTo>
                  <a:lnTo>
                    <a:pt x="27" y="7"/>
                  </a:lnTo>
                  <a:lnTo>
                    <a:pt x="33" y="5"/>
                  </a:lnTo>
                  <a:lnTo>
                    <a:pt x="33" y="0"/>
                  </a:lnTo>
                  <a:close/>
                </a:path>
              </a:pathLst>
            </a:custGeom>
            <a:solidFill>
              <a:srgbClr val="C3C3C3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841" name="Google Shape;841;p2"/>
            <p:cNvSpPr/>
            <p:nvPr/>
          </p:nvSpPr>
          <p:spPr>
            <a:xfrm>
              <a:off x="4091" y="3350"/>
              <a:ext cx="28" cy="71"/>
            </a:xfrm>
            <a:custGeom>
              <a:avLst/>
              <a:gdLst/>
              <a:ahLst/>
              <a:cxnLst/>
              <a:rect l="l" t="t" r="r" b="b"/>
              <a:pathLst>
                <a:path w="31" h="120" extrusionOk="0">
                  <a:moveTo>
                    <a:pt x="31" y="0"/>
                  </a:moveTo>
                  <a:lnTo>
                    <a:pt x="25" y="2"/>
                  </a:lnTo>
                  <a:lnTo>
                    <a:pt x="20" y="5"/>
                  </a:lnTo>
                  <a:lnTo>
                    <a:pt x="16" y="12"/>
                  </a:lnTo>
                  <a:lnTo>
                    <a:pt x="12" y="23"/>
                  </a:lnTo>
                  <a:lnTo>
                    <a:pt x="9" y="35"/>
                  </a:lnTo>
                  <a:lnTo>
                    <a:pt x="5" y="49"/>
                  </a:lnTo>
                  <a:lnTo>
                    <a:pt x="2" y="64"/>
                  </a:lnTo>
                  <a:lnTo>
                    <a:pt x="0" y="82"/>
                  </a:lnTo>
                  <a:lnTo>
                    <a:pt x="0" y="101"/>
                  </a:lnTo>
                  <a:lnTo>
                    <a:pt x="0" y="120"/>
                  </a:lnTo>
                  <a:lnTo>
                    <a:pt x="0" y="120"/>
                  </a:lnTo>
                  <a:lnTo>
                    <a:pt x="0" y="101"/>
                  </a:lnTo>
                  <a:lnTo>
                    <a:pt x="2" y="83"/>
                  </a:lnTo>
                  <a:lnTo>
                    <a:pt x="3" y="68"/>
                  </a:lnTo>
                  <a:lnTo>
                    <a:pt x="5" y="52"/>
                  </a:lnTo>
                  <a:lnTo>
                    <a:pt x="9" y="38"/>
                  </a:lnTo>
                  <a:lnTo>
                    <a:pt x="12" y="26"/>
                  </a:lnTo>
                  <a:lnTo>
                    <a:pt x="16" y="17"/>
                  </a:lnTo>
                  <a:lnTo>
                    <a:pt x="22" y="10"/>
                  </a:lnTo>
                  <a:lnTo>
                    <a:pt x="25" y="7"/>
                  </a:lnTo>
                  <a:lnTo>
                    <a:pt x="31" y="5"/>
                  </a:lnTo>
                  <a:lnTo>
                    <a:pt x="31" y="0"/>
                  </a:lnTo>
                  <a:close/>
                </a:path>
              </a:pathLst>
            </a:custGeom>
            <a:solidFill>
              <a:srgbClr val="C7C7C7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842" name="Google Shape;842;p2"/>
            <p:cNvSpPr/>
            <p:nvPr/>
          </p:nvSpPr>
          <p:spPr>
            <a:xfrm>
              <a:off x="4091" y="3354"/>
              <a:ext cx="28" cy="67"/>
            </a:xfrm>
            <a:custGeom>
              <a:avLst/>
              <a:gdLst/>
              <a:ahLst/>
              <a:cxnLst/>
              <a:rect l="l" t="t" r="r" b="b"/>
              <a:pathLst>
                <a:path w="31" h="115" extrusionOk="0">
                  <a:moveTo>
                    <a:pt x="31" y="0"/>
                  </a:moveTo>
                  <a:lnTo>
                    <a:pt x="25" y="2"/>
                  </a:lnTo>
                  <a:lnTo>
                    <a:pt x="22" y="5"/>
                  </a:lnTo>
                  <a:lnTo>
                    <a:pt x="16" y="12"/>
                  </a:lnTo>
                  <a:lnTo>
                    <a:pt x="12" y="21"/>
                  </a:lnTo>
                  <a:lnTo>
                    <a:pt x="9" y="33"/>
                  </a:lnTo>
                  <a:lnTo>
                    <a:pt x="5" y="47"/>
                  </a:lnTo>
                  <a:lnTo>
                    <a:pt x="3" y="63"/>
                  </a:lnTo>
                  <a:lnTo>
                    <a:pt x="2" y="78"/>
                  </a:lnTo>
                  <a:lnTo>
                    <a:pt x="0" y="96"/>
                  </a:lnTo>
                  <a:lnTo>
                    <a:pt x="0" y="115"/>
                  </a:lnTo>
                  <a:lnTo>
                    <a:pt x="2" y="115"/>
                  </a:lnTo>
                  <a:lnTo>
                    <a:pt x="2" y="96"/>
                  </a:lnTo>
                  <a:lnTo>
                    <a:pt x="3" y="77"/>
                  </a:lnTo>
                  <a:lnTo>
                    <a:pt x="5" y="59"/>
                  </a:lnTo>
                  <a:lnTo>
                    <a:pt x="9" y="44"/>
                  </a:lnTo>
                  <a:lnTo>
                    <a:pt x="12" y="32"/>
                  </a:lnTo>
                  <a:lnTo>
                    <a:pt x="16" y="19"/>
                  </a:lnTo>
                  <a:lnTo>
                    <a:pt x="20" y="12"/>
                  </a:lnTo>
                  <a:lnTo>
                    <a:pt x="25" y="7"/>
                  </a:lnTo>
                  <a:lnTo>
                    <a:pt x="31" y="5"/>
                  </a:lnTo>
                  <a:lnTo>
                    <a:pt x="31" y="0"/>
                  </a:lnTo>
                  <a:close/>
                </a:path>
              </a:pathLst>
            </a:custGeom>
            <a:solidFill>
              <a:srgbClr val="CACACA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843" name="Google Shape;843;p2"/>
            <p:cNvSpPr/>
            <p:nvPr/>
          </p:nvSpPr>
          <p:spPr>
            <a:xfrm>
              <a:off x="4093" y="3356"/>
              <a:ext cx="26" cy="65"/>
            </a:xfrm>
            <a:custGeom>
              <a:avLst/>
              <a:gdLst/>
              <a:ahLst/>
              <a:cxnLst/>
              <a:rect l="l" t="t" r="r" b="b"/>
              <a:pathLst>
                <a:path w="29" h="110" extrusionOk="0">
                  <a:moveTo>
                    <a:pt x="29" y="0"/>
                  </a:moveTo>
                  <a:lnTo>
                    <a:pt x="23" y="2"/>
                  </a:lnTo>
                  <a:lnTo>
                    <a:pt x="18" y="7"/>
                  </a:lnTo>
                  <a:lnTo>
                    <a:pt x="14" y="14"/>
                  </a:lnTo>
                  <a:lnTo>
                    <a:pt x="10" y="27"/>
                  </a:lnTo>
                  <a:lnTo>
                    <a:pt x="7" y="39"/>
                  </a:lnTo>
                  <a:lnTo>
                    <a:pt x="3" y="54"/>
                  </a:lnTo>
                  <a:lnTo>
                    <a:pt x="1" y="72"/>
                  </a:lnTo>
                  <a:lnTo>
                    <a:pt x="0" y="91"/>
                  </a:lnTo>
                  <a:lnTo>
                    <a:pt x="0" y="110"/>
                  </a:lnTo>
                  <a:lnTo>
                    <a:pt x="1" y="110"/>
                  </a:lnTo>
                  <a:lnTo>
                    <a:pt x="1" y="91"/>
                  </a:lnTo>
                  <a:lnTo>
                    <a:pt x="3" y="73"/>
                  </a:lnTo>
                  <a:lnTo>
                    <a:pt x="5" y="58"/>
                  </a:lnTo>
                  <a:lnTo>
                    <a:pt x="7" y="42"/>
                  </a:lnTo>
                  <a:lnTo>
                    <a:pt x="10" y="30"/>
                  </a:lnTo>
                  <a:lnTo>
                    <a:pt x="14" y="20"/>
                  </a:lnTo>
                  <a:lnTo>
                    <a:pt x="20" y="11"/>
                  </a:lnTo>
                  <a:lnTo>
                    <a:pt x="23" y="7"/>
                  </a:lnTo>
                  <a:lnTo>
                    <a:pt x="29" y="6"/>
                  </a:lnTo>
                  <a:lnTo>
                    <a:pt x="29" y="0"/>
                  </a:lnTo>
                  <a:close/>
                </a:path>
              </a:pathLst>
            </a:custGeom>
            <a:solidFill>
              <a:srgbClr val="CDCDCD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844" name="Google Shape;844;p2"/>
            <p:cNvSpPr/>
            <p:nvPr/>
          </p:nvSpPr>
          <p:spPr>
            <a:xfrm>
              <a:off x="4095" y="3360"/>
              <a:ext cx="24" cy="61"/>
            </a:xfrm>
            <a:custGeom>
              <a:avLst/>
              <a:gdLst/>
              <a:ahLst/>
              <a:cxnLst/>
              <a:rect l="l" t="t" r="r" b="b"/>
              <a:pathLst>
                <a:path w="28" h="104" extrusionOk="0">
                  <a:moveTo>
                    <a:pt x="28" y="0"/>
                  </a:moveTo>
                  <a:lnTo>
                    <a:pt x="22" y="1"/>
                  </a:lnTo>
                  <a:lnTo>
                    <a:pt x="19" y="5"/>
                  </a:lnTo>
                  <a:lnTo>
                    <a:pt x="13" y="14"/>
                  </a:lnTo>
                  <a:lnTo>
                    <a:pt x="9" y="24"/>
                  </a:lnTo>
                  <a:lnTo>
                    <a:pt x="6" y="36"/>
                  </a:lnTo>
                  <a:lnTo>
                    <a:pt x="4" y="52"/>
                  </a:lnTo>
                  <a:lnTo>
                    <a:pt x="2" y="67"/>
                  </a:lnTo>
                  <a:lnTo>
                    <a:pt x="0" y="85"/>
                  </a:lnTo>
                  <a:lnTo>
                    <a:pt x="0" y="104"/>
                  </a:lnTo>
                  <a:lnTo>
                    <a:pt x="2" y="104"/>
                  </a:lnTo>
                  <a:lnTo>
                    <a:pt x="2" y="86"/>
                  </a:lnTo>
                  <a:lnTo>
                    <a:pt x="2" y="69"/>
                  </a:lnTo>
                  <a:lnTo>
                    <a:pt x="4" y="53"/>
                  </a:lnTo>
                  <a:lnTo>
                    <a:pt x="8" y="40"/>
                  </a:lnTo>
                  <a:lnTo>
                    <a:pt x="11" y="27"/>
                  </a:lnTo>
                  <a:lnTo>
                    <a:pt x="15" y="17"/>
                  </a:lnTo>
                  <a:lnTo>
                    <a:pt x="19" y="10"/>
                  </a:lnTo>
                  <a:lnTo>
                    <a:pt x="22" y="7"/>
                  </a:lnTo>
                  <a:lnTo>
                    <a:pt x="28" y="5"/>
                  </a:lnTo>
                  <a:lnTo>
                    <a:pt x="28" y="0"/>
                  </a:lnTo>
                  <a:close/>
                </a:path>
              </a:pathLst>
            </a:custGeom>
            <a:solidFill>
              <a:srgbClr val="CFCFCF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845" name="Google Shape;845;p2"/>
            <p:cNvSpPr/>
            <p:nvPr/>
          </p:nvSpPr>
          <p:spPr>
            <a:xfrm>
              <a:off x="4096" y="3362"/>
              <a:ext cx="23" cy="59"/>
            </a:xfrm>
            <a:custGeom>
              <a:avLst/>
              <a:gdLst/>
              <a:ahLst/>
              <a:cxnLst/>
              <a:rect l="l" t="t" r="r" b="b"/>
              <a:pathLst>
                <a:path w="26" h="99" extrusionOk="0">
                  <a:moveTo>
                    <a:pt x="26" y="0"/>
                  </a:moveTo>
                  <a:lnTo>
                    <a:pt x="20" y="2"/>
                  </a:lnTo>
                  <a:lnTo>
                    <a:pt x="17" y="5"/>
                  </a:lnTo>
                  <a:lnTo>
                    <a:pt x="13" y="12"/>
                  </a:lnTo>
                  <a:lnTo>
                    <a:pt x="9" y="22"/>
                  </a:lnTo>
                  <a:lnTo>
                    <a:pt x="6" y="35"/>
                  </a:lnTo>
                  <a:lnTo>
                    <a:pt x="2" y="48"/>
                  </a:lnTo>
                  <a:lnTo>
                    <a:pt x="0" y="64"/>
                  </a:lnTo>
                  <a:lnTo>
                    <a:pt x="0" y="81"/>
                  </a:lnTo>
                  <a:lnTo>
                    <a:pt x="0" y="99"/>
                  </a:lnTo>
                  <a:lnTo>
                    <a:pt x="0" y="99"/>
                  </a:lnTo>
                  <a:lnTo>
                    <a:pt x="0" y="81"/>
                  </a:lnTo>
                  <a:lnTo>
                    <a:pt x="2" y="66"/>
                  </a:lnTo>
                  <a:lnTo>
                    <a:pt x="4" y="52"/>
                  </a:lnTo>
                  <a:lnTo>
                    <a:pt x="6" y="38"/>
                  </a:lnTo>
                  <a:lnTo>
                    <a:pt x="9" y="26"/>
                  </a:lnTo>
                  <a:lnTo>
                    <a:pt x="13" y="17"/>
                  </a:lnTo>
                  <a:lnTo>
                    <a:pt x="17" y="10"/>
                  </a:lnTo>
                  <a:lnTo>
                    <a:pt x="20" y="7"/>
                  </a:lnTo>
                  <a:lnTo>
                    <a:pt x="26" y="5"/>
                  </a:lnTo>
                  <a:lnTo>
                    <a:pt x="26" y="0"/>
                  </a:lnTo>
                  <a:close/>
                </a:path>
              </a:pathLst>
            </a:custGeom>
            <a:solidFill>
              <a:srgbClr val="D2D2D2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846" name="Google Shape;846;p2"/>
            <p:cNvSpPr/>
            <p:nvPr/>
          </p:nvSpPr>
          <p:spPr>
            <a:xfrm>
              <a:off x="4096" y="3365"/>
              <a:ext cx="23" cy="56"/>
            </a:xfrm>
            <a:custGeom>
              <a:avLst/>
              <a:gdLst/>
              <a:ahLst/>
              <a:cxnLst/>
              <a:rect l="l" t="t" r="r" b="b"/>
              <a:pathLst>
                <a:path w="26" h="94" extrusionOk="0">
                  <a:moveTo>
                    <a:pt x="26" y="0"/>
                  </a:moveTo>
                  <a:lnTo>
                    <a:pt x="20" y="2"/>
                  </a:lnTo>
                  <a:lnTo>
                    <a:pt x="17" y="5"/>
                  </a:lnTo>
                  <a:lnTo>
                    <a:pt x="13" y="12"/>
                  </a:lnTo>
                  <a:lnTo>
                    <a:pt x="9" y="21"/>
                  </a:lnTo>
                  <a:lnTo>
                    <a:pt x="6" y="33"/>
                  </a:lnTo>
                  <a:lnTo>
                    <a:pt x="4" y="47"/>
                  </a:lnTo>
                  <a:lnTo>
                    <a:pt x="2" y="61"/>
                  </a:lnTo>
                  <a:lnTo>
                    <a:pt x="0" y="76"/>
                  </a:lnTo>
                  <a:lnTo>
                    <a:pt x="0" y="94"/>
                  </a:lnTo>
                  <a:lnTo>
                    <a:pt x="2" y="94"/>
                  </a:lnTo>
                  <a:lnTo>
                    <a:pt x="2" y="76"/>
                  </a:lnTo>
                  <a:lnTo>
                    <a:pt x="4" y="59"/>
                  </a:lnTo>
                  <a:lnTo>
                    <a:pt x="6" y="43"/>
                  </a:lnTo>
                  <a:lnTo>
                    <a:pt x="9" y="31"/>
                  </a:lnTo>
                  <a:lnTo>
                    <a:pt x="13" y="19"/>
                  </a:lnTo>
                  <a:lnTo>
                    <a:pt x="17" y="12"/>
                  </a:lnTo>
                  <a:lnTo>
                    <a:pt x="20" y="7"/>
                  </a:lnTo>
                  <a:lnTo>
                    <a:pt x="26" y="5"/>
                  </a:lnTo>
                  <a:lnTo>
                    <a:pt x="26" y="0"/>
                  </a:lnTo>
                  <a:close/>
                </a:path>
              </a:pathLst>
            </a:custGeom>
            <a:solidFill>
              <a:srgbClr val="D4D4D4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847" name="Google Shape;847;p2"/>
            <p:cNvSpPr/>
            <p:nvPr/>
          </p:nvSpPr>
          <p:spPr>
            <a:xfrm>
              <a:off x="4098" y="3369"/>
              <a:ext cx="21" cy="52"/>
            </a:xfrm>
            <a:custGeom>
              <a:avLst/>
              <a:gdLst/>
              <a:ahLst/>
              <a:cxnLst/>
              <a:rect l="l" t="t" r="r" b="b"/>
              <a:pathLst>
                <a:path w="24" h="89" extrusionOk="0">
                  <a:moveTo>
                    <a:pt x="24" y="0"/>
                  </a:moveTo>
                  <a:lnTo>
                    <a:pt x="18" y="2"/>
                  </a:lnTo>
                  <a:lnTo>
                    <a:pt x="15" y="7"/>
                  </a:lnTo>
                  <a:lnTo>
                    <a:pt x="11" y="14"/>
                  </a:lnTo>
                  <a:lnTo>
                    <a:pt x="7" y="26"/>
                  </a:lnTo>
                  <a:lnTo>
                    <a:pt x="4" y="38"/>
                  </a:lnTo>
                  <a:lnTo>
                    <a:pt x="2" y="54"/>
                  </a:lnTo>
                  <a:lnTo>
                    <a:pt x="0" y="71"/>
                  </a:lnTo>
                  <a:lnTo>
                    <a:pt x="0" y="89"/>
                  </a:lnTo>
                  <a:lnTo>
                    <a:pt x="2" y="89"/>
                  </a:lnTo>
                  <a:lnTo>
                    <a:pt x="2" y="71"/>
                  </a:lnTo>
                  <a:lnTo>
                    <a:pt x="4" y="56"/>
                  </a:lnTo>
                  <a:lnTo>
                    <a:pt x="5" y="42"/>
                  </a:lnTo>
                  <a:lnTo>
                    <a:pt x="7" y="30"/>
                  </a:lnTo>
                  <a:lnTo>
                    <a:pt x="11" y="19"/>
                  </a:lnTo>
                  <a:lnTo>
                    <a:pt x="15" y="11"/>
                  </a:lnTo>
                  <a:lnTo>
                    <a:pt x="18" y="7"/>
                  </a:lnTo>
                  <a:lnTo>
                    <a:pt x="24" y="6"/>
                  </a:lnTo>
                  <a:lnTo>
                    <a:pt x="24" y="0"/>
                  </a:lnTo>
                  <a:close/>
                </a:path>
              </a:pathLst>
            </a:custGeom>
            <a:solidFill>
              <a:srgbClr val="D6D6D6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848" name="Google Shape;848;p2"/>
            <p:cNvSpPr/>
            <p:nvPr/>
          </p:nvSpPr>
          <p:spPr>
            <a:xfrm>
              <a:off x="4100" y="3371"/>
              <a:ext cx="19" cy="50"/>
            </a:xfrm>
            <a:custGeom>
              <a:avLst/>
              <a:gdLst/>
              <a:ahLst/>
              <a:cxnLst/>
              <a:rect l="l" t="t" r="r" b="b"/>
              <a:pathLst>
                <a:path w="22" h="83" extrusionOk="0">
                  <a:moveTo>
                    <a:pt x="22" y="0"/>
                  </a:moveTo>
                  <a:lnTo>
                    <a:pt x="16" y="1"/>
                  </a:lnTo>
                  <a:lnTo>
                    <a:pt x="13" y="5"/>
                  </a:lnTo>
                  <a:lnTo>
                    <a:pt x="9" y="13"/>
                  </a:lnTo>
                  <a:lnTo>
                    <a:pt x="5" y="24"/>
                  </a:lnTo>
                  <a:lnTo>
                    <a:pt x="3" y="36"/>
                  </a:lnTo>
                  <a:lnTo>
                    <a:pt x="2" y="50"/>
                  </a:lnTo>
                  <a:lnTo>
                    <a:pt x="0" y="65"/>
                  </a:lnTo>
                  <a:lnTo>
                    <a:pt x="0" y="83"/>
                  </a:lnTo>
                  <a:lnTo>
                    <a:pt x="2" y="83"/>
                  </a:lnTo>
                  <a:lnTo>
                    <a:pt x="2" y="67"/>
                  </a:lnTo>
                  <a:lnTo>
                    <a:pt x="2" y="52"/>
                  </a:lnTo>
                  <a:lnTo>
                    <a:pt x="3" y="39"/>
                  </a:lnTo>
                  <a:lnTo>
                    <a:pt x="7" y="27"/>
                  </a:lnTo>
                  <a:lnTo>
                    <a:pt x="11" y="17"/>
                  </a:lnTo>
                  <a:lnTo>
                    <a:pt x="13" y="10"/>
                  </a:lnTo>
                  <a:lnTo>
                    <a:pt x="18" y="6"/>
                  </a:lnTo>
                  <a:lnTo>
                    <a:pt x="22" y="5"/>
                  </a:lnTo>
                  <a:lnTo>
                    <a:pt x="22" y="0"/>
                  </a:lnTo>
                  <a:close/>
                </a:path>
              </a:pathLst>
            </a:custGeom>
            <a:solidFill>
              <a:srgbClr val="D8D8D8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849" name="Google Shape;849;p2"/>
            <p:cNvSpPr/>
            <p:nvPr/>
          </p:nvSpPr>
          <p:spPr>
            <a:xfrm>
              <a:off x="4102" y="3375"/>
              <a:ext cx="17" cy="46"/>
            </a:xfrm>
            <a:custGeom>
              <a:avLst/>
              <a:gdLst/>
              <a:ahLst/>
              <a:cxnLst/>
              <a:rect l="l" t="t" r="r" b="b"/>
              <a:pathLst>
                <a:path w="20" h="78" extrusionOk="0">
                  <a:moveTo>
                    <a:pt x="20" y="0"/>
                  </a:moveTo>
                  <a:lnTo>
                    <a:pt x="16" y="1"/>
                  </a:lnTo>
                  <a:lnTo>
                    <a:pt x="11" y="5"/>
                  </a:lnTo>
                  <a:lnTo>
                    <a:pt x="9" y="12"/>
                  </a:lnTo>
                  <a:lnTo>
                    <a:pt x="5" y="22"/>
                  </a:lnTo>
                  <a:lnTo>
                    <a:pt x="1" y="34"/>
                  </a:lnTo>
                  <a:lnTo>
                    <a:pt x="0" y="47"/>
                  </a:lnTo>
                  <a:lnTo>
                    <a:pt x="0" y="62"/>
                  </a:lnTo>
                  <a:lnTo>
                    <a:pt x="0" y="78"/>
                  </a:lnTo>
                  <a:lnTo>
                    <a:pt x="0" y="78"/>
                  </a:lnTo>
                  <a:lnTo>
                    <a:pt x="0" y="62"/>
                  </a:lnTo>
                  <a:lnTo>
                    <a:pt x="1" y="50"/>
                  </a:lnTo>
                  <a:lnTo>
                    <a:pt x="3" y="36"/>
                  </a:lnTo>
                  <a:lnTo>
                    <a:pt x="5" y="26"/>
                  </a:lnTo>
                  <a:lnTo>
                    <a:pt x="9" y="17"/>
                  </a:lnTo>
                  <a:lnTo>
                    <a:pt x="12" y="10"/>
                  </a:lnTo>
                  <a:lnTo>
                    <a:pt x="16" y="7"/>
                  </a:lnTo>
                  <a:lnTo>
                    <a:pt x="20" y="5"/>
                  </a:lnTo>
                  <a:lnTo>
                    <a:pt x="20" y="0"/>
                  </a:lnTo>
                  <a:close/>
                </a:path>
              </a:pathLst>
            </a:custGeom>
            <a:solidFill>
              <a:srgbClr val="DADADA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850" name="Google Shape;850;p2"/>
            <p:cNvSpPr/>
            <p:nvPr/>
          </p:nvSpPr>
          <p:spPr>
            <a:xfrm>
              <a:off x="4102" y="3377"/>
              <a:ext cx="17" cy="44"/>
            </a:xfrm>
            <a:custGeom>
              <a:avLst/>
              <a:gdLst/>
              <a:ahLst/>
              <a:cxnLst/>
              <a:rect l="l" t="t" r="r" b="b"/>
              <a:pathLst>
                <a:path w="20" h="73" extrusionOk="0">
                  <a:moveTo>
                    <a:pt x="20" y="0"/>
                  </a:moveTo>
                  <a:lnTo>
                    <a:pt x="16" y="2"/>
                  </a:lnTo>
                  <a:lnTo>
                    <a:pt x="12" y="5"/>
                  </a:lnTo>
                  <a:lnTo>
                    <a:pt x="9" y="12"/>
                  </a:lnTo>
                  <a:lnTo>
                    <a:pt x="5" y="21"/>
                  </a:lnTo>
                  <a:lnTo>
                    <a:pt x="3" y="31"/>
                  </a:lnTo>
                  <a:lnTo>
                    <a:pt x="1" y="45"/>
                  </a:lnTo>
                  <a:lnTo>
                    <a:pt x="0" y="57"/>
                  </a:lnTo>
                  <a:lnTo>
                    <a:pt x="0" y="73"/>
                  </a:lnTo>
                  <a:lnTo>
                    <a:pt x="1" y="73"/>
                  </a:lnTo>
                  <a:lnTo>
                    <a:pt x="1" y="57"/>
                  </a:lnTo>
                  <a:lnTo>
                    <a:pt x="3" y="43"/>
                  </a:lnTo>
                  <a:lnTo>
                    <a:pt x="5" y="29"/>
                  </a:lnTo>
                  <a:lnTo>
                    <a:pt x="9" y="19"/>
                  </a:lnTo>
                  <a:lnTo>
                    <a:pt x="12" y="12"/>
                  </a:lnTo>
                  <a:lnTo>
                    <a:pt x="16" y="7"/>
                  </a:lnTo>
                  <a:lnTo>
                    <a:pt x="20" y="5"/>
                  </a:lnTo>
                  <a:lnTo>
                    <a:pt x="20" y="0"/>
                  </a:lnTo>
                  <a:close/>
                </a:path>
              </a:pathLst>
            </a:custGeom>
            <a:solidFill>
              <a:srgbClr val="DBDBDB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851" name="Google Shape;851;p2"/>
            <p:cNvSpPr/>
            <p:nvPr/>
          </p:nvSpPr>
          <p:spPr>
            <a:xfrm>
              <a:off x="4103" y="3381"/>
              <a:ext cx="16" cy="40"/>
            </a:xfrm>
            <a:custGeom>
              <a:avLst/>
              <a:gdLst/>
              <a:ahLst/>
              <a:cxnLst/>
              <a:rect l="l" t="t" r="r" b="b"/>
              <a:pathLst>
                <a:path w="19" h="68" extrusionOk="0">
                  <a:moveTo>
                    <a:pt x="19" y="0"/>
                  </a:moveTo>
                  <a:lnTo>
                    <a:pt x="15" y="2"/>
                  </a:lnTo>
                  <a:lnTo>
                    <a:pt x="11" y="7"/>
                  </a:lnTo>
                  <a:lnTo>
                    <a:pt x="8" y="14"/>
                  </a:lnTo>
                  <a:lnTo>
                    <a:pt x="4" y="24"/>
                  </a:lnTo>
                  <a:lnTo>
                    <a:pt x="2" y="38"/>
                  </a:lnTo>
                  <a:lnTo>
                    <a:pt x="0" y="52"/>
                  </a:lnTo>
                  <a:lnTo>
                    <a:pt x="0" y="68"/>
                  </a:lnTo>
                  <a:lnTo>
                    <a:pt x="2" y="68"/>
                  </a:lnTo>
                  <a:lnTo>
                    <a:pt x="2" y="54"/>
                  </a:lnTo>
                  <a:lnTo>
                    <a:pt x="4" y="40"/>
                  </a:lnTo>
                  <a:lnTo>
                    <a:pt x="6" y="28"/>
                  </a:lnTo>
                  <a:lnTo>
                    <a:pt x="8" y="19"/>
                  </a:lnTo>
                  <a:lnTo>
                    <a:pt x="11" y="11"/>
                  </a:lnTo>
                  <a:lnTo>
                    <a:pt x="15" y="7"/>
                  </a:lnTo>
                  <a:lnTo>
                    <a:pt x="19" y="5"/>
                  </a:lnTo>
                  <a:lnTo>
                    <a:pt x="19" y="0"/>
                  </a:lnTo>
                  <a:close/>
                </a:path>
              </a:pathLst>
            </a:custGeom>
            <a:solidFill>
              <a:srgbClr val="DDDDDD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852" name="Google Shape;852;p2"/>
            <p:cNvSpPr/>
            <p:nvPr/>
          </p:nvSpPr>
          <p:spPr>
            <a:xfrm>
              <a:off x="4105" y="3385"/>
              <a:ext cx="14" cy="36"/>
            </a:xfrm>
            <a:custGeom>
              <a:avLst/>
              <a:gdLst/>
              <a:ahLst/>
              <a:cxnLst/>
              <a:rect l="l" t="t" r="r" b="b"/>
              <a:pathLst>
                <a:path w="17" h="63" extrusionOk="0">
                  <a:moveTo>
                    <a:pt x="17" y="0"/>
                  </a:moveTo>
                  <a:lnTo>
                    <a:pt x="13" y="2"/>
                  </a:lnTo>
                  <a:lnTo>
                    <a:pt x="9" y="6"/>
                  </a:lnTo>
                  <a:lnTo>
                    <a:pt x="6" y="14"/>
                  </a:lnTo>
                  <a:lnTo>
                    <a:pt x="4" y="23"/>
                  </a:lnTo>
                  <a:lnTo>
                    <a:pt x="2" y="35"/>
                  </a:lnTo>
                  <a:lnTo>
                    <a:pt x="0" y="49"/>
                  </a:lnTo>
                  <a:lnTo>
                    <a:pt x="0" y="63"/>
                  </a:lnTo>
                  <a:lnTo>
                    <a:pt x="2" y="63"/>
                  </a:lnTo>
                  <a:lnTo>
                    <a:pt x="2" y="49"/>
                  </a:lnTo>
                  <a:lnTo>
                    <a:pt x="2" y="37"/>
                  </a:lnTo>
                  <a:lnTo>
                    <a:pt x="4" y="26"/>
                  </a:lnTo>
                  <a:lnTo>
                    <a:pt x="8" y="18"/>
                  </a:lnTo>
                  <a:lnTo>
                    <a:pt x="9" y="11"/>
                  </a:lnTo>
                  <a:lnTo>
                    <a:pt x="13" y="7"/>
                  </a:lnTo>
                  <a:lnTo>
                    <a:pt x="17" y="6"/>
                  </a:lnTo>
                  <a:lnTo>
                    <a:pt x="17" y="0"/>
                  </a:lnTo>
                  <a:close/>
                </a:path>
              </a:pathLst>
            </a:custGeom>
            <a:solidFill>
              <a:srgbClr val="DEDEDE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853" name="Google Shape;853;p2"/>
            <p:cNvSpPr/>
            <p:nvPr/>
          </p:nvSpPr>
          <p:spPr>
            <a:xfrm>
              <a:off x="4107" y="3387"/>
              <a:ext cx="12" cy="34"/>
            </a:xfrm>
            <a:custGeom>
              <a:avLst/>
              <a:gdLst/>
              <a:ahLst/>
              <a:cxnLst/>
              <a:rect l="l" t="t" r="r" b="b"/>
              <a:pathLst>
                <a:path w="15" h="57" extrusionOk="0">
                  <a:moveTo>
                    <a:pt x="15" y="0"/>
                  </a:moveTo>
                  <a:lnTo>
                    <a:pt x="11" y="1"/>
                  </a:lnTo>
                  <a:lnTo>
                    <a:pt x="7" y="5"/>
                  </a:lnTo>
                  <a:lnTo>
                    <a:pt x="6" y="12"/>
                  </a:lnTo>
                  <a:lnTo>
                    <a:pt x="2" y="20"/>
                  </a:lnTo>
                  <a:lnTo>
                    <a:pt x="0" y="31"/>
                  </a:lnTo>
                  <a:lnTo>
                    <a:pt x="0" y="43"/>
                  </a:lnTo>
                  <a:lnTo>
                    <a:pt x="0" y="57"/>
                  </a:lnTo>
                  <a:lnTo>
                    <a:pt x="0" y="57"/>
                  </a:lnTo>
                  <a:lnTo>
                    <a:pt x="0" y="45"/>
                  </a:lnTo>
                  <a:lnTo>
                    <a:pt x="2" y="34"/>
                  </a:lnTo>
                  <a:lnTo>
                    <a:pt x="4" y="24"/>
                  </a:lnTo>
                  <a:lnTo>
                    <a:pt x="6" y="15"/>
                  </a:lnTo>
                  <a:lnTo>
                    <a:pt x="7" y="10"/>
                  </a:lnTo>
                  <a:lnTo>
                    <a:pt x="11" y="5"/>
                  </a:lnTo>
                  <a:lnTo>
                    <a:pt x="15" y="5"/>
                  </a:lnTo>
                  <a:lnTo>
                    <a:pt x="15" y="0"/>
                  </a:lnTo>
                  <a:close/>
                </a:path>
              </a:pathLst>
            </a:custGeom>
            <a:solidFill>
              <a:srgbClr val="DFDFDF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854" name="Google Shape;854;p2"/>
            <p:cNvSpPr/>
            <p:nvPr/>
          </p:nvSpPr>
          <p:spPr>
            <a:xfrm>
              <a:off x="4107" y="3390"/>
              <a:ext cx="12" cy="31"/>
            </a:xfrm>
            <a:custGeom>
              <a:avLst/>
              <a:gdLst/>
              <a:ahLst/>
              <a:cxnLst/>
              <a:rect l="l" t="t" r="r" b="b"/>
              <a:pathLst>
                <a:path w="15" h="52" extrusionOk="0">
                  <a:moveTo>
                    <a:pt x="15" y="0"/>
                  </a:moveTo>
                  <a:lnTo>
                    <a:pt x="11" y="0"/>
                  </a:lnTo>
                  <a:lnTo>
                    <a:pt x="7" y="5"/>
                  </a:lnTo>
                  <a:lnTo>
                    <a:pt x="6" y="10"/>
                  </a:lnTo>
                  <a:lnTo>
                    <a:pt x="4" y="19"/>
                  </a:lnTo>
                  <a:lnTo>
                    <a:pt x="2" y="29"/>
                  </a:lnTo>
                  <a:lnTo>
                    <a:pt x="0" y="40"/>
                  </a:lnTo>
                  <a:lnTo>
                    <a:pt x="0" y="52"/>
                  </a:lnTo>
                  <a:lnTo>
                    <a:pt x="2" y="52"/>
                  </a:lnTo>
                  <a:lnTo>
                    <a:pt x="2" y="40"/>
                  </a:lnTo>
                  <a:lnTo>
                    <a:pt x="4" y="27"/>
                  </a:lnTo>
                  <a:lnTo>
                    <a:pt x="6" y="19"/>
                  </a:lnTo>
                  <a:lnTo>
                    <a:pt x="7" y="10"/>
                  </a:lnTo>
                  <a:lnTo>
                    <a:pt x="11" y="7"/>
                  </a:lnTo>
                  <a:lnTo>
                    <a:pt x="15" y="5"/>
                  </a:lnTo>
                  <a:lnTo>
                    <a:pt x="15" y="0"/>
                  </a:lnTo>
                  <a:close/>
                </a:path>
              </a:pathLst>
            </a:custGeom>
            <a:solidFill>
              <a:srgbClr val="E1E1E1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855" name="Google Shape;855;p2"/>
            <p:cNvSpPr/>
            <p:nvPr/>
          </p:nvSpPr>
          <p:spPr>
            <a:xfrm>
              <a:off x="4107" y="3393"/>
              <a:ext cx="12" cy="28"/>
            </a:xfrm>
            <a:custGeom>
              <a:avLst/>
              <a:gdLst/>
              <a:ahLst/>
              <a:cxnLst/>
              <a:rect l="l" t="t" r="r" b="b"/>
              <a:pathLst>
                <a:path w="13" h="47" extrusionOk="0">
                  <a:moveTo>
                    <a:pt x="13" y="0"/>
                  </a:moveTo>
                  <a:lnTo>
                    <a:pt x="9" y="2"/>
                  </a:lnTo>
                  <a:lnTo>
                    <a:pt x="5" y="5"/>
                  </a:lnTo>
                  <a:lnTo>
                    <a:pt x="4" y="14"/>
                  </a:lnTo>
                  <a:lnTo>
                    <a:pt x="2" y="22"/>
                  </a:lnTo>
                  <a:lnTo>
                    <a:pt x="0" y="35"/>
                  </a:lnTo>
                  <a:lnTo>
                    <a:pt x="0" y="47"/>
                  </a:lnTo>
                  <a:lnTo>
                    <a:pt x="2" y="47"/>
                  </a:lnTo>
                  <a:lnTo>
                    <a:pt x="2" y="35"/>
                  </a:lnTo>
                  <a:lnTo>
                    <a:pt x="4" y="26"/>
                  </a:lnTo>
                  <a:lnTo>
                    <a:pt x="5" y="17"/>
                  </a:lnTo>
                  <a:lnTo>
                    <a:pt x="7" y="10"/>
                  </a:lnTo>
                  <a:lnTo>
                    <a:pt x="9" y="7"/>
                  </a:lnTo>
                  <a:lnTo>
                    <a:pt x="13" y="5"/>
                  </a:lnTo>
                  <a:lnTo>
                    <a:pt x="13" y="0"/>
                  </a:lnTo>
                  <a:close/>
                </a:path>
              </a:pathLst>
            </a:custGeom>
            <a:solidFill>
              <a:srgbClr val="E2E2E2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856" name="Google Shape;856;p2"/>
            <p:cNvSpPr/>
            <p:nvPr/>
          </p:nvSpPr>
          <p:spPr>
            <a:xfrm>
              <a:off x="4109" y="3396"/>
              <a:ext cx="10" cy="25"/>
            </a:xfrm>
            <a:custGeom>
              <a:avLst/>
              <a:gdLst/>
              <a:ahLst/>
              <a:cxnLst/>
              <a:rect l="l" t="t" r="r" b="b"/>
              <a:pathLst>
                <a:path w="11" h="42" extrusionOk="0">
                  <a:moveTo>
                    <a:pt x="11" y="0"/>
                  </a:moveTo>
                  <a:lnTo>
                    <a:pt x="7" y="2"/>
                  </a:lnTo>
                  <a:lnTo>
                    <a:pt x="5" y="5"/>
                  </a:lnTo>
                  <a:lnTo>
                    <a:pt x="3" y="12"/>
                  </a:lnTo>
                  <a:lnTo>
                    <a:pt x="2" y="21"/>
                  </a:lnTo>
                  <a:lnTo>
                    <a:pt x="0" y="30"/>
                  </a:lnTo>
                  <a:lnTo>
                    <a:pt x="0" y="42"/>
                  </a:lnTo>
                  <a:lnTo>
                    <a:pt x="0" y="42"/>
                  </a:lnTo>
                  <a:lnTo>
                    <a:pt x="2" y="31"/>
                  </a:lnTo>
                  <a:lnTo>
                    <a:pt x="2" y="23"/>
                  </a:lnTo>
                  <a:lnTo>
                    <a:pt x="3" y="16"/>
                  </a:lnTo>
                  <a:lnTo>
                    <a:pt x="5" y="11"/>
                  </a:lnTo>
                  <a:lnTo>
                    <a:pt x="7" y="5"/>
                  </a:lnTo>
                  <a:lnTo>
                    <a:pt x="11" y="5"/>
                  </a:lnTo>
                  <a:lnTo>
                    <a:pt x="11" y="0"/>
                  </a:lnTo>
                  <a:close/>
                </a:path>
              </a:pathLst>
            </a:custGeom>
            <a:solidFill>
              <a:srgbClr val="E3E3E3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857" name="Google Shape;857;p2"/>
            <p:cNvSpPr/>
            <p:nvPr/>
          </p:nvSpPr>
          <p:spPr>
            <a:xfrm>
              <a:off x="4109" y="3400"/>
              <a:ext cx="10" cy="21"/>
            </a:xfrm>
            <a:custGeom>
              <a:avLst/>
              <a:gdLst/>
              <a:ahLst/>
              <a:cxnLst/>
              <a:rect l="l" t="t" r="r" b="b"/>
              <a:pathLst>
                <a:path w="11" h="37" extrusionOk="0">
                  <a:moveTo>
                    <a:pt x="11" y="0"/>
                  </a:moveTo>
                  <a:lnTo>
                    <a:pt x="7" y="0"/>
                  </a:lnTo>
                  <a:lnTo>
                    <a:pt x="5" y="6"/>
                  </a:lnTo>
                  <a:lnTo>
                    <a:pt x="3" y="11"/>
                  </a:lnTo>
                  <a:lnTo>
                    <a:pt x="2" y="18"/>
                  </a:lnTo>
                  <a:lnTo>
                    <a:pt x="2" y="26"/>
                  </a:lnTo>
                  <a:lnTo>
                    <a:pt x="0" y="37"/>
                  </a:lnTo>
                  <a:lnTo>
                    <a:pt x="2" y="37"/>
                  </a:lnTo>
                  <a:lnTo>
                    <a:pt x="2" y="26"/>
                  </a:lnTo>
                  <a:lnTo>
                    <a:pt x="3" y="18"/>
                  </a:lnTo>
                  <a:lnTo>
                    <a:pt x="5" y="11"/>
                  </a:lnTo>
                  <a:lnTo>
                    <a:pt x="7" y="7"/>
                  </a:lnTo>
                  <a:lnTo>
                    <a:pt x="11" y="6"/>
                  </a:lnTo>
                  <a:lnTo>
                    <a:pt x="11" y="0"/>
                  </a:lnTo>
                  <a:close/>
                </a:path>
              </a:pathLst>
            </a:custGeom>
            <a:solidFill>
              <a:srgbClr val="E4E4E4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858" name="Google Shape;858;p2"/>
            <p:cNvSpPr/>
            <p:nvPr/>
          </p:nvSpPr>
          <p:spPr>
            <a:xfrm>
              <a:off x="4110" y="3402"/>
              <a:ext cx="9" cy="19"/>
            </a:xfrm>
            <a:custGeom>
              <a:avLst/>
              <a:gdLst/>
              <a:ahLst/>
              <a:cxnLst/>
              <a:rect l="l" t="t" r="r" b="b"/>
              <a:pathLst>
                <a:path w="9" h="31" extrusionOk="0">
                  <a:moveTo>
                    <a:pt x="9" y="0"/>
                  </a:moveTo>
                  <a:lnTo>
                    <a:pt x="5" y="1"/>
                  </a:lnTo>
                  <a:lnTo>
                    <a:pt x="3" y="5"/>
                  </a:lnTo>
                  <a:lnTo>
                    <a:pt x="1" y="12"/>
                  </a:lnTo>
                  <a:lnTo>
                    <a:pt x="0" y="20"/>
                  </a:lnTo>
                  <a:lnTo>
                    <a:pt x="0" y="31"/>
                  </a:lnTo>
                  <a:lnTo>
                    <a:pt x="1" y="31"/>
                  </a:lnTo>
                  <a:lnTo>
                    <a:pt x="1" y="22"/>
                  </a:lnTo>
                  <a:lnTo>
                    <a:pt x="3" y="15"/>
                  </a:lnTo>
                  <a:lnTo>
                    <a:pt x="5" y="10"/>
                  </a:lnTo>
                  <a:lnTo>
                    <a:pt x="7" y="5"/>
                  </a:lnTo>
                  <a:lnTo>
                    <a:pt x="9" y="5"/>
                  </a:lnTo>
                  <a:lnTo>
                    <a:pt x="9" y="0"/>
                  </a:lnTo>
                  <a:close/>
                </a:path>
              </a:pathLst>
            </a:custGeom>
            <a:solidFill>
              <a:srgbClr val="E5E5E5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859" name="Google Shape;859;p2"/>
            <p:cNvSpPr/>
            <p:nvPr/>
          </p:nvSpPr>
          <p:spPr>
            <a:xfrm>
              <a:off x="4112" y="3406"/>
              <a:ext cx="7" cy="15"/>
            </a:xfrm>
            <a:custGeom>
              <a:avLst/>
              <a:gdLst/>
              <a:ahLst/>
              <a:cxnLst/>
              <a:rect l="l" t="t" r="r" b="b"/>
              <a:pathLst>
                <a:path w="8" h="26" extrusionOk="0">
                  <a:moveTo>
                    <a:pt x="8" y="0"/>
                  </a:moveTo>
                  <a:lnTo>
                    <a:pt x="6" y="0"/>
                  </a:lnTo>
                  <a:lnTo>
                    <a:pt x="4" y="5"/>
                  </a:lnTo>
                  <a:lnTo>
                    <a:pt x="2" y="10"/>
                  </a:lnTo>
                  <a:lnTo>
                    <a:pt x="0" y="17"/>
                  </a:lnTo>
                  <a:lnTo>
                    <a:pt x="0" y="26"/>
                  </a:lnTo>
                  <a:lnTo>
                    <a:pt x="2" y="26"/>
                  </a:lnTo>
                  <a:lnTo>
                    <a:pt x="2" y="17"/>
                  </a:lnTo>
                  <a:lnTo>
                    <a:pt x="4" y="10"/>
                  </a:lnTo>
                  <a:lnTo>
                    <a:pt x="6" y="7"/>
                  </a:lnTo>
                  <a:lnTo>
                    <a:pt x="8" y="5"/>
                  </a:lnTo>
                  <a:lnTo>
                    <a:pt x="8" y="0"/>
                  </a:lnTo>
                  <a:close/>
                </a:path>
              </a:pathLst>
            </a:custGeom>
            <a:solidFill>
              <a:srgbClr val="E6E6E6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860" name="Google Shape;860;p2"/>
            <p:cNvSpPr/>
            <p:nvPr/>
          </p:nvSpPr>
          <p:spPr>
            <a:xfrm>
              <a:off x="4114" y="3408"/>
              <a:ext cx="5" cy="13"/>
            </a:xfrm>
            <a:custGeom>
              <a:avLst/>
              <a:gdLst/>
              <a:ahLst/>
              <a:cxnLst/>
              <a:rect l="l" t="t" r="r" b="b"/>
              <a:pathLst>
                <a:path w="6" h="21" extrusionOk="0">
                  <a:moveTo>
                    <a:pt x="6" y="0"/>
                  </a:moveTo>
                  <a:lnTo>
                    <a:pt x="4" y="2"/>
                  </a:lnTo>
                  <a:lnTo>
                    <a:pt x="2" y="5"/>
                  </a:lnTo>
                  <a:lnTo>
                    <a:pt x="0" y="12"/>
                  </a:lnTo>
                  <a:lnTo>
                    <a:pt x="0" y="21"/>
                  </a:lnTo>
                  <a:lnTo>
                    <a:pt x="0" y="21"/>
                  </a:lnTo>
                  <a:lnTo>
                    <a:pt x="2" y="14"/>
                  </a:lnTo>
                  <a:lnTo>
                    <a:pt x="2" y="9"/>
                  </a:lnTo>
                  <a:lnTo>
                    <a:pt x="4" y="5"/>
                  </a:lnTo>
                  <a:lnTo>
                    <a:pt x="6" y="5"/>
                  </a:lnTo>
                  <a:lnTo>
                    <a:pt x="6" y="0"/>
                  </a:lnTo>
                  <a:close/>
                </a:path>
              </a:pathLst>
            </a:custGeom>
            <a:solidFill>
              <a:srgbClr val="E6E6E6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861" name="Google Shape;861;p2"/>
            <p:cNvSpPr/>
            <p:nvPr/>
          </p:nvSpPr>
          <p:spPr>
            <a:xfrm>
              <a:off x="4114" y="3412"/>
              <a:ext cx="5" cy="9"/>
            </a:xfrm>
            <a:custGeom>
              <a:avLst/>
              <a:gdLst/>
              <a:ahLst/>
              <a:cxnLst/>
              <a:rect l="l" t="t" r="r" b="b"/>
              <a:pathLst>
                <a:path w="6" h="16" extrusionOk="0">
                  <a:moveTo>
                    <a:pt x="6" y="0"/>
                  </a:moveTo>
                  <a:lnTo>
                    <a:pt x="4" y="0"/>
                  </a:lnTo>
                  <a:lnTo>
                    <a:pt x="2" y="4"/>
                  </a:lnTo>
                  <a:lnTo>
                    <a:pt x="2" y="9"/>
                  </a:lnTo>
                  <a:lnTo>
                    <a:pt x="0" y="16"/>
                  </a:lnTo>
                  <a:lnTo>
                    <a:pt x="2" y="16"/>
                  </a:lnTo>
                  <a:lnTo>
                    <a:pt x="2" y="11"/>
                  </a:lnTo>
                  <a:lnTo>
                    <a:pt x="4" y="5"/>
                  </a:lnTo>
                  <a:lnTo>
                    <a:pt x="6" y="5"/>
                  </a:lnTo>
                  <a:lnTo>
                    <a:pt x="6" y="0"/>
                  </a:lnTo>
                  <a:close/>
                </a:path>
              </a:pathLst>
            </a:custGeom>
            <a:solidFill>
              <a:srgbClr val="E6E6E6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862" name="Google Shape;862;p2"/>
            <p:cNvSpPr/>
            <p:nvPr/>
          </p:nvSpPr>
          <p:spPr>
            <a:xfrm>
              <a:off x="4116" y="3416"/>
              <a:ext cx="3" cy="5"/>
            </a:xfrm>
            <a:custGeom>
              <a:avLst/>
              <a:gdLst/>
              <a:ahLst/>
              <a:cxnLst/>
              <a:rect l="l" t="t" r="r" b="b"/>
              <a:pathLst>
                <a:path w="4" h="11" extrusionOk="0">
                  <a:moveTo>
                    <a:pt x="4" y="0"/>
                  </a:moveTo>
                  <a:lnTo>
                    <a:pt x="2" y="0"/>
                  </a:lnTo>
                  <a:lnTo>
                    <a:pt x="0" y="6"/>
                  </a:lnTo>
                  <a:lnTo>
                    <a:pt x="0" y="11"/>
                  </a:lnTo>
                  <a:lnTo>
                    <a:pt x="2" y="11"/>
                  </a:lnTo>
                  <a:lnTo>
                    <a:pt x="2" y="7"/>
                  </a:lnTo>
                  <a:lnTo>
                    <a:pt x="4" y="6"/>
                  </a:lnTo>
                  <a:lnTo>
                    <a:pt x="4" y="0"/>
                  </a:lnTo>
                  <a:close/>
                </a:path>
              </a:pathLst>
            </a:custGeom>
            <a:solidFill>
              <a:srgbClr val="E6E6E6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863" name="Google Shape;863;p2"/>
            <p:cNvSpPr/>
            <p:nvPr/>
          </p:nvSpPr>
          <p:spPr>
            <a:xfrm>
              <a:off x="4117" y="3418"/>
              <a:ext cx="2" cy="3"/>
            </a:xfrm>
            <a:custGeom>
              <a:avLst/>
              <a:gdLst/>
              <a:ahLst/>
              <a:cxnLst/>
              <a:rect l="l" t="t" r="r" b="b"/>
              <a:pathLst>
                <a:path w="2" h="5" extrusionOk="0">
                  <a:moveTo>
                    <a:pt x="2" y="0"/>
                  </a:moveTo>
                  <a:lnTo>
                    <a:pt x="0" y="1"/>
                  </a:lnTo>
                  <a:lnTo>
                    <a:pt x="0" y="5"/>
                  </a:lnTo>
                  <a:lnTo>
                    <a:pt x="2" y="5"/>
                  </a:lnTo>
                  <a:lnTo>
                    <a:pt x="2" y="5"/>
                  </a:lnTo>
                  <a:lnTo>
                    <a:pt x="2" y="0"/>
                  </a:lnTo>
                  <a:close/>
                </a:path>
              </a:pathLst>
            </a:custGeom>
            <a:solidFill>
              <a:srgbClr val="E6E6E6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864" name="Google Shape;864;p2"/>
            <p:cNvSpPr/>
            <p:nvPr/>
          </p:nvSpPr>
          <p:spPr>
            <a:xfrm>
              <a:off x="4070" y="3294"/>
              <a:ext cx="49" cy="127"/>
            </a:xfrm>
            <a:custGeom>
              <a:avLst/>
              <a:gdLst/>
              <a:ahLst/>
              <a:cxnLst/>
              <a:rect l="l" t="t" r="r" b="b"/>
              <a:pathLst>
                <a:path w="56" h="214" extrusionOk="0">
                  <a:moveTo>
                    <a:pt x="27" y="214"/>
                  </a:moveTo>
                  <a:lnTo>
                    <a:pt x="34" y="210"/>
                  </a:lnTo>
                  <a:lnTo>
                    <a:pt x="41" y="202"/>
                  </a:lnTo>
                  <a:lnTo>
                    <a:pt x="47" y="186"/>
                  </a:lnTo>
                  <a:lnTo>
                    <a:pt x="50" y="167"/>
                  </a:lnTo>
                  <a:lnTo>
                    <a:pt x="54" y="144"/>
                  </a:lnTo>
                  <a:lnTo>
                    <a:pt x="56" y="120"/>
                  </a:lnTo>
                  <a:lnTo>
                    <a:pt x="56" y="94"/>
                  </a:lnTo>
                  <a:lnTo>
                    <a:pt x="54" y="70"/>
                  </a:lnTo>
                  <a:lnTo>
                    <a:pt x="50" y="45"/>
                  </a:lnTo>
                  <a:lnTo>
                    <a:pt x="47" y="26"/>
                  </a:lnTo>
                  <a:lnTo>
                    <a:pt x="41" y="13"/>
                  </a:lnTo>
                  <a:lnTo>
                    <a:pt x="34" y="4"/>
                  </a:lnTo>
                  <a:lnTo>
                    <a:pt x="27" y="0"/>
                  </a:lnTo>
                  <a:lnTo>
                    <a:pt x="21" y="4"/>
                  </a:lnTo>
                  <a:lnTo>
                    <a:pt x="14" y="13"/>
                  </a:lnTo>
                  <a:lnTo>
                    <a:pt x="9" y="26"/>
                  </a:lnTo>
                  <a:lnTo>
                    <a:pt x="5" y="45"/>
                  </a:lnTo>
                  <a:lnTo>
                    <a:pt x="1" y="70"/>
                  </a:lnTo>
                  <a:lnTo>
                    <a:pt x="0" y="94"/>
                  </a:lnTo>
                  <a:lnTo>
                    <a:pt x="0" y="120"/>
                  </a:lnTo>
                  <a:lnTo>
                    <a:pt x="1" y="144"/>
                  </a:lnTo>
                  <a:lnTo>
                    <a:pt x="5" y="167"/>
                  </a:lnTo>
                  <a:lnTo>
                    <a:pt x="9" y="186"/>
                  </a:lnTo>
                  <a:lnTo>
                    <a:pt x="14" y="202"/>
                  </a:lnTo>
                  <a:lnTo>
                    <a:pt x="21" y="210"/>
                  </a:lnTo>
                  <a:lnTo>
                    <a:pt x="27" y="214"/>
                  </a:lnTo>
                  <a:close/>
                </a:path>
              </a:pathLst>
            </a:custGeom>
            <a:solidFill>
              <a:srgbClr val="000000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865" name="Google Shape;865;p2"/>
            <p:cNvSpPr/>
            <p:nvPr/>
          </p:nvSpPr>
          <p:spPr>
            <a:xfrm>
              <a:off x="4070" y="3294"/>
              <a:ext cx="49" cy="127"/>
            </a:xfrm>
            <a:custGeom>
              <a:avLst/>
              <a:gdLst/>
              <a:ahLst/>
              <a:cxnLst/>
              <a:rect l="l" t="t" r="r" b="b"/>
              <a:pathLst>
                <a:path w="56" h="214" extrusionOk="0">
                  <a:moveTo>
                    <a:pt x="56" y="0"/>
                  </a:moveTo>
                  <a:lnTo>
                    <a:pt x="48" y="2"/>
                  </a:lnTo>
                  <a:lnTo>
                    <a:pt x="41" y="7"/>
                  </a:lnTo>
                  <a:lnTo>
                    <a:pt x="36" y="14"/>
                  </a:lnTo>
                  <a:lnTo>
                    <a:pt x="28" y="25"/>
                  </a:lnTo>
                  <a:lnTo>
                    <a:pt x="23" y="39"/>
                  </a:lnTo>
                  <a:lnTo>
                    <a:pt x="18" y="54"/>
                  </a:lnTo>
                  <a:lnTo>
                    <a:pt x="14" y="72"/>
                  </a:lnTo>
                  <a:lnTo>
                    <a:pt x="9" y="92"/>
                  </a:lnTo>
                  <a:lnTo>
                    <a:pt x="7" y="115"/>
                  </a:lnTo>
                  <a:lnTo>
                    <a:pt x="3" y="137"/>
                  </a:lnTo>
                  <a:lnTo>
                    <a:pt x="1" y="162"/>
                  </a:lnTo>
                  <a:lnTo>
                    <a:pt x="0" y="188"/>
                  </a:lnTo>
                  <a:lnTo>
                    <a:pt x="0" y="214"/>
                  </a:lnTo>
                  <a:lnTo>
                    <a:pt x="0" y="0"/>
                  </a:lnTo>
                  <a:lnTo>
                    <a:pt x="56" y="0"/>
                  </a:lnTo>
                  <a:close/>
                </a:path>
              </a:pathLst>
            </a:custGeom>
            <a:solidFill>
              <a:srgbClr val="9A9A9A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866" name="Google Shape;866;p2"/>
            <p:cNvSpPr/>
            <p:nvPr/>
          </p:nvSpPr>
          <p:spPr>
            <a:xfrm>
              <a:off x="4070" y="3294"/>
              <a:ext cx="49" cy="127"/>
            </a:xfrm>
            <a:custGeom>
              <a:avLst/>
              <a:gdLst/>
              <a:ahLst/>
              <a:cxnLst/>
              <a:rect l="l" t="t" r="r" b="b"/>
              <a:pathLst>
                <a:path w="56" h="214" extrusionOk="0">
                  <a:moveTo>
                    <a:pt x="56" y="0"/>
                  </a:moveTo>
                  <a:lnTo>
                    <a:pt x="48" y="2"/>
                  </a:lnTo>
                  <a:lnTo>
                    <a:pt x="41" y="7"/>
                  </a:lnTo>
                  <a:lnTo>
                    <a:pt x="36" y="14"/>
                  </a:lnTo>
                  <a:lnTo>
                    <a:pt x="28" y="25"/>
                  </a:lnTo>
                  <a:lnTo>
                    <a:pt x="23" y="39"/>
                  </a:lnTo>
                  <a:lnTo>
                    <a:pt x="18" y="54"/>
                  </a:lnTo>
                  <a:lnTo>
                    <a:pt x="14" y="72"/>
                  </a:lnTo>
                  <a:lnTo>
                    <a:pt x="9" y="92"/>
                  </a:lnTo>
                  <a:lnTo>
                    <a:pt x="7" y="115"/>
                  </a:lnTo>
                  <a:lnTo>
                    <a:pt x="3" y="137"/>
                  </a:lnTo>
                  <a:lnTo>
                    <a:pt x="1" y="162"/>
                  </a:lnTo>
                  <a:lnTo>
                    <a:pt x="0" y="188"/>
                  </a:lnTo>
                  <a:lnTo>
                    <a:pt x="0" y="214"/>
                  </a:lnTo>
                  <a:lnTo>
                    <a:pt x="1" y="214"/>
                  </a:lnTo>
                  <a:lnTo>
                    <a:pt x="1" y="188"/>
                  </a:lnTo>
                  <a:lnTo>
                    <a:pt x="3" y="163"/>
                  </a:lnTo>
                  <a:lnTo>
                    <a:pt x="5" y="139"/>
                  </a:lnTo>
                  <a:lnTo>
                    <a:pt x="7" y="117"/>
                  </a:lnTo>
                  <a:lnTo>
                    <a:pt x="10" y="96"/>
                  </a:lnTo>
                  <a:lnTo>
                    <a:pt x="14" y="75"/>
                  </a:lnTo>
                  <a:lnTo>
                    <a:pt x="19" y="58"/>
                  </a:lnTo>
                  <a:lnTo>
                    <a:pt x="25" y="42"/>
                  </a:lnTo>
                  <a:lnTo>
                    <a:pt x="30" y="30"/>
                  </a:lnTo>
                  <a:lnTo>
                    <a:pt x="36" y="19"/>
                  </a:lnTo>
                  <a:lnTo>
                    <a:pt x="43" y="11"/>
                  </a:lnTo>
                  <a:lnTo>
                    <a:pt x="48" y="7"/>
                  </a:lnTo>
                  <a:lnTo>
                    <a:pt x="56" y="6"/>
                  </a:lnTo>
                  <a:lnTo>
                    <a:pt x="56" y="0"/>
                  </a:lnTo>
                  <a:close/>
                </a:path>
              </a:pathLst>
            </a:custGeom>
            <a:solidFill>
              <a:srgbClr val="9A9A9A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867" name="Google Shape;867;p2"/>
            <p:cNvSpPr/>
            <p:nvPr/>
          </p:nvSpPr>
          <p:spPr>
            <a:xfrm>
              <a:off x="4072" y="3298"/>
              <a:ext cx="47" cy="123"/>
            </a:xfrm>
            <a:custGeom>
              <a:avLst/>
              <a:gdLst/>
              <a:ahLst/>
              <a:cxnLst/>
              <a:rect l="l" t="t" r="r" b="b"/>
              <a:pathLst>
                <a:path w="55" h="208" extrusionOk="0">
                  <a:moveTo>
                    <a:pt x="55" y="0"/>
                  </a:moveTo>
                  <a:lnTo>
                    <a:pt x="47" y="1"/>
                  </a:lnTo>
                  <a:lnTo>
                    <a:pt x="42" y="5"/>
                  </a:lnTo>
                  <a:lnTo>
                    <a:pt x="35" y="13"/>
                  </a:lnTo>
                  <a:lnTo>
                    <a:pt x="29" y="24"/>
                  </a:lnTo>
                  <a:lnTo>
                    <a:pt x="24" y="36"/>
                  </a:lnTo>
                  <a:lnTo>
                    <a:pt x="18" y="52"/>
                  </a:lnTo>
                  <a:lnTo>
                    <a:pt x="13" y="69"/>
                  </a:lnTo>
                  <a:lnTo>
                    <a:pt x="9" y="90"/>
                  </a:lnTo>
                  <a:lnTo>
                    <a:pt x="6" y="111"/>
                  </a:lnTo>
                  <a:lnTo>
                    <a:pt x="4" y="133"/>
                  </a:lnTo>
                  <a:lnTo>
                    <a:pt x="2" y="157"/>
                  </a:lnTo>
                  <a:lnTo>
                    <a:pt x="0" y="182"/>
                  </a:lnTo>
                  <a:lnTo>
                    <a:pt x="0" y="208"/>
                  </a:lnTo>
                  <a:lnTo>
                    <a:pt x="2" y="208"/>
                  </a:lnTo>
                  <a:lnTo>
                    <a:pt x="2" y="180"/>
                  </a:lnTo>
                  <a:lnTo>
                    <a:pt x="4" y="154"/>
                  </a:lnTo>
                  <a:lnTo>
                    <a:pt x="6" y="130"/>
                  </a:lnTo>
                  <a:lnTo>
                    <a:pt x="8" y="105"/>
                  </a:lnTo>
                  <a:lnTo>
                    <a:pt x="13" y="85"/>
                  </a:lnTo>
                  <a:lnTo>
                    <a:pt x="17" y="64"/>
                  </a:lnTo>
                  <a:lnTo>
                    <a:pt x="22" y="46"/>
                  </a:lnTo>
                  <a:lnTo>
                    <a:pt x="27" y="33"/>
                  </a:lnTo>
                  <a:lnTo>
                    <a:pt x="35" y="20"/>
                  </a:lnTo>
                  <a:lnTo>
                    <a:pt x="40" y="12"/>
                  </a:lnTo>
                  <a:lnTo>
                    <a:pt x="47" y="7"/>
                  </a:lnTo>
                  <a:lnTo>
                    <a:pt x="55" y="5"/>
                  </a:lnTo>
                  <a:lnTo>
                    <a:pt x="55" y="0"/>
                  </a:lnTo>
                  <a:close/>
                </a:path>
              </a:pathLst>
            </a:custGeom>
            <a:solidFill>
              <a:srgbClr val="9B9B9B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868" name="Google Shape;868;p2"/>
            <p:cNvSpPr/>
            <p:nvPr/>
          </p:nvSpPr>
          <p:spPr>
            <a:xfrm>
              <a:off x="4074" y="3300"/>
              <a:ext cx="45" cy="121"/>
            </a:xfrm>
            <a:custGeom>
              <a:avLst/>
              <a:gdLst/>
              <a:ahLst/>
              <a:cxnLst/>
              <a:rect l="l" t="t" r="r" b="b"/>
              <a:pathLst>
                <a:path w="53" h="203" extrusionOk="0">
                  <a:moveTo>
                    <a:pt x="53" y="0"/>
                  </a:moveTo>
                  <a:lnTo>
                    <a:pt x="45" y="2"/>
                  </a:lnTo>
                  <a:lnTo>
                    <a:pt x="38" y="7"/>
                  </a:lnTo>
                  <a:lnTo>
                    <a:pt x="33" y="15"/>
                  </a:lnTo>
                  <a:lnTo>
                    <a:pt x="25" y="28"/>
                  </a:lnTo>
                  <a:lnTo>
                    <a:pt x="20" y="41"/>
                  </a:lnTo>
                  <a:lnTo>
                    <a:pt x="15" y="59"/>
                  </a:lnTo>
                  <a:lnTo>
                    <a:pt x="11" y="80"/>
                  </a:lnTo>
                  <a:lnTo>
                    <a:pt x="6" y="100"/>
                  </a:lnTo>
                  <a:lnTo>
                    <a:pt x="4" y="125"/>
                  </a:lnTo>
                  <a:lnTo>
                    <a:pt x="2" y="149"/>
                  </a:lnTo>
                  <a:lnTo>
                    <a:pt x="0" y="175"/>
                  </a:lnTo>
                  <a:lnTo>
                    <a:pt x="0" y="203"/>
                  </a:lnTo>
                  <a:lnTo>
                    <a:pt x="0" y="203"/>
                  </a:lnTo>
                  <a:lnTo>
                    <a:pt x="2" y="177"/>
                  </a:lnTo>
                  <a:lnTo>
                    <a:pt x="2" y="151"/>
                  </a:lnTo>
                  <a:lnTo>
                    <a:pt x="4" y="126"/>
                  </a:lnTo>
                  <a:lnTo>
                    <a:pt x="7" y="104"/>
                  </a:lnTo>
                  <a:lnTo>
                    <a:pt x="11" y="81"/>
                  </a:lnTo>
                  <a:lnTo>
                    <a:pt x="16" y="62"/>
                  </a:lnTo>
                  <a:lnTo>
                    <a:pt x="20" y="45"/>
                  </a:lnTo>
                  <a:lnTo>
                    <a:pt x="27" y="31"/>
                  </a:lnTo>
                  <a:lnTo>
                    <a:pt x="33" y="21"/>
                  </a:lnTo>
                  <a:lnTo>
                    <a:pt x="38" y="12"/>
                  </a:lnTo>
                  <a:lnTo>
                    <a:pt x="45" y="7"/>
                  </a:lnTo>
                  <a:lnTo>
                    <a:pt x="53" y="5"/>
                  </a:lnTo>
                  <a:lnTo>
                    <a:pt x="53" y="0"/>
                  </a:lnTo>
                  <a:close/>
                </a:path>
              </a:pathLst>
            </a:custGeom>
            <a:solidFill>
              <a:srgbClr val="9D9D9D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869" name="Google Shape;869;p2"/>
            <p:cNvSpPr/>
            <p:nvPr/>
          </p:nvSpPr>
          <p:spPr>
            <a:xfrm>
              <a:off x="4074" y="3304"/>
              <a:ext cx="45" cy="117"/>
            </a:xfrm>
            <a:custGeom>
              <a:avLst/>
              <a:gdLst/>
              <a:ahLst/>
              <a:cxnLst/>
              <a:rect l="l" t="t" r="r" b="b"/>
              <a:pathLst>
                <a:path w="53" h="198" extrusionOk="0">
                  <a:moveTo>
                    <a:pt x="53" y="0"/>
                  </a:moveTo>
                  <a:lnTo>
                    <a:pt x="45" y="2"/>
                  </a:lnTo>
                  <a:lnTo>
                    <a:pt x="38" y="7"/>
                  </a:lnTo>
                  <a:lnTo>
                    <a:pt x="33" y="16"/>
                  </a:lnTo>
                  <a:lnTo>
                    <a:pt x="27" y="26"/>
                  </a:lnTo>
                  <a:lnTo>
                    <a:pt x="20" y="40"/>
                  </a:lnTo>
                  <a:lnTo>
                    <a:pt x="16" y="57"/>
                  </a:lnTo>
                  <a:lnTo>
                    <a:pt x="11" y="76"/>
                  </a:lnTo>
                  <a:lnTo>
                    <a:pt x="7" y="99"/>
                  </a:lnTo>
                  <a:lnTo>
                    <a:pt x="4" y="121"/>
                  </a:lnTo>
                  <a:lnTo>
                    <a:pt x="2" y="146"/>
                  </a:lnTo>
                  <a:lnTo>
                    <a:pt x="2" y="172"/>
                  </a:lnTo>
                  <a:lnTo>
                    <a:pt x="0" y="198"/>
                  </a:lnTo>
                  <a:lnTo>
                    <a:pt x="2" y="198"/>
                  </a:lnTo>
                  <a:lnTo>
                    <a:pt x="2" y="172"/>
                  </a:lnTo>
                  <a:lnTo>
                    <a:pt x="4" y="147"/>
                  </a:lnTo>
                  <a:lnTo>
                    <a:pt x="6" y="123"/>
                  </a:lnTo>
                  <a:lnTo>
                    <a:pt x="9" y="101"/>
                  </a:lnTo>
                  <a:lnTo>
                    <a:pt x="13" y="80"/>
                  </a:lnTo>
                  <a:lnTo>
                    <a:pt x="16" y="61"/>
                  </a:lnTo>
                  <a:lnTo>
                    <a:pt x="22" y="45"/>
                  </a:lnTo>
                  <a:lnTo>
                    <a:pt x="27" y="31"/>
                  </a:lnTo>
                  <a:lnTo>
                    <a:pt x="33" y="19"/>
                  </a:lnTo>
                  <a:lnTo>
                    <a:pt x="40" y="12"/>
                  </a:lnTo>
                  <a:lnTo>
                    <a:pt x="45" y="7"/>
                  </a:lnTo>
                  <a:lnTo>
                    <a:pt x="53" y="5"/>
                  </a:lnTo>
                  <a:lnTo>
                    <a:pt x="53" y="0"/>
                  </a:lnTo>
                  <a:close/>
                </a:path>
              </a:pathLst>
            </a:custGeom>
            <a:solidFill>
              <a:srgbClr val="9F9F9F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870" name="Google Shape;870;p2"/>
            <p:cNvSpPr/>
            <p:nvPr/>
          </p:nvSpPr>
          <p:spPr>
            <a:xfrm>
              <a:off x="4074" y="3307"/>
              <a:ext cx="45" cy="114"/>
            </a:xfrm>
            <a:custGeom>
              <a:avLst/>
              <a:gdLst/>
              <a:ahLst/>
              <a:cxnLst/>
              <a:rect l="l" t="t" r="r" b="b"/>
              <a:pathLst>
                <a:path w="51" h="193" extrusionOk="0">
                  <a:moveTo>
                    <a:pt x="51" y="0"/>
                  </a:moveTo>
                  <a:lnTo>
                    <a:pt x="43" y="2"/>
                  </a:lnTo>
                  <a:lnTo>
                    <a:pt x="38" y="7"/>
                  </a:lnTo>
                  <a:lnTo>
                    <a:pt x="31" y="14"/>
                  </a:lnTo>
                  <a:lnTo>
                    <a:pt x="25" y="26"/>
                  </a:lnTo>
                  <a:lnTo>
                    <a:pt x="20" y="40"/>
                  </a:lnTo>
                  <a:lnTo>
                    <a:pt x="14" y="56"/>
                  </a:lnTo>
                  <a:lnTo>
                    <a:pt x="11" y="75"/>
                  </a:lnTo>
                  <a:lnTo>
                    <a:pt x="7" y="96"/>
                  </a:lnTo>
                  <a:lnTo>
                    <a:pt x="4" y="118"/>
                  </a:lnTo>
                  <a:lnTo>
                    <a:pt x="2" y="142"/>
                  </a:lnTo>
                  <a:lnTo>
                    <a:pt x="0" y="167"/>
                  </a:lnTo>
                  <a:lnTo>
                    <a:pt x="0" y="193"/>
                  </a:lnTo>
                  <a:lnTo>
                    <a:pt x="2" y="193"/>
                  </a:lnTo>
                  <a:lnTo>
                    <a:pt x="2" y="168"/>
                  </a:lnTo>
                  <a:lnTo>
                    <a:pt x="4" y="144"/>
                  </a:lnTo>
                  <a:lnTo>
                    <a:pt x="5" y="120"/>
                  </a:lnTo>
                  <a:lnTo>
                    <a:pt x="7" y="99"/>
                  </a:lnTo>
                  <a:lnTo>
                    <a:pt x="11" y="78"/>
                  </a:lnTo>
                  <a:lnTo>
                    <a:pt x="16" y="59"/>
                  </a:lnTo>
                  <a:lnTo>
                    <a:pt x="20" y="44"/>
                  </a:lnTo>
                  <a:lnTo>
                    <a:pt x="25" y="30"/>
                  </a:lnTo>
                  <a:lnTo>
                    <a:pt x="31" y="19"/>
                  </a:lnTo>
                  <a:lnTo>
                    <a:pt x="38" y="12"/>
                  </a:lnTo>
                  <a:lnTo>
                    <a:pt x="43" y="7"/>
                  </a:lnTo>
                  <a:lnTo>
                    <a:pt x="51" y="5"/>
                  </a:lnTo>
                  <a:lnTo>
                    <a:pt x="51" y="0"/>
                  </a:lnTo>
                  <a:close/>
                </a:path>
              </a:pathLst>
            </a:custGeom>
            <a:solidFill>
              <a:srgbClr val="A1A1A1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871" name="Google Shape;871;p2"/>
            <p:cNvSpPr/>
            <p:nvPr/>
          </p:nvSpPr>
          <p:spPr>
            <a:xfrm>
              <a:off x="4075" y="3309"/>
              <a:ext cx="44" cy="112"/>
            </a:xfrm>
            <a:custGeom>
              <a:avLst/>
              <a:gdLst/>
              <a:ahLst/>
              <a:cxnLst/>
              <a:rect l="l" t="t" r="r" b="b"/>
              <a:pathLst>
                <a:path w="49" h="188" extrusionOk="0">
                  <a:moveTo>
                    <a:pt x="49" y="0"/>
                  </a:moveTo>
                  <a:lnTo>
                    <a:pt x="41" y="2"/>
                  </a:lnTo>
                  <a:lnTo>
                    <a:pt x="36" y="7"/>
                  </a:lnTo>
                  <a:lnTo>
                    <a:pt x="29" y="14"/>
                  </a:lnTo>
                  <a:lnTo>
                    <a:pt x="23" y="25"/>
                  </a:lnTo>
                  <a:lnTo>
                    <a:pt x="18" y="39"/>
                  </a:lnTo>
                  <a:lnTo>
                    <a:pt x="14" y="54"/>
                  </a:lnTo>
                  <a:lnTo>
                    <a:pt x="9" y="73"/>
                  </a:lnTo>
                  <a:lnTo>
                    <a:pt x="5" y="94"/>
                  </a:lnTo>
                  <a:lnTo>
                    <a:pt x="3" y="115"/>
                  </a:lnTo>
                  <a:lnTo>
                    <a:pt x="2" y="139"/>
                  </a:lnTo>
                  <a:lnTo>
                    <a:pt x="0" y="163"/>
                  </a:lnTo>
                  <a:lnTo>
                    <a:pt x="0" y="188"/>
                  </a:lnTo>
                  <a:lnTo>
                    <a:pt x="2" y="188"/>
                  </a:lnTo>
                  <a:lnTo>
                    <a:pt x="2" y="163"/>
                  </a:lnTo>
                  <a:lnTo>
                    <a:pt x="2" y="141"/>
                  </a:lnTo>
                  <a:lnTo>
                    <a:pt x="5" y="118"/>
                  </a:lnTo>
                  <a:lnTo>
                    <a:pt x="7" y="96"/>
                  </a:lnTo>
                  <a:lnTo>
                    <a:pt x="11" y="77"/>
                  </a:lnTo>
                  <a:lnTo>
                    <a:pt x="14" y="59"/>
                  </a:lnTo>
                  <a:lnTo>
                    <a:pt x="20" y="44"/>
                  </a:lnTo>
                  <a:lnTo>
                    <a:pt x="25" y="30"/>
                  </a:lnTo>
                  <a:lnTo>
                    <a:pt x="30" y="19"/>
                  </a:lnTo>
                  <a:lnTo>
                    <a:pt x="36" y="11"/>
                  </a:lnTo>
                  <a:lnTo>
                    <a:pt x="41" y="7"/>
                  </a:lnTo>
                  <a:lnTo>
                    <a:pt x="49" y="6"/>
                  </a:lnTo>
                  <a:lnTo>
                    <a:pt x="49" y="0"/>
                  </a:lnTo>
                  <a:close/>
                </a:path>
              </a:pathLst>
            </a:custGeom>
            <a:solidFill>
              <a:srgbClr val="A3A3A3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872" name="Google Shape;872;p2"/>
            <p:cNvSpPr/>
            <p:nvPr/>
          </p:nvSpPr>
          <p:spPr>
            <a:xfrm>
              <a:off x="4077" y="3313"/>
              <a:ext cx="42" cy="108"/>
            </a:xfrm>
            <a:custGeom>
              <a:avLst/>
              <a:gdLst/>
              <a:ahLst/>
              <a:cxnLst/>
              <a:rect l="l" t="t" r="r" b="b"/>
              <a:pathLst>
                <a:path w="47" h="182" extrusionOk="0">
                  <a:moveTo>
                    <a:pt x="47" y="0"/>
                  </a:moveTo>
                  <a:lnTo>
                    <a:pt x="39" y="1"/>
                  </a:lnTo>
                  <a:lnTo>
                    <a:pt x="34" y="5"/>
                  </a:lnTo>
                  <a:lnTo>
                    <a:pt x="28" y="13"/>
                  </a:lnTo>
                  <a:lnTo>
                    <a:pt x="23" y="24"/>
                  </a:lnTo>
                  <a:lnTo>
                    <a:pt x="18" y="38"/>
                  </a:lnTo>
                  <a:lnTo>
                    <a:pt x="12" y="53"/>
                  </a:lnTo>
                  <a:lnTo>
                    <a:pt x="9" y="71"/>
                  </a:lnTo>
                  <a:lnTo>
                    <a:pt x="5" y="90"/>
                  </a:lnTo>
                  <a:lnTo>
                    <a:pt x="3" y="112"/>
                  </a:lnTo>
                  <a:lnTo>
                    <a:pt x="0" y="135"/>
                  </a:lnTo>
                  <a:lnTo>
                    <a:pt x="0" y="157"/>
                  </a:lnTo>
                  <a:lnTo>
                    <a:pt x="0" y="182"/>
                  </a:lnTo>
                  <a:lnTo>
                    <a:pt x="0" y="182"/>
                  </a:lnTo>
                  <a:lnTo>
                    <a:pt x="1" y="157"/>
                  </a:lnTo>
                  <a:lnTo>
                    <a:pt x="1" y="135"/>
                  </a:lnTo>
                  <a:lnTo>
                    <a:pt x="3" y="114"/>
                  </a:lnTo>
                  <a:lnTo>
                    <a:pt x="7" y="93"/>
                  </a:lnTo>
                  <a:lnTo>
                    <a:pt x="10" y="74"/>
                  </a:lnTo>
                  <a:lnTo>
                    <a:pt x="14" y="57"/>
                  </a:lnTo>
                  <a:lnTo>
                    <a:pt x="18" y="41"/>
                  </a:lnTo>
                  <a:lnTo>
                    <a:pt x="23" y="29"/>
                  </a:lnTo>
                  <a:lnTo>
                    <a:pt x="28" y="19"/>
                  </a:lnTo>
                  <a:lnTo>
                    <a:pt x="34" y="10"/>
                  </a:lnTo>
                  <a:lnTo>
                    <a:pt x="39" y="7"/>
                  </a:lnTo>
                  <a:lnTo>
                    <a:pt x="47" y="5"/>
                  </a:lnTo>
                  <a:lnTo>
                    <a:pt x="47" y="0"/>
                  </a:lnTo>
                  <a:close/>
                </a:path>
              </a:pathLst>
            </a:custGeom>
            <a:solidFill>
              <a:srgbClr val="A5A5A5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873" name="Google Shape;873;p2"/>
            <p:cNvSpPr/>
            <p:nvPr/>
          </p:nvSpPr>
          <p:spPr>
            <a:xfrm>
              <a:off x="4077" y="3315"/>
              <a:ext cx="42" cy="106"/>
            </a:xfrm>
            <a:custGeom>
              <a:avLst/>
              <a:gdLst/>
              <a:ahLst/>
              <a:cxnLst/>
              <a:rect l="l" t="t" r="r" b="b"/>
              <a:pathLst>
                <a:path w="47" h="177" extrusionOk="0">
                  <a:moveTo>
                    <a:pt x="47" y="0"/>
                  </a:moveTo>
                  <a:lnTo>
                    <a:pt x="39" y="2"/>
                  </a:lnTo>
                  <a:lnTo>
                    <a:pt x="34" y="5"/>
                  </a:lnTo>
                  <a:lnTo>
                    <a:pt x="28" y="14"/>
                  </a:lnTo>
                  <a:lnTo>
                    <a:pt x="23" y="24"/>
                  </a:lnTo>
                  <a:lnTo>
                    <a:pt x="18" y="36"/>
                  </a:lnTo>
                  <a:lnTo>
                    <a:pt x="14" y="52"/>
                  </a:lnTo>
                  <a:lnTo>
                    <a:pt x="10" y="69"/>
                  </a:lnTo>
                  <a:lnTo>
                    <a:pt x="7" y="88"/>
                  </a:lnTo>
                  <a:lnTo>
                    <a:pt x="3" y="109"/>
                  </a:lnTo>
                  <a:lnTo>
                    <a:pt x="1" y="130"/>
                  </a:lnTo>
                  <a:lnTo>
                    <a:pt x="1" y="152"/>
                  </a:lnTo>
                  <a:lnTo>
                    <a:pt x="0" y="177"/>
                  </a:lnTo>
                  <a:lnTo>
                    <a:pt x="1" y="177"/>
                  </a:lnTo>
                  <a:lnTo>
                    <a:pt x="1" y="154"/>
                  </a:lnTo>
                  <a:lnTo>
                    <a:pt x="3" y="132"/>
                  </a:lnTo>
                  <a:lnTo>
                    <a:pt x="5" y="111"/>
                  </a:lnTo>
                  <a:lnTo>
                    <a:pt x="7" y="90"/>
                  </a:lnTo>
                  <a:lnTo>
                    <a:pt x="10" y="73"/>
                  </a:lnTo>
                  <a:lnTo>
                    <a:pt x="14" y="55"/>
                  </a:lnTo>
                  <a:lnTo>
                    <a:pt x="19" y="40"/>
                  </a:lnTo>
                  <a:lnTo>
                    <a:pt x="23" y="28"/>
                  </a:lnTo>
                  <a:lnTo>
                    <a:pt x="28" y="17"/>
                  </a:lnTo>
                  <a:lnTo>
                    <a:pt x="34" y="10"/>
                  </a:lnTo>
                  <a:lnTo>
                    <a:pt x="41" y="7"/>
                  </a:lnTo>
                  <a:lnTo>
                    <a:pt x="47" y="5"/>
                  </a:lnTo>
                  <a:lnTo>
                    <a:pt x="47" y="0"/>
                  </a:lnTo>
                  <a:close/>
                </a:path>
              </a:pathLst>
            </a:custGeom>
            <a:solidFill>
              <a:srgbClr val="A8A8A8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874" name="Google Shape;874;p2"/>
            <p:cNvSpPr/>
            <p:nvPr/>
          </p:nvSpPr>
          <p:spPr>
            <a:xfrm>
              <a:off x="4079" y="3319"/>
              <a:ext cx="40" cy="102"/>
            </a:xfrm>
            <a:custGeom>
              <a:avLst/>
              <a:gdLst/>
              <a:ahLst/>
              <a:cxnLst/>
              <a:rect l="l" t="t" r="r" b="b"/>
              <a:pathLst>
                <a:path w="46" h="172" extrusionOk="0">
                  <a:moveTo>
                    <a:pt x="46" y="0"/>
                  </a:moveTo>
                  <a:lnTo>
                    <a:pt x="40" y="2"/>
                  </a:lnTo>
                  <a:lnTo>
                    <a:pt x="33" y="5"/>
                  </a:lnTo>
                  <a:lnTo>
                    <a:pt x="27" y="12"/>
                  </a:lnTo>
                  <a:lnTo>
                    <a:pt x="22" y="23"/>
                  </a:lnTo>
                  <a:lnTo>
                    <a:pt x="18" y="35"/>
                  </a:lnTo>
                  <a:lnTo>
                    <a:pt x="13" y="50"/>
                  </a:lnTo>
                  <a:lnTo>
                    <a:pt x="9" y="68"/>
                  </a:lnTo>
                  <a:lnTo>
                    <a:pt x="6" y="85"/>
                  </a:lnTo>
                  <a:lnTo>
                    <a:pt x="4" y="106"/>
                  </a:lnTo>
                  <a:lnTo>
                    <a:pt x="2" y="127"/>
                  </a:lnTo>
                  <a:lnTo>
                    <a:pt x="0" y="149"/>
                  </a:lnTo>
                  <a:lnTo>
                    <a:pt x="0" y="172"/>
                  </a:lnTo>
                  <a:lnTo>
                    <a:pt x="2" y="172"/>
                  </a:lnTo>
                  <a:lnTo>
                    <a:pt x="2" y="147"/>
                  </a:lnTo>
                  <a:lnTo>
                    <a:pt x="4" y="125"/>
                  </a:lnTo>
                  <a:lnTo>
                    <a:pt x="6" y="102"/>
                  </a:lnTo>
                  <a:lnTo>
                    <a:pt x="9" y="82"/>
                  </a:lnTo>
                  <a:lnTo>
                    <a:pt x="13" y="62"/>
                  </a:lnTo>
                  <a:lnTo>
                    <a:pt x="17" y="45"/>
                  </a:lnTo>
                  <a:lnTo>
                    <a:pt x="22" y="31"/>
                  </a:lnTo>
                  <a:lnTo>
                    <a:pt x="27" y="21"/>
                  </a:lnTo>
                  <a:lnTo>
                    <a:pt x="33" y="12"/>
                  </a:lnTo>
                  <a:lnTo>
                    <a:pt x="38" y="7"/>
                  </a:lnTo>
                  <a:lnTo>
                    <a:pt x="46" y="5"/>
                  </a:lnTo>
                  <a:lnTo>
                    <a:pt x="46" y="0"/>
                  </a:lnTo>
                  <a:close/>
                </a:path>
              </a:pathLst>
            </a:custGeom>
            <a:solidFill>
              <a:srgbClr val="AAAAAA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875" name="Google Shape;875;p2"/>
            <p:cNvSpPr/>
            <p:nvPr/>
          </p:nvSpPr>
          <p:spPr>
            <a:xfrm>
              <a:off x="4081" y="3323"/>
              <a:ext cx="38" cy="98"/>
            </a:xfrm>
            <a:custGeom>
              <a:avLst/>
              <a:gdLst/>
              <a:ahLst/>
              <a:cxnLst/>
              <a:rect l="l" t="t" r="r" b="b"/>
              <a:pathLst>
                <a:path w="44" h="167" extrusionOk="0">
                  <a:moveTo>
                    <a:pt x="44" y="0"/>
                  </a:moveTo>
                  <a:lnTo>
                    <a:pt x="36" y="2"/>
                  </a:lnTo>
                  <a:lnTo>
                    <a:pt x="31" y="7"/>
                  </a:lnTo>
                  <a:lnTo>
                    <a:pt x="25" y="16"/>
                  </a:lnTo>
                  <a:lnTo>
                    <a:pt x="20" y="26"/>
                  </a:lnTo>
                  <a:lnTo>
                    <a:pt x="15" y="40"/>
                  </a:lnTo>
                  <a:lnTo>
                    <a:pt x="11" y="57"/>
                  </a:lnTo>
                  <a:lnTo>
                    <a:pt x="7" y="77"/>
                  </a:lnTo>
                  <a:lnTo>
                    <a:pt x="4" y="97"/>
                  </a:lnTo>
                  <a:lnTo>
                    <a:pt x="2" y="120"/>
                  </a:lnTo>
                  <a:lnTo>
                    <a:pt x="0" y="142"/>
                  </a:lnTo>
                  <a:lnTo>
                    <a:pt x="0" y="167"/>
                  </a:lnTo>
                  <a:lnTo>
                    <a:pt x="2" y="167"/>
                  </a:lnTo>
                  <a:lnTo>
                    <a:pt x="2" y="142"/>
                  </a:lnTo>
                  <a:lnTo>
                    <a:pt x="2" y="122"/>
                  </a:lnTo>
                  <a:lnTo>
                    <a:pt x="6" y="99"/>
                  </a:lnTo>
                  <a:lnTo>
                    <a:pt x="7" y="80"/>
                  </a:lnTo>
                  <a:lnTo>
                    <a:pt x="11" y="61"/>
                  </a:lnTo>
                  <a:lnTo>
                    <a:pt x="16" y="45"/>
                  </a:lnTo>
                  <a:lnTo>
                    <a:pt x="20" y="31"/>
                  </a:lnTo>
                  <a:lnTo>
                    <a:pt x="25" y="19"/>
                  </a:lnTo>
                  <a:lnTo>
                    <a:pt x="31" y="12"/>
                  </a:lnTo>
                  <a:lnTo>
                    <a:pt x="36" y="7"/>
                  </a:lnTo>
                  <a:lnTo>
                    <a:pt x="44" y="5"/>
                  </a:lnTo>
                  <a:lnTo>
                    <a:pt x="44" y="0"/>
                  </a:lnTo>
                  <a:close/>
                </a:path>
              </a:pathLst>
            </a:custGeom>
            <a:solidFill>
              <a:srgbClr val="ACACAC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876" name="Google Shape;876;p2"/>
            <p:cNvSpPr/>
            <p:nvPr/>
          </p:nvSpPr>
          <p:spPr>
            <a:xfrm>
              <a:off x="4082" y="3325"/>
              <a:ext cx="37" cy="96"/>
            </a:xfrm>
            <a:custGeom>
              <a:avLst/>
              <a:gdLst/>
              <a:ahLst/>
              <a:cxnLst/>
              <a:rect l="l" t="t" r="r" b="b"/>
              <a:pathLst>
                <a:path w="42" h="162" extrusionOk="0">
                  <a:moveTo>
                    <a:pt x="42" y="0"/>
                  </a:moveTo>
                  <a:lnTo>
                    <a:pt x="34" y="2"/>
                  </a:lnTo>
                  <a:lnTo>
                    <a:pt x="29" y="7"/>
                  </a:lnTo>
                  <a:lnTo>
                    <a:pt x="23" y="14"/>
                  </a:lnTo>
                  <a:lnTo>
                    <a:pt x="18" y="26"/>
                  </a:lnTo>
                  <a:lnTo>
                    <a:pt x="14" y="40"/>
                  </a:lnTo>
                  <a:lnTo>
                    <a:pt x="9" y="56"/>
                  </a:lnTo>
                  <a:lnTo>
                    <a:pt x="5" y="75"/>
                  </a:lnTo>
                  <a:lnTo>
                    <a:pt x="4" y="94"/>
                  </a:lnTo>
                  <a:lnTo>
                    <a:pt x="0" y="117"/>
                  </a:lnTo>
                  <a:lnTo>
                    <a:pt x="0" y="137"/>
                  </a:lnTo>
                  <a:lnTo>
                    <a:pt x="0" y="162"/>
                  </a:lnTo>
                  <a:lnTo>
                    <a:pt x="0" y="162"/>
                  </a:lnTo>
                  <a:lnTo>
                    <a:pt x="2" y="139"/>
                  </a:lnTo>
                  <a:lnTo>
                    <a:pt x="2" y="117"/>
                  </a:lnTo>
                  <a:lnTo>
                    <a:pt x="4" y="96"/>
                  </a:lnTo>
                  <a:lnTo>
                    <a:pt x="7" y="77"/>
                  </a:lnTo>
                  <a:lnTo>
                    <a:pt x="11" y="59"/>
                  </a:lnTo>
                  <a:lnTo>
                    <a:pt x="14" y="44"/>
                  </a:lnTo>
                  <a:lnTo>
                    <a:pt x="20" y="30"/>
                  </a:lnTo>
                  <a:lnTo>
                    <a:pt x="23" y="20"/>
                  </a:lnTo>
                  <a:lnTo>
                    <a:pt x="29" y="13"/>
                  </a:lnTo>
                  <a:lnTo>
                    <a:pt x="36" y="7"/>
                  </a:lnTo>
                  <a:lnTo>
                    <a:pt x="42" y="6"/>
                  </a:lnTo>
                  <a:lnTo>
                    <a:pt x="42" y="0"/>
                  </a:lnTo>
                  <a:close/>
                </a:path>
              </a:pathLst>
            </a:custGeom>
            <a:solidFill>
              <a:srgbClr val="AFAFAF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</p:grpSp>
      <p:grpSp>
        <p:nvGrpSpPr>
          <p:cNvPr id="877" name="Google Shape;877;p2"/>
          <p:cNvGrpSpPr/>
          <p:nvPr/>
        </p:nvGrpSpPr>
        <p:grpSpPr>
          <a:xfrm>
            <a:off x="4419600" y="1143000"/>
            <a:ext cx="228600" cy="762000"/>
            <a:chOff x="3969" y="3294"/>
            <a:chExt cx="164" cy="567"/>
          </a:xfrm>
        </p:grpSpPr>
        <p:sp>
          <p:nvSpPr>
            <p:cNvPr id="878" name="Google Shape;878;p2"/>
            <p:cNvSpPr/>
            <p:nvPr/>
          </p:nvSpPr>
          <p:spPr>
            <a:xfrm>
              <a:off x="3969" y="3294"/>
              <a:ext cx="164" cy="567"/>
            </a:xfrm>
            <a:custGeom>
              <a:avLst/>
              <a:gdLst/>
              <a:ahLst/>
              <a:cxnLst/>
              <a:rect l="l" t="t" r="r" b="b"/>
              <a:pathLst>
                <a:path w="188" h="953" extrusionOk="0">
                  <a:moveTo>
                    <a:pt x="188" y="873"/>
                  </a:moveTo>
                  <a:lnTo>
                    <a:pt x="94" y="953"/>
                  </a:lnTo>
                  <a:lnTo>
                    <a:pt x="0" y="873"/>
                  </a:lnTo>
                  <a:lnTo>
                    <a:pt x="94" y="0"/>
                  </a:lnTo>
                  <a:lnTo>
                    <a:pt x="188" y="873"/>
                  </a:lnTo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879" name="Google Shape;879;p2"/>
            <p:cNvSpPr/>
            <p:nvPr/>
          </p:nvSpPr>
          <p:spPr>
            <a:xfrm>
              <a:off x="4035" y="3318"/>
              <a:ext cx="32" cy="59"/>
            </a:xfrm>
            <a:custGeom>
              <a:avLst/>
              <a:gdLst/>
              <a:ahLst/>
              <a:cxnLst/>
              <a:rect l="l" t="t" r="r" b="b"/>
              <a:pathLst>
                <a:path w="36" h="99" extrusionOk="0">
                  <a:moveTo>
                    <a:pt x="29" y="19"/>
                  </a:moveTo>
                  <a:lnTo>
                    <a:pt x="18" y="0"/>
                  </a:lnTo>
                  <a:lnTo>
                    <a:pt x="5" y="19"/>
                  </a:lnTo>
                  <a:lnTo>
                    <a:pt x="0" y="80"/>
                  </a:lnTo>
                  <a:lnTo>
                    <a:pt x="18" y="99"/>
                  </a:lnTo>
                  <a:lnTo>
                    <a:pt x="36" y="80"/>
                  </a:lnTo>
                  <a:lnTo>
                    <a:pt x="29" y="19"/>
                  </a:lnTo>
                  <a:close/>
                </a:path>
              </a:pathLst>
            </a:custGeom>
            <a:solidFill>
              <a:srgbClr val="666666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880" name="Google Shape;880;p2"/>
            <p:cNvSpPr/>
            <p:nvPr/>
          </p:nvSpPr>
          <p:spPr>
            <a:xfrm>
              <a:off x="3969" y="3767"/>
              <a:ext cx="164" cy="48"/>
            </a:xfrm>
            <a:custGeom>
              <a:avLst/>
              <a:gdLst/>
              <a:ahLst/>
              <a:cxnLst/>
              <a:rect l="l" t="t" r="r" b="b"/>
              <a:pathLst>
                <a:path w="188" h="78" extrusionOk="0">
                  <a:moveTo>
                    <a:pt x="188" y="78"/>
                  </a:moveTo>
                  <a:lnTo>
                    <a:pt x="94" y="0"/>
                  </a:lnTo>
                  <a:lnTo>
                    <a:pt x="0" y="78"/>
                  </a:lnTo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881" name="Google Shape;881;p2"/>
            <p:cNvSpPr/>
            <p:nvPr/>
          </p:nvSpPr>
          <p:spPr>
            <a:xfrm>
              <a:off x="3969" y="3294"/>
              <a:ext cx="164" cy="567"/>
            </a:xfrm>
            <a:custGeom>
              <a:avLst/>
              <a:gdLst/>
              <a:ahLst/>
              <a:cxnLst/>
              <a:rect l="l" t="t" r="r" b="b"/>
              <a:pathLst>
                <a:path w="188" h="953" extrusionOk="0">
                  <a:moveTo>
                    <a:pt x="94" y="0"/>
                  </a:moveTo>
                  <a:lnTo>
                    <a:pt x="94" y="953"/>
                  </a:lnTo>
                  <a:lnTo>
                    <a:pt x="188" y="873"/>
                  </a:lnTo>
                  <a:lnTo>
                    <a:pt x="94" y="0"/>
                  </a:lnTo>
                  <a:lnTo>
                    <a:pt x="0" y="873"/>
                  </a:lnTo>
                  <a:lnTo>
                    <a:pt x="94" y="953"/>
                  </a:lnTo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882" name="Google Shape;882;p2"/>
            <p:cNvSpPr/>
            <p:nvPr/>
          </p:nvSpPr>
          <p:spPr>
            <a:xfrm>
              <a:off x="4030" y="3424"/>
              <a:ext cx="42" cy="12"/>
            </a:xfrm>
            <a:custGeom>
              <a:avLst/>
              <a:gdLst/>
              <a:ahLst/>
              <a:cxnLst/>
              <a:rect l="l" t="t" r="r" b="b"/>
              <a:pathLst>
                <a:path w="47" h="19" extrusionOk="0">
                  <a:moveTo>
                    <a:pt x="47" y="0"/>
                  </a:moveTo>
                  <a:lnTo>
                    <a:pt x="24" y="19"/>
                  </a:lnTo>
                  <a:lnTo>
                    <a:pt x="0" y="0"/>
                  </a:lnTo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883" name="Google Shape;883;p2"/>
            <p:cNvSpPr/>
            <p:nvPr/>
          </p:nvSpPr>
          <p:spPr>
            <a:xfrm>
              <a:off x="4023" y="3468"/>
              <a:ext cx="54" cy="15"/>
            </a:xfrm>
            <a:custGeom>
              <a:avLst/>
              <a:gdLst/>
              <a:ahLst/>
              <a:cxnLst/>
              <a:rect l="l" t="t" r="r" b="b"/>
              <a:pathLst>
                <a:path w="64" h="26" extrusionOk="0">
                  <a:moveTo>
                    <a:pt x="64" y="0"/>
                  </a:moveTo>
                  <a:lnTo>
                    <a:pt x="33" y="26"/>
                  </a:lnTo>
                  <a:lnTo>
                    <a:pt x="0" y="0"/>
                  </a:lnTo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884" name="Google Shape;884;p2"/>
            <p:cNvSpPr/>
            <p:nvPr/>
          </p:nvSpPr>
          <p:spPr>
            <a:xfrm>
              <a:off x="4018" y="3510"/>
              <a:ext cx="68" cy="21"/>
            </a:xfrm>
            <a:custGeom>
              <a:avLst/>
              <a:gdLst/>
              <a:ahLst/>
              <a:cxnLst/>
              <a:rect l="l" t="t" r="r" b="b"/>
              <a:pathLst>
                <a:path w="78" h="35" extrusionOk="0">
                  <a:moveTo>
                    <a:pt x="78" y="2"/>
                  </a:moveTo>
                  <a:lnTo>
                    <a:pt x="38" y="35"/>
                  </a:lnTo>
                  <a:lnTo>
                    <a:pt x="0" y="0"/>
                  </a:lnTo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885" name="Google Shape;885;p2"/>
            <p:cNvSpPr/>
            <p:nvPr/>
          </p:nvSpPr>
          <p:spPr>
            <a:xfrm>
              <a:off x="4009" y="3555"/>
              <a:ext cx="82" cy="23"/>
            </a:xfrm>
            <a:custGeom>
              <a:avLst/>
              <a:gdLst/>
              <a:ahLst/>
              <a:cxnLst/>
              <a:rect l="l" t="t" r="r" b="b"/>
              <a:pathLst>
                <a:path w="94" h="38" extrusionOk="0">
                  <a:moveTo>
                    <a:pt x="94" y="0"/>
                  </a:moveTo>
                  <a:lnTo>
                    <a:pt x="47" y="38"/>
                  </a:lnTo>
                  <a:lnTo>
                    <a:pt x="0" y="0"/>
                  </a:lnTo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886" name="Google Shape;886;p2"/>
            <p:cNvSpPr/>
            <p:nvPr/>
          </p:nvSpPr>
          <p:spPr>
            <a:xfrm>
              <a:off x="4002" y="3598"/>
              <a:ext cx="96" cy="27"/>
            </a:xfrm>
            <a:custGeom>
              <a:avLst/>
              <a:gdLst/>
              <a:ahLst/>
              <a:cxnLst/>
              <a:rect l="l" t="t" r="r" b="b"/>
              <a:pathLst>
                <a:path w="110" h="46" extrusionOk="0">
                  <a:moveTo>
                    <a:pt x="110" y="0"/>
                  </a:moveTo>
                  <a:lnTo>
                    <a:pt x="56" y="46"/>
                  </a:lnTo>
                  <a:lnTo>
                    <a:pt x="0" y="0"/>
                  </a:lnTo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887" name="Google Shape;887;p2"/>
            <p:cNvSpPr/>
            <p:nvPr/>
          </p:nvSpPr>
          <p:spPr>
            <a:xfrm>
              <a:off x="3997" y="3641"/>
              <a:ext cx="110" cy="32"/>
            </a:xfrm>
            <a:custGeom>
              <a:avLst/>
              <a:gdLst/>
              <a:ahLst/>
              <a:cxnLst/>
              <a:rect l="l" t="t" r="r" b="b"/>
              <a:pathLst>
                <a:path w="125" h="53" extrusionOk="0">
                  <a:moveTo>
                    <a:pt x="125" y="0"/>
                  </a:moveTo>
                  <a:lnTo>
                    <a:pt x="62" y="53"/>
                  </a:lnTo>
                  <a:lnTo>
                    <a:pt x="0" y="0"/>
                  </a:lnTo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888" name="Google Shape;888;p2"/>
            <p:cNvSpPr/>
            <p:nvPr/>
          </p:nvSpPr>
          <p:spPr>
            <a:xfrm>
              <a:off x="3990" y="3684"/>
              <a:ext cx="122" cy="36"/>
            </a:xfrm>
            <a:custGeom>
              <a:avLst/>
              <a:gdLst/>
              <a:ahLst/>
              <a:cxnLst/>
              <a:rect l="l" t="t" r="r" b="b"/>
              <a:pathLst>
                <a:path w="141" h="61" extrusionOk="0">
                  <a:moveTo>
                    <a:pt x="141" y="0"/>
                  </a:moveTo>
                  <a:lnTo>
                    <a:pt x="71" y="61"/>
                  </a:lnTo>
                  <a:lnTo>
                    <a:pt x="0" y="0"/>
                  </a:lnTo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889" name="Google Shape;889;p2"/>
            <p:cNvSpPr/>
            <p:nvPr/>
          </p:nvSpPr>
          <p:spPr>
            <a:xfrm>
              <a:off x="3981" y="3728"/>
              <a:ext cx="138" cy="39"/>
            </a:xfrm>
            <a:custGeom>
              <a:avLst/>
              <a:gdLst/>
              <a:ahLst/>
              <a:cxnLst/>
              <a:rect l="l" t="t" r="r" b="b"/>
              <a:pathLst>
                <a:path w="158" h="68" extrusionOk="0">
                  <a:moveTo>
                    <a:pt x="158" y="0"/>
                  </a:moveTo>
                  <a:lnTo>
                    <a:pt x="80" y="68"/>
                  </a:lnTo>
                  <a:lnTo>
                    <a:pt x="0" y="2"/>
                  </a:lnTo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890" name="Google Shape;890;p2"/>
            <p:cNvSpPr/>
            <p:nvPr/>
          </p:nvSpPr>
          <p:spPr>
            <a:xfrm>
              <a:off x="3978" y="3769"/>
              <a:ext cx="148" cy="46"/>
            </a:xfrm>
            <a:custGeom>
              <a:avLst/>
              <a:gdLst/>
              <a:ahLst/>
              <a:cxnLst/>
              <a:rect l="l" t="t" r="r" b="b"/>
              <a:pathLst>
                <a:path w="172" h="75" extrusionOk="0">
                  <a:moveTo>
                    <a:pt x="172" y="2"/>
                  </a:moveTo>
                  <a:lnTo>
                    <a:pt x="85" y="75"/>
                  </a:lnTo>
                  <a:lnTo>
                    <a:pt x="0" y="0"/>
                  </a:lnTo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891" name="Google Shape;891;p2"/>
            <p:cNvSpPr/>
            <p:nvPr/>
          </p:nvSpPr>
          <p:spPr>
            <a:xfrm>
              <a:off x="4035" y="3318"/>
              <a:ext cx="32" cy="59"/>
            </a:xfrm>
            <a:custGeom>
              <a:avLst/>
              <a:gdLst/>
              <a:ahLst/>
              <a:cxnLst/>
              <a:rect l="l" t="t" r="r" b="b"/>
              <a:pathLst>
                <a:path w="36" h="99" extrusionOk="0">
                  <a:moveTo>
                    <a:pt x="29" y="19"/>
                  </a:moveTo>
                  <a:lnTo>
                    <a:pt x="18" y="0"/>
                  </a:lnTo>
                  <a:lnTo>
                    <a:pt x="5" y="19"/>
                  </a:lnTo>
                  <a:lnTo>
                    <a:pt x="0" y="80"/>
                  </a:lnTo>
                  <a:lnTo>
                    <a:pt x="18" y="99"/>
                  </a:lnTo>
                  <a:lnTo>
                    <a:pt x="36" y="80"/>
                  </a:lnTo>
                  <a:lnTo>
                    <a:pt x="29" y="19"/>
                  </a:lnTo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892" name="Google Shape;892;p2"/>
            <p:cNvSpPr/>
            <p:nvPr/>
          </p:nvSpPr>
          <p:spPr>
            <a:xfrm>
              <a:off x="4070" y="3294"/>
              <a:ext cx="49" cy="127"/>
            </a:xfrm>
            <a:custGeom>
              <a:avLst/>
              <a:gdLst/>
              <a:ahLst/>
              <a:cxnLst/>
              <a:rect l="l" t="t" r="r" b="b"/>
              <a:pathLst>
                <a:path w="56" h="214" extrusionOk="0">
                  <a:moveTo>
                    <a:pt x="56" y="0"/>
                  </a:moveTo>
                  <a:lnTo>
                    <a:pt x="48" y="2"/>
                  </a:lnTo>
                  <a:lnTo>
                    <a:pt x="41" y="7"/>
                  </a:lnTo>
                  <a:lnTo>
                    <a:pt x="36" y="14"/>
                  </a:lnTo>
                  <a:lnTo>
                    <a:pt x="28" y="25"/>
                  </a:lnTo>
                  <a:lnTo>
                    <a:pt x="23" y="39"/>
                  </a:lnTo>
                  <a:lnTo>
                    <a:pt x="18" y="54"/>
                  </a:lnTo>
                  <a:lnTo>
                    <a:pt x="14" y="72"/>
                  </a:lnTo>
                  <a:lnTo>
                    <a:pt x="9" y="92"/>
                  </a:lnTo>
                  <a:lnTo>
                    <a:pt x="7" y="115"/>
                  </a:lnTo>
                  <a:lnTo>
                    <a:pt x="3" y="137"/>
                  </a:lnTo>
                  <a:lnTo>
                    <a:pt x="1" y="162"/>
                  </a:lnTo>
                  <a:lnTo>
                    <a:pt x="0" y="188"/>
                  </a:lnTo>
                  <a:lnTo>
                    <a:pt x="0" y="214"/>
                  </a:lnTo>
                  <a:lnTo>
                    <a:pt x="0" y="0"/>
                  </a:lnTo>
                  <a:lnTo>
                    <a:pt x="56" y="0"/>
                  </a:lnTo>
                  <a:close/>
                </a:path>
              </a:pathLst>
            </a:custGeom>
            <a:solidFill>
              <a:srgbClr val="9A9A9A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893" name="Google Shape;893;p2"/>
            <p:cNvSpPr/>
            <p:nvPr/>
          </p:nvSpPr>
          <p:spPr>
            <a:xfrm>
              <a:off x="4070" y="3294"/>
              <a:ext cx="49" cy="127"/>
            </a:xfrm>
            <a:custGeom>
              <a:avLst/>
              <a:gdLst/>
              <a:ahLst/>
              <a:cxnLst/>
              <a:rect l="l" t="t" r="r" b="b"/>
              <a:pathLst>
                <a:path w="56" h="214" extrusionOk="0">
                  <a:moveTo>
                    <a:pt x="56" y="0"/>
                  </a:moveTo>
                  <a:lnTo>
                    <a:pt x="48" y="2"/>
                  </a:lnTo>
                  <a:lnTo>
                    <a:pt x="41" y="7"/>
                  </a:lnTo>
                  <a:lnTo>
                    <a:pt x="36" y="14"/>
                  </a:lnTo>
                  <a:lnTo>
                    <a:pt x="28" y="25"/>
                  </a:lnTo>
                  <a:lnTo>
                    <a:pt x="23" y="39"/>
                  </a:lnTo>
                  <a:lnTo>
                    <a:pt x="18" y="54"/>
                  </a:lnTo>
                  <a:lnTo>
                    <a:pt x="14" y="72"/>
                  </a:lnTo>
                  <a:lnTo>
                    <a:pt x="9" y="92"/>
                  </a:lnTo>
                  <a:lnTo>
                    <a:pt x="7" y="115"/>
                  </a:lnTo>
                  <a:lnTo>
                    <a:pt x="3" y="137"/>
                  </a:lnTo>
                  <a:lnTo>
                    <a:pt x="1" y="162"/>
                  </a:lnTo>
                  <a:lnTo>
                    <a:pt x="0" y="188"/>
                  </a:lnTo>
                  <a:lnTo>
                    <a:pt x="0" y="214"/>
                  </a:lnTo>
                  <a:lnTo>
                    <a:pt x="1" y="214"/>
                  </a:lnTo>
                  <a:lnTo>
                    <a:pt x="1" y="188"/>
                  </a:lnTo>
                  <a:lnTo>
                    <a:pt x="3" y="163"/>
                  </a:lnTo>
                  <a:lnTo>
                    <a:pt x="5" y="139"/>
                  </a:lnTo>
                  <a:lnTo>
                    <a:pt x="7" y="117"/>
                  </a:lnTo>
                  <a:lnTo>
                    <a:pt x="10" y="96"/>
                  </a:lnTo>
                  <a:lnTo>
                    <a:pt x="14" y="75"/>
                  </a:lnTo>
                  <a:lnTo>
                    <a:pt x="19" y="58"/>
                  </a:lnTo>
                  <a:lnTo>
                    <a:pt x="25" y="42"/>
                  </a:lnTo>
                  <a:lnTo>
                    <a:pt x="30" y="30"/>
                  </a:lnTo>
                  <a:lnTo>
                    <a:pt x="36" y="19"/>
                  </a:lnTo>
                  <a:lnTo>
                    <a:pt x="43" y="11"/>
                  </a:lnTo>
                  <a:lnTo>
                    <a:pt x="48" y="7"/>
                  </a:lnTo>
                  <a:lnTo>
                    <a:pt x="56" y="6"/>
                  </a:lnTo>
                  <a:lnTo>
                    <a:pt x="56" y="0"/>
                  </a:lnTo>
                  <a:close/>
                </a:path>
              </a:pathLst>
            </a:custGeom>
            <a:solidFill>
              <a:srgbClr val="9A9A9A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894" name="Google Shape;894;p2"/>
            <p:cNvSpPr/>
            <p:nvPr/>
          </p:nvSpPr>
          <p:spPr>
            <a:xfrm>
              <a:off x="4072" y="3298"/>
              <a:ext cx="47" cy="123"/>
            </a:xfrm>
            <a:custGeom>
              <a:avLst/>
              <a:gdLst/>
              <a:ahLst/>
              <a:cxnLst/>
              <a:rect l="l" t="t" r="r" b="b"/>
              <a:pathLst>
                <a:path w="55" h="208" extrusionOk="0">
                  <a:moveTo>
                    <a:pt x="55" y="0"/>
                  </a:moveTo>
                  <a:lnTo>
                    <a:pt x="47" y="1"/>
                  </a:lnTo>
                  <a:lnTo>
                    <a:pt x="42" y="5"/>
                  </a:lnTo>
                  <a:lnTo>
                    <a:pt x="35" y="13"/>
                  </a:lnTo>
                  <a:lnTo>
                    <a:pt x="29" y="24"/>
                  </a:lnTo>
                  <a:lnTo>
                    <a:pt x="24" y="36"/>
                  </a:lnTo>
                  <a:lnTo>
                    <a:pt x="18" y="52"/>
                  </a:lnTo>
                  <a:lnTo>
                    <a:pt x="13" y="69"/>
                  </a:lnTo>
                  <a:lnTo>
                    <a:pt x="9" y="90"/>
                  </a:lnTo>
                  <a:lnTo>
                    <a:pt x="6" y="111"/>
                  </a:lnTo>
                  <a:lnTo>
                    <a:pt x="4" y="133"/>
                  </a:lnTo>
                  <a:lnTo>
                    <a:pt x="2" y="157"/>
                  </a:lnTo>
                  <a:lnTo>
                    <a:pt x="0" y="182"/>
                  </a:lnTo>
                  <a:lnTo>
                    <a:pt x="0" y="208"/>
                  </a:lnTo>
                  <a:lnTo>
                    <a:pt x="2" y="208"/>
                  </a:lnTo>
                  <a:lnTo>
                    <a:pt x="2" y="180"/>
                  </a:lnTo>
                  <a:lnTo>
                    <a:pt x="4" y="154"/>
                  </a:lnTo>
                  <a:lnTo>
                    <a:pt x="6" y="130"/>
                  </a:lnTo>
                  <a:lnTo>
                    <a:pt x="8" y="105"/>
                  </a:lnTo>
                  <a:lnTo>
                    <a:pt x="13" y="85"/>
                  </a:lnTo>
                  <a:lnTo>
                    <a:pt x="17" y="64"/>
                  </a:lnTo>
                  <a:lnTo>
                    <a:pt x="22" y="46"/>
                  </a:lnTo>
                  <a:lnTo>
                    <a:pt x="27" y="33"/>
                  </a:lnTo>
                  <a:lnTo>
                    <a:pt x="35" y="20"/>
                  </a:lnTo>
                  <a:lnTo>
                    <a:pt x="40" y="12"/>
                  </a:lnTo>
                  <a:lnTo>
                    <a:pt x="47" y="7"/>
                  </a:lnTo>
                  <a:lnTo>
                    <a:pt x="55" y="5"/>
                  </a:lnTo>
                  <a:lnTo>
                    <a:pt x="55" y="0"/>
                  </a:lnTo>
                  <a:close/>
                </a:path>
              </a:pathLst>
            </a:custGeom>
            <a:solidFill>
              <a:srgbClr val="9B9B9B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895" name="Google Shape;895;p2"/>
            <p:cNvSpPr/>
            <p:nvPr/>
          </p:nvSpPr>
          <p:spPr>
            <a:xfrm>
              <a:off x="4074" y="3300"/>
              <a:ext cx="45" cy="121"/>
            </a:xfrm>
            <a:custGeom>
              <a:avLst/>
              <a:gdLst/>
              <a:ahLst/>
              <a:cxnLst/>
              <a:rect l="l" t="t" r="r" b="b"/>
              <a:pathLst>
                <a:path w="53" h="203" extrusionOk="0">
                  <a:moveTo>
                    <a:pt x="53" y="0"/>
                  </a:moveTo>
                  <a:lnTo>
                    <a:pt x="45" y="2"/>
                  </a:lnTo>
                  <a:lnTo>
                    <a:pt x="38" y="7"/>
                  </a:lnTo>
                  <a:lnTo>
                    <a:pt x="33" y="15"/>
                  </a:lnTo>
                  <a:lnTo>
                    <a:pt x="25" y="28"/>
                  </a:lnTo>
                  <a:lnTo>
                    <a:pt x="20" y="41"/>
                  </a:lnTo>
                  <a:lnTo>
                    <a:pt x="15" y="59"/>
                  </a:lnTo>
                  <a:lnTo>
                    <a:pt x="11" y="80"/>
                  </a:lnTo>
                  <a:lnTo>
                    <a:pt x="6" y="100"/>
                  </a:lnTo>
                  <a:lnTo>
                    <a:pt x="4" y="125"/>
                  </a:lnTo>
                  <a:lnTo>
                    <a:pt x="2" y="149"/>
                  </a:lnTo>
                  <a:lnTo>
                    <a:pt x="0" y="175"/>
                  </a:lnTo>
                  <a:lnTo>
                    <a:pt x="0" y="203"/>
                  </a:lnTo>
                  <a:lnTo>
                    <a:pt x="0" y="203"/>
                  </a:lnTo>
                  <a:lnTo>
                    <a:pt x="2" y="177"/>
                  </a:lnTo>
                  <a:lnTo>
                    <a:pt x="2" y="151"/>
                  </a:lnTo>
                  <a:lnTo>
                    <a:pt x="4" y="126"/>
                  </a:lnTo>
                  <a:lnTo>
                    <a:pt x="7" y="104"/>
                  </a:lnTo>
                  <a:lnTo>
                    <a:pt x="11" y="81"/>
                  </a:lnTo>
                  <a:lnTo>
                    <a:pt x="16" y="62"/>
                  </a:lnTo>
                  <a:lnTo>
                    <a:pt x="20" y="45"/>
                  </a:lnTo>
                  <a:lnTo>
                    <a:pt x="27" y="31"/>
                  </a:lnTo>
                  <a:lnTo>
                    <a:pt x="33" y="21"/>
                  </a:lnTo>
                  <a:lnTo>
                    <a:pt x="38" y="12"/>
                  </a:lnTo>
                  <a:lnTo>
                    <a:pt x="45" y="7"/>
                  </a:lnTo>
                  <a:lnTo>
                    <a:pt x="53" y="5"/>
                  </a:lnTo>
                  <a:lnTo>
                    <a:pt x="53" y="0"/>
                  </a:lnTo>
                  <a:close/>
                </a:path>
              </a:pathLst>
            </a:custGeom>
            <a:solidFill>
              <a:srgbClr val="9D9D9D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896" name="Google Shape;896;p2"/>
            <p:cNvSpPr/>
            <p:nvPr/>
          </p:nvSpPr>
          <p:spPr>
            <a:xfrm>
              <a:off x="4074" y="3304"/>
              <a:ext cx="45" cy="117"/>
            </a:xfrm>
            <a:custGeom>
              <a:avLst/>
              <a:gdLst/>
              <a:ahLst/>
              <a:cxnLst/>
              <a:rect l="l" t="t" r="r" b="b"/>
              <a:pathLst>
                <a:path w="53" h="198" extrusionOk="0">
                  <a:moveTo>
                    <a:pt x="53" y="0"/>
                  </a:moveTo>
                  <a:lnTo>
                    <a:pt x="45" y="2"/>
                  </a:lnTo>
                  <a:lnTo>
                    <a:pt x="38" y="7"/>
                  </a:lnTo>
                  <a:lnTo>
                    <a:pt x="33" y="16"/>
                  </a:lnTo>
                  <a:lnTo>
                    <a:pt x="27" y="26"/>
                  </a:lnTo>
                  <a:lnTo>
                    <a:pt x="20" y="40"/>
                  </a:lnTo>
                  <a:lnTo>
                    <a:pt x="16" y="57"/>
                  </a:lnTo>
                  <a:lnTo>
                    <a:pt x="11" y="76"/>
                  </a:lnTo>
                  <a:lnTo>
                    <a:pt x="7" y="99"/>
                  </a:lnTo>
                  <a:lnTo>
                    <a:pt x="4" y="121"/>
                  </a:lnTo>
                  <a:lnTo>
                    <a:pt x="2" y="146"/>
                  </a:lnTo>
                  <a:lnTo>
                    <a:pt x="2" y="172"/>
                  </a:lnTo>
                  <a:lnTo>
                    <a:pt x="0" y="198"/>
                  </a:lnTo>
                  <a:lnTo>
                    <a:pt x="2" y="198"/>
                  </a:lnTo>
                  <a:lnTo>
                    <a:pt x="2" y="172"/>
                  </a:lnTo>
                  <a:lnTo>
                    <a:pt x="4" y="147"/>
                  </a:lnTo>
                  <a:lnTo>
                    <a:pt x="6" y="123"/>
                  </a:lnTo>
                  <a:lnTo>
                    <a:pt x="9" y="101"/>
                  </a:lnTo>
                  <a:lnTo>
                    <a:pt x="13" y="80"/>
                  </a:lnTo>
                  <a:lnTo>
                    <a:pt x="16" y="61"/>
                  </a:lnTo>
                  <a:lnTo>
                    <a:pt x="22" y="45"/>
                  </a:lnTo>
                  <a:lnTo>
                    <a:pt x="27" y="31"/>
                  </a:lnTo>
                  <a:lnTo>
                    <a:pt x="33" y="19"/>
                  </a:lnTo>
                  <a:lnTo>
                    <a:pt x="40" y="12"/>
                  </a:lnTo>
                  <a:lnTo>
                    <a:pt x="45" y="7"/>
                  </a:lnTo>
                  <a:lnTo>
                    <a:pt x="53" y="5"/>
                  </a:lnTo>
                  <a:lnTo>
                    <a:pt x="53" y="0"/>
                  </a:lnTo>
                  <a:close/>
                </a:path>
              </a:pathLst>
            </a:custGeom>
            <a:solidFill>
              <a:srgbClr val="9F9F9F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897" name="Google Shape;897;p2"/>
            <p:cNvSpPr/>
            <p:nvPr/>
          </p:nvSpPr>
          <p:spPr>
            <a:xfrm>
              <a:off x="4074" y="3307"/>
              <a:ext cx="45" cy="114"/>
            </a:xfrm>
            <a:custGeom>
              <a:avLst/>
              <a:gdLst/>
              <a:ahLst/>
              <a:cxnLst/>
              <a:rect l="l" t="t" r="r" b="b"/>
              <a:pathLst>
                <a:path w="51" h="193" extrusionOk="0">
                  <a:moveTo>
                    <a:pt x="51" y="0"/>
                  </a:moveTo>
                  <a:lnTo>
                    <a:pt x="43" y="2"/>
                  </a:lnTo>
                  <a:lnTo>
                    <a:pt x="38" y="7"/>
                  </a:lnTo>
                  <a:lnTo>
                    <a:pt x="31" y="14"/>
                  </a:lnTo>
                  <a:lnTo>
                    <a:pt x="25" y="26"/>
                  </a:lnTo>
                  <a:lnTo>
                    <a:pt x="20" y="40"/>
                  </a:lnTo>
                  <a:lnTo>
                    <a:pt x="14" y="56"/>
                  </a:lnTo>
                  <a:lnTo>
                    <a:pt x="11" y="75"/>
                  </a:lnTo>
                  <a:lnTo>
                    <a:pt x="7" y="96"/>
                  </a:lnTo>
                  <a:lnTo>
                    <a:pt x="4" y="118"/>
                  </a:lnTo>
                  <a:lnTo>
                    <a:pt x="2" y="142"/>
                  </a:lnTo>
                  <a:lnTo>
                    <a:pt x="0" y="167"/>
                  </a:lnTo>
                  <a:lnTo>
                    <a:pt x="0" y="193"/>
                  </a:lnTo>
                  <a:lnTo>
                    <a:pt x="2" y="193"/>
                  </a:lnTo>
                  <a:lnTo>
                    <a:pt x="2" y="168"/>
                  </a:lnTo>
                  <a:lnTo>
                    <a:pt x="4" y="144"/>
                  </a:lnTo>
                  <a:lnTo>
                    <a:pt x="5" y="120"/>
                  </a:lnTo>
                  <a:lnTo>
                    <a:pt x="7" y="99"/>
                  </a:lnTo>
                  <a:lnTo>
                    <a:pt x="11" y="78"/>
                  </a:lnTo>
                  <a:lnTo>
                    <a:pt x="16" y="59"/>
                  </a:lnTo>
                  <a:lnTo>
                    <a:pt x="20" y="44"/>
                  </a:lnTo>
                  <a:lnTo>
                    <a:pt x="25" y="30"/>
                  </a:lnTo>
                  <a:lnTo>
                    <a:pt x="31" y="19"/>
                  </a:lnTo>
                  <a:lnTo>
                    <a:pt x="38" y="12"/>
                  </a:lnTo>
                  <a:lnTo>
                    <a:pt x="43" y="7"/>
                  </a:lnTo>
                  <a:lnTo>
                    <a:pt x="51" y="5"/>
                  </a:lnTo>
                  <a:lnTo>
                    <a:pt x="51" y="0"/>
                  </a:lnTo>
                  <a:close/>
                </a:path>
              </a:pathLst>
            </a:custGeom>
            <a:solidFill>
              <a:srgbClr val="A1A1A1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898" name="Google Shape;898;p2"/>
            <p:cNvSpPr/>
            <p:nvPr/>
          </p:nvSpPr>
          <p:spPr>
            <a:xfrm>
              <a:off x="4075" y="3309"/>
              <a:ext cx="44" cy="112"/>
            </a:xfrm>
            <a:custGeom>
              <a:avLst/>
              <a:gdLst/>
              <a:ahLst/>
              <a:cxnLst/>
              <a:rect l="l" t="t" r="r" b="b"/>
              <a:pathLst>
                <a:path w="49" h="188" extrusionOk="0">
                  <a:moveTo>
                    <a:pt x="49" y="0"/>
                  </a:moveTo>
                  <a:lnTo>
                    <a:pt x="41" y="2"/>
                  </a:lnTo>
                  <a:lnTo>
                    <a:pt x="36" y="7"/>
                  </a:lnTo>
                  <a:lnTo>
                    <a:pt x="29" y="14"/>
                  </a:lnTo>
                  <a:lnTo>
                    <a:pt x="23" y="25"/>
                  </a:lnTo>
                  <a:lnTo>
                    <a:pt x="18" y="39"/>
                  </a:lnTo>
                  <a:lnTo>
                    <a:pt x="14" y="54"/>
                  </a:lnTo>
                  <a:lnTo>
                    <a:pt x="9" y="73"/>
                  </a:lnTo>
                  <a:lnTo>
                    <a:pt x="5" y="94"/>
                  </a:lnTo>
                  <a:lnTo>
                    <a:pt x="3" y="115"/>
                  </a:lnTo>
                  <a:lnTo>
                    <a:pt x="2" y="139"/>
                  </a:lnTo>
                  <a:lnTo>
                    <a:pt x="0" y="163"/>
                  </a:lnTo>
                  <a:lnTo>
                    <a:pt x="0" y="188"/>
                  </a:lnTo>
                  <a:lnTo>
                    <a:pt x="2" y="188"/>
                  </a:lnTo>
                  <a:lnTo>
                    <a:pt x="2" y="163"/>
                  </a:lnTo>
                  <a:lnTo>
                    <a:pt x="2" y="141"/>
                  </a:lnTo>
                  <a:lnTo>
                    <a:pt x="5" y="118"/>
                  </a:lnTo>
                  <a:lnTo>
                    <a:pt x="7" y="96"/>
                  </a:lnTo>
                  <a:lnTo>
                    <a:pt x="11" y="77"/>
                  </a:lnTo>
                  <a:lnTo>
                    <a:pt x="14" y="59"/>
                  </a:lnTo>
                  <a:lnTo>
                    <a:pt x="20" y="44"/>
                  </a:lnTo>
                  <a:lnTo>
                    <a:pt x="25" y="30"/>
                  </a:lnTo>
                  <a:lnTo>
                    <a:pt x="30" y="19"/>
                  </a:lnTo>
                  <a:lnTo>
                    <a:pt x="36" y="11"/>
                  </a:lnTo>
                  <a:lnTo>
                    <a:pt x="41" y="7"/>
                  </a:lnTo>
                  <a:lnTo>
                    <a:pt x="49" y="6"/>
                  </a:lnTo>
                  <a:lnTo>
                    <a:pt x="49" y="0"/>
                  </a:lnTo>
                  <a:close/>
                </a:path>
              </a:pathLst>
            </a:custGeom>
            <a:solidFill>
              <a:srgbClr val="A3A3A3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899" name="Google Shape;899;p2"/>
            <p:cNvSpPr/>
            <p:nvPr/>
          </p:nvSpPr>
          <p:spPr>
            <a:xfrm>
              <a:off x="4077" y="3313"/>
              <a:ext cx="42" cy="108"/>
            </a:xfrm>
            <a:custGeom>
              <a:avLst/>
              <a:gdLst/>
              <a:ahLst/>
              <a:cxnLst/>
              <a:rect l="l" t="t" r="r" b="b"/>
              <a:pathLst>
                <a:path w="47" h="182" extrusionOk="0">
                  <a:moveTo>
                    <a:pt x="47" y="0"/>
                  </a:moveTo>
                  <a:lnTo>
                    <a:pt x="39" y="1"/>
                  </a:lnTo>
                  <a:lnTo>
                    <a:pt x="34" y="5"/>
                  </a:lnTo>
                  <a:lnTo>
                    <a:pt x="28" y="13"/>
                  </a:lnTo>
                  <a:lnTo>
                    <a:pt x="23" y="24"/>
                  </a:lnTo>
                  <a:lnTo>
                    <a:pt x="18" y="38"/>
                  </a:lnTo>
                  <a:lnTo>
                    <a:pt x="12" y="53"/>
                  </a:lnTo>
                  <a:lnTo>
                    <a:pt x="9" y="71"/>
                  </a:lnTo>
                  <a:lnTo>
                    <a:pt x="5" y="90"/>
                  </a:lnTo>
                  <a:lnTo>
                    <a:pt x="3" y="112"/>
                  </a:lnTo>
                  <a:lnTo>
                    <a:pt x="0" y="135"/>
                  </a:lnTo>
                  <a:lnTo>
                    <a:pt x="0" y="157"/>
                  </a:lnTo>
                  <a:lnTo>
                    <a:pt x="0" y="182"/>
                  </a:lnTo>
                  <a:lnTo>
                    <a:pt x="0" y="182"/>
                  </a:lnTo>
                  <a:lnTo>
                    <a:pt x="1" y="157"/>
                  </a:lnTo>
                  <a:lnTo>
                    <a:pt x="1" y="135"/>
                  </a:lnTo>
                  <a:lnTo>
                    <a:pt x="3" y="114"/>
                  </a:lnTo>
                  <a:lnTo>
                    <a:pt x="7" y="93"/>
                  </a:lnTo>
                  <a:lnTo>
                    <a:pt x="10" y="74"/>
                  </a:lnTo>
                  <a:lnTo>
                    <a:pt x="14" y="57"/>
                  </a:lnTo>
                  <a:lnTo>
                    <a:pt x="18" y="41"/>
                  </a:lnTo>
                  <a:lnTo>
                    <a:pt x="23" y="29"/>
                  </a:lnTo>
                  <a:lnTo>
                    <a:pt x="28" y="19"/>
                  </a:lnTo>
                  <a:lnTo>
                    <a:pt x="34" y="10"/>
                  </a:lnTo>
                  <a:lnTo>
                    <a:pt x="39" y="7"/>
                  </a:lnTo>
                  <a:lnTo>
                    <a:pt x="47" y="5"/>
                  </a:lnTo>
                  <a:lnTo>
                    <a:pt x="47" y="0"/>
                  </a:lnTo>
                  <a:close/>
                </a:path>
              </a:pathLst>
            </a:custGeom>
            <a:solidFill>
              <a:srgbClr val="A5A5A5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900" name="Google Shape;900;p2"/>
            <p:cNvSpPr/>
            <p:nvPr/>
          </p:nvSpPr>
          <p:spPr>
            <a:xfrm>
              <a:off x="4077" y="3315"/>
              <a:ext cx="42" cy="106"/>
            </a:xfrm>
            <a:custGeom>
              <a:avLst/>
              <a:gdLst/>
              <a:ahLst/>
              <a:cxnLst/>
              <a:rect l="l" t="t" r="r" b="b"/>
              <a:pathLst>
                <a:path w="47" h="177" extrusionOk="0">
                  <a:moveTo>
                    <a:pt x="47" y="0"/>
                  </a:moveTo>
                  <a:lnTo>
                    <a:pt x="39" y="2"/>
                  </a:lnTo>
                  <a:lnTo>
                    <a:pt x="34" y="5"/>
                  </a:lnTo>
                  <a:lnTo>
                    <a:pt x="28" y="14"/>
                  </a:lnTo>
                  <a:lnTo>
                    <a:pt x="23" y="24"/>
                  </a:lnTo>
                  <a:lnTo>
                    <a:pt x="18" y="36"/>
                  </a:lnTo>
                  <a:lnTo>
                    <a:pt x="14" y="52"/>
                  </a:lnTo>
                  <a:lnTo>
                    <a:pt x="10" y="69"/>
                  </a:lnTo>
                  <a:lnTo>
                    <a:pt x="7" y="88"/>
                  </a:lnTo>
                  <a:lnTo>
                    <a:pt x="3" y="109"/>
                  </a:lnTo>
                  <a:lnTo>
                    <a:pt x="1" y="130"/>
                  </a:lnTo>
                  <a:lnTo>
                    <a:pt x="1" y="152"/>
                  </a:lnTo>
                  <a:lnTo>
                    <a:pt x="0" y="177"/>
                  </a:lnTo>
                  <a:lnTo>
                    <a:pt x="1" y="177"/>
                  </a:lnTo>
                  <a:lnTo>
                    <a:pt x="1" y="154"/>
                  </a:lnTo>
                  <a:lnTo>
                    <a:pt x="3" y="132"/>
                  </a:lnTo>
                  <a:lnTo>
                    <a:pt x="5" y="111"/>
                  </a:lnTo>
                  <a:lnTo>
                    <a:pt x="7" y="90"/>
                  </a:lnTo>
                  <a:lnTo>
                    <a:pt x="10" y="73"/>
                  </a:lnTo>
                  <a:lnTo>
                    <a:pt x="14" y="55"/>
                  </a:lnTo>
                  <a:lnTo>
                    <a:pt x="19" y="40"/>
                  </a:lnTo>
                  <a:lnTo>
                    <a:pt x="23" y="28"/>
                  </a:lnTo>
                  <a:lnTo>
                    <a:pt x="28" y="17"/>
                  </a:lnTo>
                  <a:lnTo>
                    <a:pt x="34" y="10"/>
                  </a:lnTo>
                  <a:lnTo>
                    <a:pt x="41" y="7"/>
                  </a:lnTo>
                  <a:lnTo>
                    <a:pt x="47" y="5"/>
                  </a:lnTo>
                  <a:lnTo>
                    <a:pt x="47" y="0"/>
                  </a:lnTo>
                  <a:close/>
                </a:path>
              </a:pathLst>
            </a:custGeom>
            <a:solidFill>
              <a:srgbClr val="A8A8A8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901" name="Google Shape;901;p2"/>
            <p:cNvSpPr/>
            <p:nvPr/>
          </p:nvSpPr>
          <p:spPr>
            <a:xfrm>
              <a:off x="4079" y="3319"/>
              <a:ext cx="40" cy="102"/>
            </a:xfrm>
            <a:custGeom>
              <a:avLst/>
              <a:gdLst/>
              <a:ahLst/>
              <a:cxnLst/>
              <a:rect l="l" t="t" r="r" b="b"/>
              <a:pathLst>
                <a:path w="46" h="172" extrusionOk="0">
                  <a:moveTo>
                    <a:pt x="46" y="0"/>
                  </a:moveTo>
                  <a:lnTo>
                    <a:pt x="40" y="2"/>
                  </a:lnTo>
                  <a:lnTo>
                    <a:pt x="33" y="5"/>
                  </a:lnTo>
                  <a:lnTo>
                    <a:pt x="27" y="12"/>
                  </a:lnTo>
                  <a:lnTo>
                    <a:pt x="22" y="23"/>
                  </a:lnTo>
                  <a:lnTo>
                    <a:pt x="18" y="35"/>
                  </a:lnTo>
                  <a:lnTo>
                    <a:pt x="13" y="50"/>
                  </a:lnTo>
                  <a:lnTo>
                    <a:pt x="9" y="68"/>
                  </a:lnTo>
                  <a:lnTo>
                    <a:pt x="6" y="85"/>
                  </a:lnTo>
                  <a:lnTo>
                    <a:pt x="4" y="106"/>
                  </a:lnTo>
                  <a:lnTo>
                    <a:pt x="2" y="127"/>
                  </a:lnTo>
                  <a:lnTo>
                    <a:pt x="0" y="149"/>
                  </a:lnTo>
                  <a:lnTo>
                    <a:pt x="0" y="172"/>
                  </a:lnTo>
                  <a:lnTo>
                    <a:pt x="2" y="172"/>
                  </a:lnTo>
                  <a:lnTo>
                    <a:pt x="2" y="147"/>
                  </a:lnTo>
                  <a:lnTo>
                    <a:pt x="4" y="125"/>
                  </a:lnTo>
                  <a:lnTo>
                    <a:pt x="6" y="102"/>
                  </a:lnTo>
                  <a:lnTo>
                    <a:pt x="9" y="82"/>
                  </a:lnTo>
                  <a:lnTo>
                    <a:pt x="13" y="62"/>
                  </a:lnTo>
                  <a:lnTo>
                    <a:pt x="17" y="45"/>
                  </a:lnTo>
                  <a:lnTo>
                    <a:pt x="22" y="31"/>
                  </a:lnTo>
                  <a:lnTo>
                    <a:pt x="27" y="21"/>
                  </a:lnTo>
                  <a:lnTo>
                    <a:pt x="33" y="12"/>
                  </a:lnTo>
                  <a:lnTo>
                    <a:pt x="38" y="7"/>
                  </a:lnTo>
                  <a:lnTo>
                    <a:pt x="46" y="5"/>
                  </a:lnTo>
                  <a:lnTo>
                    <a:pt x="46" y="0"/>
                  </a:lnTo>
                  <a:close/>
                </a:path>
              </a:pathLst>
            </a:custGeom>
            <a:solidFill>
              <a:srgbClr val="AAAAAA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902" name="Google Shape;902;p2"/>
            <p:cNvSpPr/>
            <p:nvPr/>
          </p:nvSpPr>
          <p:spPr>
            <a:xfrm>
              <a:off x="4081" y="3323"/>
              <a:ext cx="38" cy="98"/>
            </a:xfrm>
            <a:custGeom>
              <a:avLst/>
              <a:gdLst/>
              <a:ahLst/>
              <a:cxnLst/>
              <a:rect l="l" t="t" r="r" b="b"/>
              <a:pathLst>
                <a:path w="44" h="167" extrusionOk="0">
                  <a:moveTo>
                    <a:pt x="44" y="0"/>
                  </a:moveTo>
                  <a:lnTo>
                    <a:pt x="36" y="2"/>
                  </a:lnTo>
                  <a:lnTo>
                    <a:pt x="31" y="7"/>
                  </a:lnTo>
                  <a:lnTo>
                    <a:pt x="25" y="16"/>
                  </a:lnTo>
                  <a:lnTo>
                    <a:pt x="20" y="26"/>
                  </a:lnTo>
                  <a:lnTo>
                    <a:pt x="15" y="40"/>
                  </a:lnTo>
                  <a:lnTo>
                    <a:pt x="11" y="57"/>
                  </a:lnTo>
                  <a:lnTo>
                    <a:pt x="7" y="77"/>
                  </a:lnTo>
                  <a:lnTo>
                    <a:pt x="4" y="97"/>
                  </a:lnTo>
                  <a:lnTo>
                    <a:pt x="2" y="120"/>
                  </a:lnTo>
                  <a:lnTo>
                    <a:pt x="0" y="142"/>
                  </a:lnTo>
                  <a:lnTo>
                    <a:pt x="0" y="167"/>
                  </a:lnTo>
                  <a:lnTo>
                    <a:pt x="2" y="167"/>
                  </a:lnTo>
                  <a:lnTo>
                    <a:pt x="2" y="142"/>
                  </a:lnTo>
                  <a:lnTo>
                    <a:pt x="2" y="122"/>
                  </a:lnTo>
                  <a:lnTo>
                    <a:pt x="6" y="99"/>
                  </a:lnTo>
                  <a:lnTo>
                    <a:pt x="7" y="80"/>
                  </a:lnTo>
                  <a:lnTo>
                    <a:pt x="11" y="61"/>
                  </a:lnTo>
                  <a:lnTo>
                    <a:pt x="16" y="45"/>
                  </a:lnTo>
                  <a:lnTo>
                    <a:pt x="20" y="31"/>
                  </a:lnTo>
                  <a:lnTo>
                    <a:pt x="25" y="19"/>
                  </a:lnTo>
                  <a:lnTo>
                    <a:pt x="31" y="12"/>
                  </a:lnTo>
                  <a:lnTo>
                    <a:pt x="36" y="7"/>
                  </a:lnTo>
                  <a:lnTo>
                    <a:pt x="44" y="5"/>
                  </a:lnTo>
                  <a:lnTo>
                    <a:pt x="44" y="0"/>
                  </a:lnTo>
                  <a:close/>
                </a:path>
              </a:pathLst>
            </a:custGeom>
            <a:solidFill>
              <a:srgbClr val="ACACAC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903" name="Google Shape;903;p2"/>
            <p:cNvSpPr/>
            <p:nvPr/>
          </p:nvSpPr>
          <p:spPr>
            <a:xfrm>
              <a:off x="4082" y="3325"/>
              <a:ext cx="37" cy="96"/>
            </a:xfrm>
            <a:custGeom>
              <a:avLst/>
              <a:gdLst/>
              <a:ahLst/>
              <a:cxnLst/>
              <a:rect l="l" t="t" r="r" b="b"/>
              <a:pathLst>
                <a:path w="42" h="162" extrusionOk="0">
                  <a:moveTo>
                    <a:pt x="42" y="0"/>
                  </a:moveTo>
                  <a:lnTo>
                    <a:pt x="34" y="2"/>
                  </a:lnTo>
                  <a:lnTo>
                    <a:pt x="29" y="7"/>
                  </a:lnTo>
                  <a:lnTo>
                    <a:pt x="23" y="14"/>
                  </a:lnTo>
                  <a:lnTo>
                    <a:pt x="18" y="26"/>
                  </a:lnTo>
                  <a:lnTo>
                    <a:pt x="14" y="40"/>
                  </a:lnTo>
                  <a:lnTo>
                    <a:pt x="9" y="56"/>
                  </a:lnTo>
                  <a:lnTo>
                    <a:pt x="5" y="75"/>
                  </a:lnTo>
                  <a:lnTo>
                    <a:pt x="4" y="94"/>
                  </a:lnTo>
                  <a:lnTo>
                    <a:pt x="0" y="117"/>
                  </a:lnTo>
                  <a:lnTo>
                    <a:pt x="0" y="137"/>
                  </a:lnTo>
                  <a:lnTo>
                    <a:pt x="0" y="162"/>
                  </a:lnTo>
                  <a:lnTo>
                    <a:pt x="0" y="162"/>
                  </a:lnTo>
                  <a:lnTo>
                    <a:pt x="2" y="139"/>
                  </a:lnTo>
                  <a:lnTo>
                    <a:pt x="2" y="117"/>
                  </a:lnTo>
                  <a:lnTo>
                    <a:pt x="4" y="96"/>
                  </a:lnTo>
                  <a:lnTo>
                    <a:pt x="7" y="77"/>
                  </a:lnTo>
                  <a:lnTo>
                    <a:pt x="11" y="59"/>
                  </a:lnTo>
                  <a:lnTo>
                    <a:pt x="14" y="44"/>
                  </a:lnTo>
                  <a:lnTo>
                    <a:pt x="20" y="30"/>
                  </a:lnTo>
                  <a:lnTo>
                    <a:pt x="23" y="20"/>
                  </a:lnTo>
                  <a:lnTo>
                    <a:pt x="29" y="13"/>
                  </a:lnTo>
                  <a:lnTo>
                    <a:pt x="36" y="7"/>
                  </a:lnTo>
                  <a:lnTo>
                    <a:pt x="42" y="6"/>
                  </a:lnTo>
                  <a:lnTo>
                    <a:pt x="42" y="0"/>
                  </a:lnTo>
                  <a:close/>
                </a:path>
              </a:pathLst>
            </a:custGeom>
            <a:solidFill>
              <a:srgbClr val="AFAFAF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904" name="Google Shape;904;p2"/>
            <p:cNvSpPr/>
            <p:nvPr/>
          </p:nvSpPr>
          <p:spPr>
            <a:xfrm>
              <a:off x="4082" y="3329"/>
              <a:ext cx="37" cy="92"/>
            </a:xfrm>
            <a:custGeom>
              <a:avLst/>
              <a:gdLst/>
              <a:ahLst/>
              <a:cxnLst/>
              <a:rect l="l" t="t" r="r" b="b"/>
              <a:pathLst>
                <a:path w="42" h="156" extrusionOk="0">
                  <a:moveTo>
                    <a:pt x="42" y="0"/>
                  </a:moveTo>
                  <a:lnTo>
                    <a:pt x="36" y="1"/>
                  </a:lnTo>
                  <a:lnTo>
                    <a:pt x="29" y="7"/>
                  </a:lnTo>
                  <a:lnTo>
                    <a:pt x="23" y="14"/>
                  </a:lnTo>
                  <a:lnTo>
                    <a:pt x="20" y="24"/>
                  </a:lnTo>
                  <a:lnTo>
                    <a:pt x="14" y="38"/>
                  </a:lnTo>
                  <a:lnTo>
                    <a:pt x="11" y="53"/>
                  </a:lnTo>
                  <a:lnTo>
                    <a:pt x="7" y="71"/>
                  </a:lnTo>
                  <a:lnTo>
                    <a:pt x="4" y="90"/>
                  </a:lnTo>
                  <a:lnTo>
                    <a:pt x="2" y="111"/>
                  </a:lnTo>
                  <a:lnTo>
                    <a:pt x="2" y="133"/>
                  </a:lnTo>
                  <a:lnTo>
                    <a:pt x="0" y="156"/>
                  </a:lnTo>
                  <a:lnTo>
                    <a:pt x="2" y="156"/>
                  </a:lnTo>
                  <a:lnTo>
                    <a:pt x="2" y="133"/>
                  </a:lnTo>
                  <a:lnTo>
                    <a:pt x="4" y="112"/>
                  </a:lnTo>
                  <a:lnTo>
                    <a:pt x="5" y="93"/>
                  </a:lnTo>
                  <a:lnTo>
                    <a:pt x="7" y="74"/>
                  </a:lnTo>
                  <a:lnTo>
                    <a:pt x="11" y="57"/>
                  </a:lnTo>
                  <a:lnTo>
                    <a:pt x="16" y="41"/>
                  </a:lnTo>
                  <a:lnTo>
                    <a:pt x="20" y="29"/>
                  </a:lnTo>
                  <a:lnTo>
                    <a:pt x="25" y="19"/>
                  </a:lnTo>
                  <a:lnTo>
                    <a:pt x="31" y="10"/>
                  </a:lnTo>
                  <a:lnTo>
                    <a:pt x="36" y="7"/>
                  </a:lnTo>
                  <a:lnTo>
                    <a:pt x="42" y="5"/>
                  </a:lnTo>
                  <a:lnTo>
                    <a:pt x="42" y="0"/>
                  </a:lnTo>
                  <a:close/>
                </a:path>
              </a:pathLst>
            </a:custGeom>
            <a:solidFill>
              <a:srgbClr val="B1B1B1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905" name="Google Shape;905;p2"/>
            <p:cNvSpPr/>
            <p:nvPr/>
          </p:nvSpPr>
          <p:spPr>
            <a:xfrm>
              <a:off x="4084" y="3331"/>
              <a:ext cx="35" cy="90"/>
            </a:xfrm>
            <a:custGeom>
              <a:avLst/>
              <a:gdLst/>
              <a:ahLst/>
              <a:cxnLst/>
              <a:rect l="l" t="t" r="r" b="b"/>
              <a:pathLst>
                <a:path w="40" h="151" extrusionOk="0">
                  <a:moveTo>
                    <a:pt x="40" y="0"/>
                  </a:moveTo>
                  <a:lnTo>
                    <a:pt x="34" y="2"/>
                  </a:lnTo>
                  <a:lnTo>
                    <a:pt x="29" y="5"/>
                  </a:lnTo>
                  <a:lnTo>
                    <a:pt x="23" y="14"/>
                  </a:lnTo>
                  <a:lnTo>
                    <a:pt x="18" y="24"/>
                  </a:lnTo>
                  <a:lnTo>
                    <a:pt x="14" y="36"/>
                  </a:lnTo>
                  <a:lnTo>
                    <a:pt x="9" y="52"/>
                  </a:lnTo>
                  <a:lnTo>
                    <a:pt x="5" y="69"/>
                  </a:lnTo>
                  <a:lnTo>
                    <a:pt x="3" y="88"/>
                  </a:lnTo>
                  <a:lnTo>
                    <a:pt x="2" y="107"/>
                  </a:lnTo>
                  <a:lnTo>
                    <a:pt x="0" y="128"/>
                  </a:lnTo>
                  <a:lnTo>
                    <a:pt x="0" y="151"/>
                  </a:lnTo>
                  <a:lnTo>
                    <a:pt x="2" y="151"/>
                  </a:lnTo>
                  <a:lnTo>
                    <a:pt x="2" y="130"/>
                  </a:lnTo>
                  <a:lnTo>
                    <a:pt x="3" y="109"/>
                  </a:lnTo>
                  <a:lnTo>
                    <a:pt x="5" y="90"/>
                  </a:lnTo>
                  <a:lnTo>
                    <a:pt x="7" y="71"/>
                  </a:lnTo>
                  <a:lnTo>
                    <a:pt x="11" y="55"/>
                  </a:lnTo>
                  <a:lnTo>
                    <a:pt x="14" y="40"/>
                  </a:lnTo>
                  <a:lnTo>
                    <a:pt x="18" y="28"/>
                  </a:lnTo>
                  <a:lnTo>
                    <a:pt x="23" y="17"/>
                  </a:lnTo>
                  <a:lnTo>
                    <a:pt x="29" y="10"/>
                  </a:lnTo>
                  <a:lnTo>
                    <a:pt x="34" y="7"/>
                  </a:lnTo>
                  <a:lnTo>
                    <a:pt x="40" y="5"/>
                  </a:lnTo>
                  <a:lnTo>
                    <a:pt x="40" y="0"/>
                  </a:lnTo>
                  <a:close/>
                </a:path>
              </a:pathLst>
            </a:custGeom>
            <a:solidFill>
              <a:srgbClr val="B4B4B4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906" name="Google Shape;906;p2"/>
            <p:cNvSpPr/>
            <p:nvPr/>
          </p:nvSpPr>
          <p:spPr>
            <a:xfrm>
              <a:off x="4086" y="3335"/>
              <a:ext cx="33" cy="86"/>
            </a:xfrm>
            <a:custGeom>
              <a:avLst/>
              <a:gdLst/>
              <a:ahLst/>
              <a:cxnLst/>
              <a:rect l="l" t="t" r="r" b="b"/>
              <a:pathLst>
                <a:path w="38" h="146" extrusionOk="0">
                  <a:moveTo>
                    <a:pt x="38" y="0"/>
                  </a:moveTo>
                  <a:lnTo>
                    <a:pt x="32" y="2"/>
                  </a:lnTo>
                  <a:lnTo>
                    <a:pt x="27" y="5"/>
                  </a:lnTo>
                  <a:lnTo>
                    <a:pt x="21" y="12"/>
                  </a:lnTo>
                  <a:lnTo>
                    <a:pt x="16" y="23"/>
                  </a:lnTo>
                  <a:lnTo>
                    <a:pt x="12" y="35"/>
                  </a:lnTo>
                  <a:lnTo>
                    <a:pt x="9" y="50"/>
                  </a:lnTo>
                  <a:lnTo>
                    <a:pt x="5" y="66"/>
                  </a:lnTo>
                  <a:lnTo>
                    <a:pt x="3" y="85"/>
                  </a:lnTo>
                  <a:lnTo>
                    <a:pt x="1" y="104"/>
                  </a:lnTo>
                  <a:lnTo>
                    <a:pt x="0" y="125"/>
                  </a:lnTo>
                  <a:lnTo>
                    <a:pt x="0" y="146"/>
                  </a:lnTo>
                  <a:lnTo>
                    <a:pt x="1" y="146"/>
                  </a:lnTo>
                  <a:lnTo>
                    <a:pt x="1" y="123"/>
                  </a:lnTo>
                  <a:lnTo>
                    <a:pt x="3" y="102"/>
                  </a:lnTo>
                  <a:lnTo>
                    <a:pt x="5" y="82"/>
                  </a:lnTo>
                  <a:lnTo>
                    <a:pt x="7" y="63"/>
                  </a:lnTo>
                  <a:lnTo>
                    <a:pt x="10" y="47"/>
                  </a:lnTo>
                  <a:lnTo>
                    <a:pt x="16" y="31"/>
                  </a:lnTo>
                  <a:lnTo>
                    <a:pt x="21" y="21"/>
                  </a:lnTo>
                  <a:lnTo>
                    <a:pt x="25" y="12"/>
                  </a:lnTo>
                  <a:lnTo>
                    <a:pt x="32" y="7"/>
                  </a:lnTo>
                  <a:lnTo>
                    <a:pt x="38" y="5"/>
                  </a:lnTo>
                  <a:lnTo>
                    <a:pt x="38" y="0"/>
                  </a:lnTo>
                  <a:close/>
                </a:path>
              </a:pathLst>
            </a:custGeom>
            <a:solidFill>
              <a:srgbClr val="B7B7B7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907" name="Google Shape;907;p2"/>
            <p:cNvSpPr/>
            <p:nvPr/>
          </p:nvSpPr>
          <p:spPr>
            <a:xfrm>
              <a:off x="4088" y="3338"/>
              <a:ext cx="31" cy="83"/>
            </a:xfrm>
            <a:custGeom>
              <a:avLst/>
              <a:gdLst/>
              <a:ahLst/>
              <a:cxnLst/>
              <a:rect l="l" t="t" r="r" b="b"/>
              <a:pathLst>
                <a:path w="37" h="141" extrusionOk="0">
                  <a:moveTo>
                    <a:pt x="37" y="0"/>
                  </a:moveTo>
                  <a:lnTo>
                    <a:pt x="31" y="2"/>
                  </a:lnTo>
                  <a:lnTo>
                    <a:pt x="24" y="7"/>
                  </a:lnTo>
                  <a:lnTo>
                    <a:pt x="20" y="16"/>
                  </a:lnTo>
                  <a:lnTo>
                    <a:pt x="15" y="26"/>
                  </a:lnTo>
                  <a:lnTo>
                    <a:pt x="9" y="42"/>
                  </a:lnTo>
                  <a:lnTo>
                    <a:pt x="6" y="58"/>
                  </a:lnTo>
                  <a:lnTo>
                    <a:pt x="4" y="77"/>
                  </a:lnTo>
                  <a:lnTo>
                    <a:pt x="2" y="97"/>
                  </a:lnTo>
                  <a:lnTo>
                    <a:pt x="0" y="118"/>
                  </a:lnTo>
                  <a:lnTo>
                    <a:pt x="0" y="141"/>
                  </a:lnTo>
                  <a:lnTo>
                    <a:pt x="0" y="141"/>
                  </a:lnTo>
                  <a:lnTo>
                    <a:pt x="2" y="118"/>
                  </a:lnTo>
                  <a:lnTo>
                    <a:pt x="2" y="99"/>
                  </a:lnTo>
                  <a:lnTo>
                    <a:pt x="4" y="78"/>
                  </a:lnTo>
                  <a:lnTo>
                    <a:pt x="8" y="61"/>
                  </a:lnTo>
                  <a:lnTo>
                    <a:pt x="11" y="45"/>
                  </a:lnTo>
                  <a:lnTo>
                    <a:pt x="15" y="31"/>
                  </a:lnTo>
                  <a:lnTo>
                    <a:pt x="20" y="19"/>
                  </a:lnTo>
                  <a:lnTo>
                    <a:pt x="26" y="12"/>
                  </a:lnTo>
                  <a:lnTo>
                    <a:pt x="31" y="7"/>
                  </a:lnTo>
                  <a:lnTo>
                    <a:pt x="37" y="5"/>
                  </a:lnTo>
                  <a:lnTo>
                    <a:pt x="37" y="0"/>
                  </a:lnTo>
                  <a:close/>
                </a:path>
              </a:pathLst>
            </a:custGeom>
            <a:solidFill>
              <a:srgbClr val="BABABA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908" name="Google Shape;908;p2"/>
            <p:cNvSpPr/>
            <p:nvPr/>
          </p:nvSpPr>
          <p:spPr>
            <a:xfrm>
              <a:off x="4088" y="3340"/>
              <a:ext cx="31" cy="81"/>
            </a:xfrm>
            <a:custGeom>
              <a:avLst/>
              <a:gdLst/>
              <a:ahLst/>
              <a:cxnLst/>
              <a:rect l="l" t="t" r="r" b="b"/>
              <a:pathLst>
                <a:path w="37" h="136" extrusionOk="0">
                  <a:moveTo>
                    <a:pt x="37" y="0"/>
                  </a:moveTo>
                  <a:lnTo>
                    <a:pt x="31" y="2"/>
                  </a:lnTo>
                  <a:lnTo>
                    <a:pt x="26" y="7"/>
                  </a:lnTo>
                  <a:lnTo>
                    <a:pt x="20" y="14"/>
                  </a:lnTo>
                  <a:lnTo>
                    <a:pt x="15" y="26"/>
                  </a:lnTo>
                  <a:lnTo>
                    <a:pt x="11" y="40"/>
                  </a:lnTo>
                  <a:lnTo>
                    <a:pt x="8" y="56"/>
                  </a:lnTo>
                  <a:lnTo>
                    <a:pt x="4" y="73"/>
                  </a:lnTo>
                  <a:lnTo>
                    <a:pt x="2" y="94"/>
                  </a:lnTo>
                  <a:lnTo>
                    <a:pt x="2" y="113"/>
                  </a:lnTo>
                  <a:lnTo>
                    <a:pt x="0" y="136"/>
                  </a:lnTo>
                  <a:lnTo>
                    <a:pt x="2" y="136"/>
                  </a:lnTo>
                  <a:lnTo>
                    <a:pt x="2" y="115"/>
                  </a:lnTo>
                  <a:lnTo>
                    <a:pt x="4" y="96"/>
                  </a:lnTo>
                  <a:lnTo>
                    <a:pt x="6" y="77"/>
                  </a:lnTo>
                  <a:lnTo>
                    <a:pt x="9" y="59"/>
                  </a:lnTo>
                  <a:lnTo>
                    <a:pt x="13" y="44"/>
                  </a:lnTo>
                  <a:lnTo>
                    <a:pt x="17" y="30"/>
                  </a:lnTo>
                  <a:lnTo>
                    <a:pt x="20" y="20"/>
                  </a:lnTo>
                  <a:lnTo>
                    <a:pt x="26" y="13"/>
                  </a:lnTo>
                  <a:lnTo>
                    <a:pt x="31" y="7"/>
                  </a:lnTo>
                  <a:lnTo>
                    <a:pt x="37" y="6"/>
                  </a:lnTo>
                  <a:lnTo>
                    <a:pt x="37" y="0"/>
                  </a:lnTo>
                  <a:close/>
                </a:path>
              </a:pathLst>
            </a:custGeom>
            <a:solidFill>
              <a:srgbClr val="BDBDBD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909" name="Google Shape;909;p2"/>
            <p:cNvSpPr/>
            <p:nvPr/>
          </p:nvSpPr>
          <p:spPr>
            <a:xfrm>
              <a:off x="4089" y="3344"/>
              <a:ext cx="30" cy="77"/>
            </a:xfrm>
            <a:custGeom>
              <a:avLst/>
              <a:gdLst/>
              <a:ahLst/>
              <a:cxnLst/>
              <a:rect l="l" t="t" r="r" b="b"/>
              <a:pathLst>
                <a:path w="35" h="130" extrusionOk="0">
                  <a:moveTo>
                    <a:pt x="35" y="0"/>
                  </a:moveTo>
                  <a:lnTo>
                    <a:pt x="29" y="1"/>
                  </a:lnTo>
                  <a:lnTo>
                    <a:pt x="24" y="7"/>
                  </a:lnTo>
                  <a:lnTo>
                    <a:pt x="18" y="14"/>
                  </a:lnTo>
                  <a:lnTo>
                    <a:pt x="15" y="24"/>
                  </a:lnTo>
                  <a:lnTo>
                    <a:pt x="11" y="38"/>
                  </a:lnTo>
                  <a:lnTo>
                    <a:pt x="7" y="53"/>
                  </a:lnTo>
                  <a:lnTo>
                    <a:pt x="4" y="71"/>
                  </a:lnTo>
                  <a:lnTo>
                    <a:pt x="2" y="90"/>
                  </a:lnTo>
                  <a:lnTo>
                    <a:pt x="0" y="109"/>
                  </a:lnTo>
                  <a:lnTo>
                    <a:pt x="0" y="130"/>
                  </a:lnTo>
                  <a:lnTo>
                    <a:pt x="2" y="130"/>
                  </a:lnTo>
                  <a:lnTo>
                    <a:pt x="2" y="109"/>
                  </a:lnTo>
                  <a:lnTo>
                    <a:pt x="4" y="90"/>
                  </a:lnTo>
                  <a:lnTo>
                    <a:pt x="6" y="73"/>
                  </a:lnTo>
                  <a:lnTo>
                    <a:pt x="7" y="55"/>
                  </a:lnTo>
                  <a:lnTo>
                    <a:pt x="11" y="41"/>
                  </a:lnTo>
                  <a:lnTo>
                    <a:pt x="15" y="29"/>
                  </a:lnTo>
                  <a:lnTo>
                    <a:pt x="20" y="19"/>
                  </a:lnTo>
                  <a:lnTo>
                    <a:pt x="24" y="10"/>
                  </a:lnTo>
                  <a:lnTo>
                    <a:pt x="29" y="7"/>
                  </a:lnTo>
                  <a:lnTo>
                    <a:pt x="35" y="5"/>
                  </a:lnTo>
                  <a:lnTo>
                    <a:pt x="35" y="0"/>
                  </a:lnTo>
                  <a:close/>
                </a:path>
              </a:pathLst>
            </a:custGeom>
            <a:solidFill>
              <a:srgbClr val="C0C0C0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910" name="Google Shape;910;p2"/>
            <p:cNvSpPr/>
            <p:nvPr/>
          </p:nvSpPr>
          <p:spPr>
            <a:xfrm>
              <a:off x="4091" y="3346"/>
              <a:ext cx="28" cy="75"/>
            </a:xfrm>
            <a:custGeom>
              <a:avLst/>
              <a:gdLst/>
              <a:ahLst/>
              <a:cxnLst/>
              <a:rect l="l" t="t" r="r" b="b"/>
              <a:pathLst>
                <a:path w="33" h="125" extrusionOk="0">
                  <a:moveTo>
                    <a:pt x="33" y="0"/>
                  </a:moveTo>
                  <a:lnTo>
                    <a:pt x="27" y="2"/>
                  </a:lnTo>
                  <a:lnTo>
                    <a:pt x="22" y="5"/>
                  </a:lnTo>
                  <a:lnTo>
                    <a:pt x="18" y="14"/>
                  </a:lnTo>
                  <a:lnTo>
                    <a:pt x="13" y="24"/>
                  </a:lnTo>
                  <a:lnTo>
                    <a:pt x="9" y="36"/>
                  </a:lnTo>
                  <a:lnTo>
                    <a:pt x="5" y="50"/>
                  </a:lnTo>
                  <a:lnTo>
                    <a:pt x="4" y="68"/>
                  </a:lnTo>
                  <a:lnTo>
                    <a:pt x="2" y="85"/>
                  </a:lnTo>
                  <a:lnTo>
                    <a:pt x="0" y="104"/>
                  </a:lnTo>
                  <a:lnTo>
                    <a:pt x="0" y="125"/>
                  </a:lnTo>
                  <a:lnTo>
                    <a:pt x="2" y="125"/>
                  </a:lnTo>
                  <a:lnTo>
                    <a:pt x="2" y="106"/>
                  </a:lnTo>
                  <a:lnTo>
                    <a:pt x="2" y="87"/>
                  </a:lnTo>
                  <a:lnTo>
                    <a:pt x="4" y="69"/>
                  </a:lnTo>
                  <a:lnTo>
                    <a:pt x="7" y="54"/>
                  </a:lnTo>
                  <a:lnTo>
                    <a:pt x="11" y="40"/>
                  </a:lnTo>
                  <a:lnTo>
                    <a:pt x="14" y="28"/>
                  </a:lnTo>
                  <a:lnTo>
                    <a:pt x="18" y="17"/>
                  </a:lnTo>
                  <a:lnTo>
                    <a:pt x="22" y="10"/>
                  </a:lnTo>
                  <a:lnTo>
                    <a:pt x="27" y="7"/>
                  </a:lnTo>
                  <a:lnTo>
                    <a:pt x="33" y="5"/>
                  </a:lnTo>
                  <a:lnTo>
                    <a:pt x="33" y="0"/>
                  </a:lnTo>
                  <a:close/>
                </a:path>
              </a:pathLst>
            </a:custGeom>
            <a:solidFill>
              <a:srgbClr val="C3C3C3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911" name="Google Shape;911;p2"/>
            <p:cNvSpPr/>
            <p:nvPr/>
          </p:nvSpPr>
          <p:spPr>
            <a:xfrm>
              <a:off x="4091" y="3350"/>
              <a:ext cx="28" cy="71"/>
            </a:xfrm>
            <a:custGeom>
              <a:avLst/>
              <a:gdLst/>
              <a:ahLst/>
              <a:cxnLst/>
              <a:rect l="l" t="t" r="r" b="b"/>
              <a:pathLst>
                <a:path w="31" h="120" extrusionOk="0">
                  <a:moveTo>
                    <a:pt x="31" y="0"/>
                  </a:moveTo>
                  <a:lnTo>
                    <a:pt x="25" y="2"/>
                  </a:lnTo>
                  <a:lnTo>
                    <a:pt x="20" y="5"/>
                  </a:lnTo>
                  <a:lnTo>
                    <a:pt x="16" y="12"/>
                  </a:lnTo>
                  <a:lnTo>
                    <a:pt x="12" y="23"/>
                  </a:lnTo>
                  <a:lnTo>
                    <a:pt x="9" y="35"/>
                  </a:lnTo>
                  <a:lnTo>
                    <a:pt x="5" y="49"/>
                  </a:lnTo>
                  <a:lnTo>
                    <a:pt x="2" y="64"/>
                  </a:lnTo>
                  <a:lnTo>
                    <a:pt x="0" y="82"/>
                  </a:lnTo>
                  <a:lnTo>
                    <a:pt x="0" y="101"/>
                  </a:lnTo>
                  <a:lnTo>
                    <a:pt x="0" y="120"/>
                  </a:lnTo>
                  <a:lnTo>
                    <a:pt x="0" y="120"/>
                  </a:lnTo>
                  <a:lnTo>
                    <a:pt x="0" y="101"/>
                  </a:lnTo>
                  <a:lnTo>
                    <a:pt x="2" y="83"/>
                  </a:lnTo>
                  <a:lnTo>
                    <a:pt x="3" y="68"/>
                  </a:lnTo>
                  <a:lnTo>
                    <a:pt x="5" y="52"/>
                  </a:lnTo>
                  <a:lnTo>
                    <a:pt x="9" y="38"/>
                  </a:lnTo>
                  <a:lnTo>
                    <a:pt x="12" y="26"/>
                  </a:lnTo>
                  <a:lnTo>
                    <a:pt x="16" y="17"/>
                  </a:lnTo>
                  <a:lnTo>
                    <a:pt x="22" y="10"/>
                  </a:lnTo>
                  <a:lnTo>
                    <a:pt x="25" y="7"/>
                  </a:lnTo>
                  <a:lnTo>
                    <a:pt x="31" y="5"/>
                  </a:lnTo>
                  <a:lnTo>
                    <a:pt x="31" y="0"/>
                  </a:lnTo>
                  <a:close/>
                </a:path>
              </a:pathLst>
            </a:custGeom>
            <a:solidFill>
              <a:srgbClr val="C7C7C7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912" name="Google Shape;912;p2"/>
            <p:cNvSpPr/>
            <p:nvPr/>
          </p:nvSpPr>
          <p:spPr>
            <a:xfrm>
              <a:off x="4091" y="3354"/>
              <a:ext cx="28" cy="67"/>
            </a:xfrm>
            <a:custGeom>
              <a:avLst/>
              <a:gdLst/>
              <a:ahLst/>
              <a:cxnLst/>
              <a:rect l="l" t="t" r="r" b="b"/>
              <a:pathLst>
                <a:path w="31" h="115" extrusionOk="0">
                  <a:moveTo>
                    <a:pt x="31" y="0"/>
                  </a:moveTo>
                  <a:lnTo>
                    <a:pt x="25" y="2"/>
                  </a:lnTo>
                  <a:lnTo>
                    <a:pt x="22" y="5"/>
                  </a:lnTo>
                  <a:lnTo>
                    <a:pt x="16" y="12"/>
                  </a:lnTo>
                  <a:lnTo>
                    <a:pt x="12" y="21"/>
                  </a:lnTo>
                  <a:lnTo>
                    <a:pt x="9" y="33"/>
                  </a:lnTo>
                  <a:lnTo>
                    <a:pt x="5" y="47"/>
                  </a:lnTo>
                  <a:lnTo>
                    <a:pt x="3" y="63"/>
                  </a:lnTo>
                  <a:lnTo>
                    <a:pt x="2" y="78"/>
                  </a:lnTo>
                  <a:lnTo>
                    <a:pt x="0" y="96"/>
                  </a:lnTo>
                  <a:lnTo>
                    <a:pt x="0" y="115"/>
                  </a:lnTo>
                  <a:lnTo>
                    <a:pt x="2" y="115"/>
                  </a:lnTo>
                  <a:lnTo>
                    <a:pt x="2" y="96"/>
                  </a:lnTo>
                  <a:lnTo>
                    <a:pt x="3" y="77"/>
                  </a:lnTo>
                  <a:lnTo>
                    <a:pt x="5" y="59"/>
                  </a:lnTo>
                  <a:lnTo>
                    <a:pt x="9" y="44"/>
                  </a:lnTo>
                  <a:lnTo>
                    <a:pt x="12" y="32"/>
                  </a:lnTo>
                  <a:lnTo>
                    <a:pt x="16" y="19"/>
                  </a:lnTo>
                  <a:lnTo>
                    <a:pt x="20" y="12"/>
                  </a:lnTo>
                  <a:lnTo>
                    <a:pt x="25" y="7"/>
                  </a:lnTo>
                  <a:lnTo>
                    <a:pt x="31" y="5"/>
                  </a:lnTo>
                  <a:lnTo>
                    <a:pt x="31" y="0"/>
                  </a:lnTo>
                  <a:close/>
                </a:path>
              </a:pathLst>
            </a:custGeom>
            <a:solidFill>
              <a:srgbClr val="CACACA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913" name="Google Shape;913;p2"/>
            <p:cNvSpPr/>
            <p:nvPr/>
          </p:nvSpPr>
          <p:spPr>
            <a:xfrm>
              <a:off x="4093" y="3356"/>
              <a:ext cx="26" cy="65"/>
            </a:xfrm>
            <a:custGeom>
              <a:avLst/>
              <a:gdLst/>
              <a:ahLst/>
              <a:cxnLst/>
              <a:rect l="l" t="t" r="r" b="b"/>
              <a:pathLst>
                <a:path w="29" h="110" extrusionOk="0">
                  <a:moveTo>
                    <a:pt x="29" y="0"/>
                  </a:moveTo>
                  <a:lnTo>
                    <a:pt x="23" y="2"/>
                  </a:lnTo>
                  <a:lnTo>
                    <a:pt x="18" y="7"/>
                  </a:lnTo>
                  <a:lnTo>
                    <a:pt x="14" y="14"/>
                  </a:lnTo>
                  <a:lnTo>
                    <a:pt x="10" y="27"/>
                  </a:lnTo>
                  <a:lnTo>
                    <a:pt x="7" y="39"/>
                  </a:lnTo>
                  <a:lnTo>
                    <a:pt x="3" y="54"/>
                  </a:lnTo>
                  <a:lnTo>
                    <a:pt x="1" y="72"/>
                  </a:lnTo>
                  <a:lnTo>
                    <a:pt x="0" y="91"/>
                  </a:lnTo>
                  <a:lnTo>
                    <a:pt x="0" y="110"/>
                  </a:lnTo>
                  <a:lnTo>
                    <a:pt x="1" y="110"/>
                  </a:lnTo>
                  <a:lnTo>
                    <a:pt x="1" y="91"/>
                  </a:lnTo>
                  <a:lnTo>
                    <a:pt x="3" y="73"/>
                  </a:lnTo>
                  <a:lnTo>
                    <a:pt x="5" y="58"/>
                  </a:lnTo>
                  <a:lnTo>
                    <a:pt x="7" y="42"/>
                  </a:lnTo>
                  <a:lnTo>
                    <a:pt x="10" y="30"/>
                  </a:lnTo>
                  <a:lnTo>
                    <a:pt x="14" y="20"/>
                  </a:lnTo>
                  <a:lnTo>
                    <a:pt x="20" y="11"/>
                  </a:lnTo>
                  <a:lnTo>
                    <a:pt x="23" y="7"/>
                  </a:lnTo>
                  <a:lnTo>
                    <a:pt x="29" y="6"/>
                  </a:lnTo>
                  <a:lnTo>
                    <a:pt x="29" y="0"/>
                  </a:lnTo>
                  <a:close/>
                </a:path>
              </a:pathLst>
            </a:custGeom>
            <a:solidFill>
              <a:srgbClr val="CDCDCD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914" name="Google Shape;914;p2"/>
            <p:cNvSpPr/>
            <p:nvPr/>
          </p:nvSpPr>
          <p:spPr>
            <a:xfrm>
              <a:off x="4095" y="3360"/>
              <a:ext cx="24" cy="61"/>
            </a:xfrm>
            <a:custGeom>
              <a:avLst/>
              <a:gdLst/>
              <a:ahLst/>
              <a:cxnLst/>
              <a:rect l="l" t="t" r="r" b="b"/>
              <a:pathLst>
                <a:path w="28" h="104" extrusionOk="0">
                  <a:moveTo>
                    <a:pt x="28" y="0"/>
                  </a:moveTo>
                  <a:lnTo>
                    <a:pt x="22" y="1"/>
                  </a:lnTo>
                  <a:lnTo>
                    <a:pt x="19" y="5"/>
                  </a:lnTo>
                  <a:lnTo>
                    <a:pt x="13" y="14"/>
                  </a:lnTo>
                  <a:lnTo>
                    <a:pt x="9" y="24"/>
                  </a:lnTo>
                  <a:lnTo>
                    <a:pt x="6" y="36"/>
                  </a:lnTo>
                  <a:lnTo>
                    <a:pt x="4" y="52"/>
                  </a:lnTo>
                  <a:lnTo>
                    <a:pt x="2" y="67"/>
                  </a:lnTo>
                  <a:lnTo>
                    <a:pt x="0" y="85"/>
                  </a:lnTo>
                  <a:lnTo>
                    <a:pt x="0" y="104"/>
                  </a:lnTo>
                  <a:lnTo>
                    <a:pt x="2" y="104"/>
                  </a:lnTo>
                  <a:lnTo>
                    <a:pt x="2" y="86"/>
                  </a:lnTo>
                  <a:lnTo>
                    <a:pt x="2" y="69"/>
                  </a:lnTo>
                  <a:lnTo>
                    <a:pt x="4" y="53"/>
                  </a:lnTo>
                  <a:lnTo>
                    <a:pt x="8" y="40"/>
                  </a:lnTo>
                  <a:lnTo>
                    <a:pt x="11" y="27"/>
                  </a:lnTo>
                  <a:lnTo>
                    <a:pt x="15" y="17"/>
                  </a:lnTo>
                  <a:lnTo>
                    <a:pt x="19" y="10"/>
                  </a:lnTo>
                  <a:lnTo>
                    <a:pt x="22" y="7"/>
                  </a:lnTo>
                  <a:lnTo>
                    <a:pt x="28" y="5"/>
                  </a:lnTo>
                  <a:lnTo>
                    <a:pt x="28" y="0"/>
                  </a:lnTo>
                  <a:close/>
                </a:path>
              </a:pathLst>
            </a:custGeom>
            <a:solidFill>
              <a:srgbClr val="CFCFCF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915" name="Google Shape;915;p2"/>
            <p:cNvSpPr/>
            <p:nvPr/>
          </p:nvSpPr>
          <p:spPr>
            <a:xfrm>
              <a:off x="4096" y="3362"/>
              <a:ext cx="23" cy="59"/>
            </a:xfrm>
            <a:custGeom>
              <a:avLst/>
              <a:gdLst/>
              <a:ahLst/>
              <a:cxnLst/>
              <a:rect l="l" t="t" r="r" b="b"/>
              <a:pathLst>
                <a:path w="26" h="99" extrusionOk="0">
                  <a:moveTo>
                    <a:pt x="26" y="0"/>
                  </a:moveTo>
                  <a:lnTo>
                    <a:pt x="20" y="2"/>
                  </a:lnTo>
                  <a:lnTo>
                    <a:pt x="17" y="5"/>
                  </a:lnTo>
                  <a:lnTo>
                    <a:pt x="13" y="12"/>
                  </a:lnTo>
                  <a:lnTo>
                    <a:pt x="9" y="22"/>
                  </a:lnTo>
                  <a:lnTo>
                    <a:pt x="6" y="35"/>
                  </a:lnTo>
                  <a:lnTo>
                    <a:pt x="2" y="48"/>
                  </a:lnTo>
                  <a:lnTo>
                    <a:pt x="0" y="64"/>
                  </a:lnTo>
                  <a:lnTo>
                    <a:pt x="0" y="81"/>
                  </a:lnTo>
                  <a:lnTo>
                    <a:pt x="0" y="99"/>
                  </a:lnTo>
                  <a:lnTo>
                    <a:pt x="0" y="99"/>
                  </a:lnTo>
                  <a:lnTo>
                    <a:pt x="0" y="81"/>
                  </a:lnTo>
                  <a:lnTo>
                    <a:pt x="2" y="66"/>
                  </a:lnTo>
                  <a:lnTo>
                    <a:pt x="4" y="52"/>
                  </a:lnTo>
                  <a:lnTo>
                    <a:pt x="6" y="38"/>
                  </a:lnTo>
                  <a:lnTo>
                    <a:pt x="9" y="26"/>
                  </a:lnTo>
                  <a:lnTo>
                    <a:pt x="13" y="17"/>
                  </a:lnTo>
                  <a:lnTo>
                    <a:pt x="17" y="10"/>
                  </a:lnTo>
                  <a:lnTo>
                    <a:pt x="20" y="7"/>
                  </a:lnTo>
                  <a:lnTo>
                    <a:pt x="26" y="5"/>
                  </a:lnTo>
                  <a:lnTo>
                    <a:pt x="26" y="0"/>
                  </a:lnTo>
                  <a:close/>
                </a:path>
              </a:pathLst>
            </a:custGeom>
            <a:solidFill>
              <a:srgbClr val="D2D2D2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916" name="Google Shape;916;p2"/>
            <p:cNvSpPr/>
            <p:nvPr/>
          </p:nvSpPr>
          <p:spPr>
            <a:xfrm>
              <a:off x="4096" y="3365"/>
              <a:ext cx="23" cy="56"/>
            </a:xfrm>
            <a:custGeom>
              <a:avLst/>
              <a:gdLst/>
              <a:ahLst/>
              <a:cxnLst/>
              <a:rect l="l" t="t" r="r" b="b"/>
              <a:pathLst>
                <a:path w="26" h="94" extrusionOk="0">
                  <a:moveTo>
                    <a:pt x="26" y="0"/>
                  </a:moveTo>
                  <a:lnTo>
                    <a:pt x="20" y="2"/>
                  </a:lnTo>
                  <a:lnTo>
                    <a:pt x="17" y="5"/>
                  </a:lnTo>
                  <a:lnTo>
                    <a:pt x="13" y="12"/>
                  </a:lnTo>
                  <a:lnTo>
                    <a:pt x="9" y="21"/>
                  </a:lnTo>
                  <a:lnTo>
                    <a:pt x="6" y="33"/>
                  </a:lnTo>
                  <a:lnTo>
                    <a:pt x="4" y="47"/>
                  </a:lnTo>
                  <a:lnTo>
                    <a:pt x="2" y="61"/>
                  </a:lnTo>
                  <a:lnTo>
                    <a:pt x="0" y="76"/>
                  </a:lnTo>
                  <a:lnTo>
                    <a:pt x="0" y="94"/>
                  </a:lnTo>
                  <a:lnTo>
                    <a:pt x="2" y="94"/>
                  </a:lnTo>
                  <a:lnTo>
                    <a:pt x="2" y="76"/>
                  </a:lnTo>
                  <a:lnTo>
                    <a:pt x="4" y="59"/>
                  </a:lnTo>
                  <a:lnTo>
                    <a:pt x="6" y="43"/>
                  </a:lnTo>
                  <a:lnTo>
                    <a:pt x="9" y="31"/>
                  </a:lnTo>
                  <a:lnTo>
                    <a:pt x="13" y="19"/>
                  </a:lnTo>
                  <a:lnTo>
                    <a:pt x="17" y="12"/>
                  </a:lnTo>
                  <a:lnTo>
                    <a:pt x="20" y="7"/>
                  </a:lnTo>
                  <a:lnTo>
                    <a:pt x="26" y="5"/>
                  </a:lnTo>
                  <a:lnTo>
                    <a:pt x="26" y="0"/>
                  </a:lnTo>
                  <a:close/>
                </a:path>
              </a:pathLst>
            </a:custGeom>
            <a:solidFill>
              <a:srgbClr val="D4D4D4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917" name="Google Shape;917;p2"/>
            <p:cNvSpPr/>
            <p:nvPr/>
          </p:nvSpPr>
          <p:spPr>
            <a:xfrm>
              <a:off x="4098" y="3369"/>
              <a:ext cx="21" cy="52"/>
            </a:xfrm>
            <a:custGeom>
              <a:avLst/>
              <a:gdLst/>
              <a:ahLst/>
              <a:cxnLst/>
              <a:rect l="l" t="t" r="r" b="b"/>
              <a:pathLst>
                <a:path w="24" h="89" extrusionOk="0">
                  <a:moveTo>
                    <a:pt x="24" y="0"/>
                  </a:moveTo>
                  <a:lnTo>
                    <a:pt x="18" y="2"/>
                  </a:lnTo>
                  <a:lnTo>
                    <a:pt x="15" y="7"/>
                  </a:lnTo>
                  <a:lnTo>
                    <a:pt x="11" y="14"/>
                  </a:lnTo>
                  <a:lnTo>
                    <a:pt x="7" y="26"/>
                  </a:lnTo>
                  <a:lnTo>
                    <a:pt x="4" y="38"/>
                  </a:lnTo>
                  <a:lnTo>
                    <a:pt x="2" y="54"/>
                  </a:lnTo>
                  <a:lnTo>
                    <a:pt x="0" y="71"/>
                  </a:lnTo>
                  <a:lnTo>
                    <a:pt x="0" y="89"/>
                  </a:lnTo>
                  <a:lnTo>
                    <a:pt x="2" y="89"/>
                  </a:lnTo>
                  <a:lnTo>
                    <a:pt x="2" y="71"/>
                  </a:lnTo>
                  <a:lnTo>
                    <a:pt x="4" y="56"/>
                  </a:lnTo>
                  <a:lnTo>
                    <a:pt x="5" y="42"/>
                  </a:lnTo>
                  <a:lnTo>
                    <a:pt x="7" y="30"/>
                  </a:lnTo>
                  <a:lnTo>
                    <a:pt x="11" y="19"/>
                  </a:lnTo>
                  <a:lnTo>
                    <a:pt x="15" y="11"/>
                  </a:lnTo>
                  <a:lnTo>
                    <a:pt x="18" y="7"/>
                  </a:lnTo>
                  <a:lnTo>
                    <a:pt x="24" y="6"/>
                  </a:lnTo>
                  <a:lnTo>
                    <a:pt x="24" y="0"/>
                  </a:lnTo>
                  <a:close/>
                </a:path>
              </a:pathLst>
            </a:custGeom>
            <a:solidFill>
              <a:srgbClr val="D6D6D6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918" name="Google Shape;918;p2"/>
            <p:cNvSpPr/>
            <p:nvPr/>
          </p:nvSpPr>
          <p:spPr>
            <a:xfrm>
              <a:off x="4100" y="3371"/>
              <a:ext cx="19" cy="50"/>
            </a:xfrm>
            <a:custGeom>
              <a:avLst/>
              <a:gdLst/>
              <a:ahLst/>
              <a:cxnLst/>
              <a:rect l="l" t="t" r="r" b="b"/>
              <a:pathLst>
                <a:path w="22" h="83" extrusionOk="0">
                  <a:moveTo>
                    <a:pt x="22" y="0"/>
                  </a:moveTo>
                  <a:lnTo>
                    <a:pt x="16" y="1"/>
                  </a:lnTo>
                  <a:lnTo>
                    <a:pt x="13" y="5"/>
                  </a:lnTo>
                  <a:lnTo>
                    <a:pt x="9" y="13"/>
                  </a:lnTo>
                  <a:lnTo>
                    <a:pt x="5" y="24"/>
                  </a:lnTo>
                  <a:lnTo>
                    <a:pt x="3" y="36"/>
                  </a:lnTo>
                  <a:lnTo>
                    <a:pt x="2" y="50"/>
                  </a:lnTo>
                  <a:lnTo>
                    <a:pt x="0" y="65"/>
                  </a:lnTo>
                  <a:lnTo>
                    <a:pt x="0" y="83"/>
                  </a:lnTo>
                  <a:lnTo>
                    <a:pt x="2" y="83"/>
                  </a:lnTo>
                  <a:lnTo>
                    <a:pt x="2" y="67"/>
                  </a:lnTo>
                  <a:lnTo>
                    <a:pt x="2" y="52"/>
                  </a:lnTo>
                  <a:lnTo>
                    <a:pt x="3" y="39"/>
                  </a:lnTo>
                  <a:lnTo>
                    <a:pt x="7" y="27"/>
                  </a:lnTo>
                  <a:lnTo>
                    <a:pt x="11" y="17"/>
                  </a:lnTo>
                  <a:lnTo>
                    <a:pt x="13" y="10"/>
                  </a:lnTo>
                  <a:lnTo>
                    <a:pt x="18" y="6"/>
                  </a:lnTo>
                  <a:lnTo>
                    <a:pt x="22" y="5"/>
                  </a:lnTo>
                  <a:lnTo>
                    <a:pt x="22" y="0"/>
                  </a:lnTo>
                  <a:close/>
                </a:path>
              </a:pathLst>
            </a:custGeom>
            <a:solidFill>
              <a:srgbClr val="D8D8D8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919" name="Google Shape;919;p2"/>
            <p:cNvSpPr/>
            <p:nvPr/>
          </p:nvSpPr>
          <p:spPr>
            <a:xfrm>
              <a:off x="4102" y="3375"/>
              <a:ext cx="17" cy="46"/>
            </a:xfrm>
            <a:custGeom>
              <a:avLst/>
              <a:gdLst/>
              <a:ahLst/>
              <a:cxnLst/>
              <a:rect l="l" t="t" r="r" b="b"/>
              <a:pathLst>
                <a:path w="20" h="78" extrusionOk="0">
                  <a:moveTo>
                    <a:pt x="20" y="0"/>
                  </a:moveTo>
                  <a:lnTo>
                    <a:pt x="16" y="1"/>
                  </a:lnTo>
                  <a:lnTo>
                    <a:pt x="11" y="5"/>
                  </a:lnTo>
                  <a:lnTo>
                    <a:pt x="9" y="12"/>
                  </a:lnTo>
                  <a:lnTo>
                    <a:pt x="5" y="22"/>
                  </a:lnTo>
                  <a:lnTo>
                    <a:pt x="1" y="34"/>
                  </a:lnTo>
                  <a:lnTo>
                    <a:pt x="0" y="47"/>
                  </a:lnTo>
                  <a:lnTo>
                    <a:pt x="0" y="62"/>
                  </a:lnTo>
                  <a:lnTo>
                    <a:pt x="0" y="78"/>
                  </a:lnTo>
                  <a:lnTo>
                    <a:pt x="0" y="78"/>
                  </a:lnTo>
                  <a:lnTo>
                    <a:pt x="0" y="62"/>
                  </a:lnTo>
                  <a:lnTo>
                    <a:pt x="1" y="50"/>
                  </a:lnTo>
                  <a:lnTo>
                    <a:pt x="3" y="36"/>
                  </a:lnTo>
                  <a:lnTo>
                    <a:pt x="5" y="26"/>
                  </a:lnTo>
                  <a:lnTo>
                    <a:pt x="9" y="17"/>
                  </a:lnTo>
                  <a:lnTo>
                    <a:pt x="12" y="10"/>
                  </a:lnTo>
                  <a:lnTo>
                    <a:pt x="16" y="7"/>
                  </a:lnTo>
                  <a:lnTo>
                    <a:pt x="20" y="5"/>
                  </a:lnTo>
                  <a:lnTo>
                    <a:pt x="20" y="0"/>
                  </a:lnTo>
                  <a:close/>
                </a:path>
              </a:pathLst>
            </a:custGeom>
            <a:solidFill>
              <a:srgbClr val="DADADA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920" name="Google Shape;920;p2"/>
            <p:cNvSpPr/>
            <p:nvPr/>
          </p:nvSpPr>
          <p:spPr>
            <a:xfrm>
              <a:off x="4102" y="3377"/>
              <a:ext cx="17" cy="44"/>
            </a:xfrm>
            <a:custGeom>
              <a:avLst/>
              <a:gdLst/>
              <a:ahLst/>
              <a:cxnLst/>
              <a:rect l="l" t="t" r="r" b="b"/>
              <a:pathLst>
                <a:path w="20" h="73" extrusionOk="0">
                  <a:moveTo>
                    <a:pt x="20" y="0"/>
                  </a:moveTo>
                  <a:lnTo>
                    <a:pt x="16" y="2"/>
                  </a:lnTo>
                  <a:lnTo>
                    <a:pt x="12" y="5"/>
                  </a:lnTo>
                  <a:lnTo>
                    <a:pt x="9" y="12"/>
                  </a:lnTo>
                  <a:lnTo>
                    <a:pt x="5" y="21"/>
                  </a:lnTo>
                  <a:lnTo>
                    <a:pt x="3" y="31"/>
                  </a:lnTo>
                  <a:lnTo>
                    <a:pt x="1" y="45"/>
                  </a:lnTo>
                  <a:lnTo>
                    <a:pt x="0" y="57"/>
                  </a:lnTo>
                  <a:lnTo>
                    <a:pt x="0" y="73"/>
                  </a:lnTo>
                  <a:lnTo>
                    <a:pt x="1" y="73"/>
                  </a:lnTo>
                  <a:lnTo>
                    <a:pt x="1" y="57"/>
                  </a:lnTo>
                  <a:lnTo>
                    <a:pt x="3" y="43"/>
                  </a:lnTo>
                  <a:lnTo>
                    <a:pt x="5" y="29"/>
                  </a:lnTo>
                  <a:lnTo>
                    <a:pt x="9" y="19"/>
                  </a:lnTo>
                  <a:lnTo>
                    <a:pt x="12" y="12"/>
                  </a:lnTo>
                  <a:lnTo>
                    <a:pt x="16" y="7"/>
                  </a:lnTo>
                  <a:lnTo>
                    <a:pt x="20" y="5"/>
                  </a:lnTo>
                  <a:lnTo>
                    <a:pt x="20" y="0"/>
                  </a:lnTo>
                  <a:close/>
                </a:path>
              </a:pathLst>
            </a:custGeom>
            <a:solidFill>
              <a:srgbClr val="DBDBDB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921" name="Google Shape;921;p2"/>
            <p:cNvSpPr/>
            <p:nvPr/>
          </p:nvSpPr>
          <p:spPr>
            <a:xfrm>
              <a:off x="4103" y="3381"/>
              <a:ext cx="16" cy="40"/>
            </a:xfrm>
            <a:custGeom>
              <a:avLst/>
              <a:gdLst/>
              <a:ahLst/>
              <a:cxnLst/>
              <a:rect l="l" t="t" r="r" b="b"/>
              <a:pathLst>
                <a:path w="19" h="68" extrusionOk="0">
                  <a:moveTo>
                    <a:pt x="19" y="0"/>
                  </a:moveTo>
                  <a:lnTo>
                    <a:pt x="15" y="2"/>
                  </a:lnTo>
                  <a:lnTo>
                    <a:pt x="11" y="7"/>
                  </a:lnTo>
                  <a:lnTo>
                    <a:pt x="8" y="14"/>
                  </a:lnTo>
                  <a:lnTo>
                    <a:pt x="4" y="24"/>
                  </a:lnTo>
                  <a:lnTo>
                    <a:pt x="2" y="38"/>
                  </a:lnTo>
                  <a:lnTo>
                    <a:pt x="0" y="52"/>
                  </a:lnTo>
                  <a:lnTo>
                    <a:pt x="0" y="68"/>
                  </a:lnTo>
                  <a:lnTo>
                    <a:pt x="2" y="68"/>
                  </a:lnTo>
                  <a:lnTo>
                    <a:pt x="2" y="54"/>
                  </a:lnTo>
                  <a:lnTo>
                    <a:pt x="4" y="40"/>
                  </a:lnTo>
                  <a:lnTo>
                    <a:pt x="6" y="28"/>
                  </a:lnTo>
                  <a:lnTo>
                    <a:pt x="8" y="19"/>
                  </a:lnTo>
                  <a:lnTo>
                    <a:pt x="11" y="11"/>
                  </a:lnTo>
                  <a:lnTo>
                    <a:pt x="15" y="7"/>
                  </a:lnTo>
                  <a:lnTo>
                    <a:pt x="19" y="5"/>
                  </a:lnTo>
                  <a:lnTo>
                    <a:pt x="19" y="0"/>
                  </a:lnTo>
                  <a:close/>
                </a:path>
              </a:pathLst>
            </a:custGeom>
            <a:solidFill>
              <a:srgbClr val="DDDDDD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922" name="Google Shape;922;p2"/>
            <p:cNvSpPr/>
            <p:nvPr/>
          </p:nvSpPr>
          <p:spPr>
            <a:xfrm>
              <a:off x="4105" y="3385"/>
              <a:ext cx="14" cy="36"/>
            </a:xfrm>
            <a:custGeom>
              <a:avLst/>
              <a:gdLst/>
              <a:ahLst/>
              <a:cxnLst/>
              <a:rect l="l" t="t" r="r" b="b"/>
              <a:pathLst>
                <a:path w="17" h="63" extrusionOk="0">
                  <a:moveTo>
                    <a:pt x="17" y="0"/>
                  </a:moveTo>
                  <a:lnTo>
                    <a:pt x="13" y="2"/>
                  </a:lnTo>
                  <a:lnTo>
                    <a:pt x="9" y="6"/>
                  </a:lnTo>
                  <a:lnTo>
                    <a:pt x="6" y="14"/>
                  </a:lnTo>
                  <a:lnTo>
                    <a:pt x="4" y="23"/>
                  </a:lnTo>
                  <a:lnTo>
                    <a:pt x="2" y="35"/>
                  </a:lnTo>
                  <a:lnTo>
                    <a:pt x="0" y="49"/>
                  </a:lnTo>
                  <a:lnTo>
                    <a:pt x="0" y="63"/>
                  </a:lnTo>
                  <a:lnTo>
                    <a:pt x="2" y="63"/>
                  </a:lnTo>
                  <a:lnTo>
                    <a:pt x="2" y="49"/>
                  </a:lnTo>
                  <a:lnTo>
                    <a:pt x="2" y="37"/>
                  </a:lnTo>
                  <a:lnTo>
                    <a:pt x="4" y="26"/>
                  </a:lnTo>
                  <a:lnTo>
                    <a:pt x="8" y="18"/>
                  </a:lnTo>
                  <a:lnTo>
                    <a:pt x="9" y="11"/>
                  </a:lnTo>
                  <a:lnTo>
                    <a:pt x="13" y="7"/>
                  </a:lnTo>
                  <a:lnTo>
                    <a:pt x="17" y="6"/>
                  </a:lnTo>
                  <a:lnTo>
                    <a:pt x="17" y="0"/>
                  </a:lnTo>
                  <a:close/>
                </a:path>
              </a:pathLst>
            </a:custGeom>
            <a:solidFill>
              <a:srgbClr val="DEDEDE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923" name="Google Shape;923;p2"/>
            <p:cNvSpPr/>
            <p:nvPr/>
          </p:nvSpPr>
          <p:spPr>
            <a:xfrm>
              <a:off x="4107" y="3387"/>
              <a:ext cx="12" cy="34"/>
            </a:xfrm>
            <a:custGeom>
              <a:avLst/>
              <a:gdLst/>
              <a:ahLst/>
              <a:cxnLst/>
              <a:rect l="l" t="t" r="r" b="b"/>
              <a:pathLst>
                <a:path w="15" h="57" extrusionOk="0">
                  <a:moveTo>
                    <a:pt x="15" y="0"/>
                  </a:moveTo>
                  <a:lnTo>
                    <a:pt x="11" y="1"/>
                  </a:lnTo>
                  <a:lnTo>
                    <a:pt x="7" y="5"/>
                  </a:lnTo>
                  <a:lnTo>
                    <a:pt x="6" y="12"/>
                  </a:lnTo>
                  <a:lnTo>
                    <a:pt x="2" y="20"/>
                  </a:lnTo>
                  <a:lnTo>
                    <a:pt x="0" y="31"/>
                  </a:lnTo>
                  <a:lnTo>
                    <a:pt x="0" y="43"/>
                  </a:lnTo>
                  <a:lnTo>
                    <a:pt x="0" y="57"/>
                  </a:lnTo>
                  <a:lnTo>
                    <a:pt x="0" y="57"/>
                  </a:lnTo>
                  <a:lnTo>
                    <a:pt x="0" y="45"/>
                  </a:lnTo>
                  <a:lnTo>
                    <a:pt x="2" y="34"/>
                  </a:lnTo>
                  <a:lnTo>
                    <a:pt x="4" y="24"/>
                  </a:lnTo>
                  <a:lnTo>
                    <a:pt x="6" y="15"/>
                  </a:lnTo>
                  <a:lnTo>
                    <a:pt x="7" y="10"/>
                  </a:lnTo>
                  <a:lnTo>
                    <a:pt x="11" y="5"/>
                  </a:lnTo>
                  <a:lnTo>
                    <a:pt x="15" y="5"/>
                  </a:lnTo>
                  <a:lnTo>
                    <a:pt x="15" y="0"/>
                  </a:lnTo>
                  <a:close/>
                </a:path>
              </a:pathLst>
            </a:custGeom>
            <a:solidFill>
              <a:srgbClr val="DFDFDF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924" name="Google Shape;924;p2"/>
            <p:cNvSpPr/>
            <p:nvPr/>
          </p:nvSpPr>
          <p:spPr>
            <a:xfrm>
              <a:off x="4107" y="3390"/>
              <a:ext cx="12" cy="31"/>
            </a:xfrm>
            <a:custGeom>
              <a:avLst/>
              <a:gdLst/>
              <a:ahLst/>
              <a:cxnLst/>
              <a:rect l="l" t="t" r="r" b="b"/>
              <a:pathLst>
                <a:path w="15" h="52" extrusionOk="0">
                  <a:moveTo>
                    <a:pt x="15" y="0"/>
                  </a:moveTo>
                  <a:lnTo>
                    <a:pt x="11" y="0"/>
                  </a:lnTo>
                  <a:lnTo>
                    <a:pt x="7" y="5"/>
                  </a:lnTo>
                  <a:lnTo>
                    <a:pt x="6" y="10"/>
                  </a:lnTo>
                  <a:lnTo>
                    <a:pt x="4" y="19"/>
                  </a:lnTo>
                  <a:lnTo>
                    <a:pt x="2" y="29"/>
                  </a:lnTo>
                  <a:lnTo>
                    <a:pt x="0" y="40"/>
                  </a:lnTo>
                  <a:lnTo>
                    <a:pt x="0" y="52"/>
                  </a:lnTo>
                  <a:lnTo>
                    <a:pt x="2" y="52"/>
                  </a:lnTo>
                  <a:lnTo>
                    <a:pt x="2" y="40"/>
                  </a:lnTo>
                  <a:lnTo>
                    <a:pt x="4" y="27"/>
                  </a:lnTo>
                  <a:lnTo>
                    <a:pt x="6" y="19"/>
                  </a:lnTo>
                  <a:lnTo>
                    <a:pt x="7" y="10"/>
                  </a:lnTo>
                  <a:lnTo>
                    <a:pt x="11" y="7"/>
                  </a:lnTo>
                  <a:lnTo>
                    <a:pt x="15" y="5"/>
                  </a:lnTo>
                  <a:lnTo>
                    <a:pt x="15" y="0"/>
                  </a:lnTo>
                  <a:close/>
                </a:path>
              </a:pathLst>
            </a:custGeom>
            <a:solidFill>
              <a:srgbClr val="E1E1E1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925" name="Google Shape;925;p2"/>
            <p:cNvSpPr/>
            <p:nvPr/>
          </p:nvSpPr>
          <p:spPr>
            <a:xfrm>
              <a:off x="4107" y="3393"/>
              <a:ext cx="12" cy="28"/>
            </a:xfrm>
            <a:custGeom>
              <a:avLst/>
              <a:gdLst/>
              <a:ahLst/>
              <a:cxnLst/>
              <a:rect l="l" t="t" r="r" b="b"/>
              <a:pathLst>
                <a:path w="13" h="47" extrusionOk="0">
                  <a:moveTo>
                    <a:pt x="13" y="0"/>
                  </a:moveTo>
                  <a:lnTo>
                    <a:pt x="9" y="2"/>
                  </a:lnTo>
                  <a:lnTo>
                    <a:pt x="5" y="5"/>
                  </a:lnTo>
                  <a:lnTo>
                    <a:pt x="4" y="14"/>
                  </a:lnTo>
                  <a:lnTo>
                    <a:pt x="2" y="22"/>
                  </a:lnTo>
                  <a:lnTo>
                    <a:pt x="0" y="35"/>
                  </a:lnTo>
                  <a:lnTo>
                    <a:pt x="0" y="47"/>
                  </a:lnTo>
                  <a:lnTo>
                    <a:pt x="2" y="47"/>
                  </a:lnTo>
                  <a:lnTo>
                    <a:pt x="2" y="35"/>
                  </a:lnTo>
                  <a:lnTo>
                    <a:pt x="4" y="26"/>
                  </a:lnTo>
                  <a:lnTo>
                    <a:pt x="5" y="17"/>
                  </a:lnTo>
                  <a:lnTo>
                    <a:pt x="7" y="10"/>
                  </a:lnTo>
                  <a:lnTo>
                    <a:pt x="9" y="7"/>
                  </a:lnTo>
                  <a:lnTo>
                    <a:pt x="13" y="5"/>
                  </a:lnTo>
                  <a:lnTo>
                    <a:pt x="13" y="0"/>
                  </a:lnTo>
                  <a:close/>
                </a:path>
              </a:pathLst>
            </a:custGeom>
            <a:solidFill>
              <a:srgbClr val="E2E2E2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926" name="Google Shape;926;p2"/>
            <p:cNvSpPr/>
            <p:nvPr/>
          </p:nvSpPr>
          <p:spPr>
            <a:xfrm>
              <a:off x="4109" y="3396"/>
              <a:ext cx="10" cy="25"/>
            </a:xfrm>
            <a:custGeom>
              <a:avLst/>
              <a:gdLst/>
              <a:ahLst/>
              <a:cxnLst/>
              <a:rect l="l" t="t" r="r" b="b"/>
              <a:pathLst>
                <a:path w="11" h="42" extrusionOk="0">
                  <a:moveTo>
                    <a:pt x="11" y="0"/>
                  </a:moveTo>
                  <a:lnTo>
                    <a:pt x="7" y="2"/>
                  </a:lnTo>
                  <a:lnTo>
                    <a:pt x="5" y="5"/>
                  </a:lnTo>
                  <a:lnTo>
                    <a:pt x="3" y="12"/>
                  </a:lnTo>
                  <a:lnTo>
                    <a:pt x="2" y="21"/>
                  </a:lnTo>
                  <a:lnTo>
                    <a:pt x="0" y="30"/>
                  </a:lnTo>
                  <a:lnTo>
                    <a:pt x="0" y="42"/>
                  </a:lnTo>
                  <a:lnTo>
                    <a:pt x="0" y="42"/>
                  </a:lnTo>
                  <a:lnTo>
                    <a:pt x="2" y="31"/>
                  </a:lnTo>
                  <a:lnTo>
                    <a:pt x="2" y="23"/>
                  </a:lnTo>
                  <a:lnTo>
                    <a:pt x="3" y="16"/>
                  </a:lnTo>
                  <a:lnTo>
                    <a:pt x="5" y="11"/>
                  </a:lnTo>
                  <a:lnTo>
                    <a:pt x="7" y="5"/>
                  </a:lnTo>
                  <a:lnTo>
                    <a:pt x="11" y="5"/>
                  </a:lnTo>
                  <a:lnTo>
                    <a:pt x="11" y="0"/>
                  </a:lnTo>
                  <a:close/>
                </a:path>
              </a:pathLst>
            </a:custGeom>
            <a:solidFill>
              <a:srgbClr val="E3E3E3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927" name="Google Shape;927;p2"/>
            <p:cNvSpPr/>
            <p:nvPr/>
          </p:nvSpPr>
          <p:spPr>
            <a:xfrm>
              <a:off x="4109" y="3400"/>
              <a:ext cx="10" cy="21"/>
            </a:xfrm>
            <a:custGeom>
              <a:avLst/>
              <a:gdLst/>
              <a:ahLst/>
              <a:cxnLst/>
              <a:rect l="l" t="t" r="r" b="b"/>
              <a:pathLst>
                <a:path w="11" h="37" extrusionOk="0">
                  <a:moveTo>
                    <a:pt x="11" y="0"/>
                  </a:moveTo>
                  <a:lnTo>
                    <a:pt x="7" y="0"/>
                  </a:lnTo>
                  <a:lnTo>
                    <a:pt x="5" y="6"/>
                  </a:lnTo>
                  <a:lnTo>
                    <a:pt x="3" y="11"/>
                  </a:lnTo>
                  <a:lnTo>
                    <a:pt x="2" y="18"/>
                  </a:lnTo>
                  <a:lnTo>
                    <a:pt x="2" y="26"/>
                  </a:lnTo>
                  <a:lnTo>
                    <a:pt x="0" y="37"/>
                  </a:lnTo>
                  <a:lnTo>
                    <a:pt x="2" y="37"/>
                  </a:lnTo>
                  <a:lnTo>
                    <a:pt x="2" y="26"/>
                  </a:lnTo>
                  <a:lnTo>
                    <a:pt x="3" y="18"/>
                  </a:lnTo>
                  <a:lnTo>
                    <a:pt x="5" y="11"/>
                  </a:lnTo>
                  <a:lnTo>
                    <a:pt x="7" y="7"/>
                  </a:lnTo>
                  <a:lnTo>
                    <a:pt x="11" y="6"/>
                  </a:lnTo>
                  <a:lnTo>
                    <a:pt x="11" y="0"/>
                  </a:lnTo>
                  <a:close/>
                </a:path>
              </a:pathLst>
            </a:custGeom>
            <a:solidFill>
              <a:srgbClr val="E4E4E4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928" name="Google Shape;928;p2"/>
            <p:cNvSpPr/>
            <p:nvPr/>
          </p:nvSpPr>
          <p:spPr>
            <a:xfrm>
              <a:off x="4110" y="3402"/>
              <a:ext cx="9" cy="19"/>
            </a:xfrm>
            <a:custGeom>
              <a:avLst/>
              <a:gdLst/>
              <a:ahLst/>
              <a:cxnLst/>
              <a:rect l="l" t="t" r="r" b="b"/>
              <a:pathLst>
                <a:path w="9" h="31" extrusionOk="0">
                  <a:moveTo>
                    <a:pt x="9" y="0"/>
                  </a:moveTo>
                  <a:lnTo>
                    <a:pt x="5" y="1"/>
                  </a:lnTo>
                  <a:lnTo>
                    <a:pt x="3" y="5"/>
                  </a:lnTo>
                  <a:lnTo>
                    <a:pt x="1" y="12"/>
                  </a:lnTo>
                  <a:lnTo>
                    <a:pt x="0" y="20"/>
                  </a:lnTo>
                  <a:lnTo>
                    <a:pt x="0" y="31"/>
                  </a:lnTo>
                  <a:lnTo>
                    <a:pt x="1" y="31"/>
                  </a:lnTo>
                  <a:lnTo>
                    <a:pt x="1" y="22"/>
                  </a:lnTo>
                  <a:lnTo>
                    <a:pt x="3" y="15"/>
                  </a:lnTo>
                  <a:lnTo>
                    <a:pt x="5" y="10"/>
                  </a:lnTo>
                  <a:lnTo>
                    <a:pt x="7" y="5"/>
                  </a:lnTo>
                  <a:lnTo>
                    <a:pt x="9" y="5"/>
                  </a:lnTo>
                  <a:lnTo>
                    <a:pt x="9" y="0"/>
                  </a:lnTo>
                  <a:close/>
                </a:path>
              </a:pathLst>
            </a:custGeom>
            <a:solidFill>
              <a:srgbClr val="E5E5E5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929" name="Google Shape;929;p2"/>
            <p:cNvSpPr/>
            <p:nvPr/>
          </p:nvSpPr>
          <p:spPr>
            <a:xfrm>
              <a:off x="4112" y="3406"/>
              <a:ext cx="7" cy="15"/>
            </a:xfrm>
            <a:custGeom>
              <a:avLst/>
              <a:gdLst/>
              <a:ahLst/>
              <a:cxnLst/>
              <a:rect l="l" t="t" r="r" b="b"/>
              <a:pathLst>
                <a:path w="8" h="26" extrusionOk="0">
                  <a:moveTo>
                    <a:pt x="8" y="0"/>
                  </a:moveTo>
                  <a:lnTo>
                    <a:pt x="6" y="0"/>
                  </a:lnTo>
                  <a:lnTo>
                    <a:pt x="4" y="5"/>
                  </a:lnTo>
                  <a:lnTo>
                    <a:pt x="2" y="10"/>
                  </a:lnTo>
                  <a:lnTo>
                    <a:pt x="0" y="17"/>
                  </a:lnTo>
                  <a:lnTo>
                    <a:pt x="0" y="26"/>
                  </a:lnTo>
                  <a:lnTo>
                    <a:pt x="2" y="26"/>
                  </a:lnTo>
                  <a:lnTo>
                    <a:pt x="2" y="17"/>
                  </a:lnTo>
                  <a:lnTo>
                    <a:pt x="4" y="10"/>
                  </a:lnTo>
                  <a:lnTo>
                    <a:pt x="6" y="7"/>
                  </a:lnTo>
                  <a:lnTo>
                    <a:pt x="8" y="5"/>
                  </a:lnTo>
                  <a:lnTo>
                    <a:pt x="8" y="0"/>
                  </a:lnTo>
                  <a:close/>
                </a:path>
              </a:pathLst>
            </a:custGeom>
            <a:solidFill>
              <a:srgbClr val="E6E6E6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930" name="Google Shape;930;p2"/>
            <p:cNvSpPr/>
            <p:nvPr/>
          </p:nvSpPr>
          <p:spPr>
            <a:xfrm>
              <a:off x="4114" y="3408"/>
              <a:ext cx="5" cy="13"/>
            </a:xfrm>
            <a:custGeom>
              <a:avLst/>
              <a:gdLst/>
              <a:ahLst/>
              <a:cxnLst/>
              <a:rect l="l" t="t" r="r" b="b"/>
              <a:pathLst>
                <a:path w="6" h="21" extrusionOk="0">
                  <a:moveTo>
                    <a:pt x="6" y="0"/>
                  </a:moveTo>
                  <a:lnTo>
                    <a:pt x="4" y="2"/>
                  </a:lnTo>
                  <a:lnTo>
                    <a:pt x="2" y="5"/>
                  </a:lnTo>
                  <a:lnTo>
                    <a:pt x="0" y="12"/>
                  </a:lnTo>
                  <a:lnTo>
                    <a:pt x="0" y="21"/>
                  </a:lnTo>
                  <a:lnTo>
                    <a:pt x="0" y="21"/>
                  </a:lnTo>
                  <a:lnTo>
                    <a:pt x="2" y="14"/>
                  </a:lnTo>
                  <a:lnTo>
                    <a:pt x="2" y="9"/>
                  </a:lnTo>
                  <a:lnTo>
                    <a:pt x="4" y="5"/>
                  </a:lnTo>
                  <a:lnTo>
                    <a:pt x="6" y="5"/>
                  </a:lnTo>
                  <a:lnTo>
                    <a:pt x="6" y="0"/>
                  </a:lnTo>
                  <a:close/>
                </a:path>
              </a:pathLst>
            </a:custGeom>
            <a:solidFill>
              <a:srgbClr val="E6E6E6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931" name="Google Shape;931;p2"/>
            <p:cNvSpPr/>
            <p:nvPr/>
          </p:nvSpPr>
          <p:spPr>
            <a:xfrm>
              <a:off x="4114" y="3412"/>
              <a:ext cx="5" cy="9"/>
            </a:xfrm>
            <a:custGeom>
              <a:avLst/>
              <a:gdLst/>
              <a:ahLst/>
              <a:cxnLst/>
              <a:rect l="l" t="t" r="r" b="b"/>
              <a:pathLst>
                <a:path w="6" h="16" extrusionOk="0">
                  <a:moveTo>
                    <a:pt x="6" y="0"/>
                  </a:moveTo>
                  <a:lnTo>
                    <a:pt x="4" y="0"/>
                  </a:lnTo>
                  <a:lnTo>
                    <a:pt x="2" y="4"/>
                  </a:lnTo>
                  <a:lnTo>
                    <a:pt x="2" y="9"/>
                  </a:lnTo>
                  <a:lnTo>
                    <a:pt x="0" y="16"/>
                  </a:lnTo>
                  <a:lnTo>
                    <a:pt x="2" y="16"/>
                  </a:lnTo>
                  <a:lnTo>
                    <a:pt x="2" y="11"/>
                  </a:lnTo>
                  <a:lnTo>
                    <a:pt x="4" y="5"/>
                  </a:lnTo>
                  <a:lnTo>
                    <a:pt x="6" y="5"/>
                  </a:lnTo>
                  <a:lnTo>
                    <a:pt x="6" y="0"/>
                  </a:lnTo>
                  <a:close/>
                </a:path>
              </a:pathLst>
            </a:custGeom>
            <a:solidFill>
              <a:srgbClr val="E6E6E6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932" name="Google Shape;932;p2"/>
            <p:cNvSpPr/>
            <p:nvPr/>
          </p:nvSpPr>
          <p:spPr>
            <a:xfrm>
              <a:off x="4116" y="3416"/>
              <a:ext cx="3" cy="5"/>
            </a:xfrm>
            <a:custGeom>
              <a:avLst/>
              <a:gdLst/>
              <a:ahLst/>
              <a:cxnLst/>
              <a:rect l="l" t="t" r="r" b="b"/>
              <a:pathLst>
                <a:path w="4" h="11" extrusionOk="0">
                  <a:moveTo>
                    <a:pt x="4" y="0"/>
                  </a:moveTo>
                  <a:lnTo>
                    <a:pt x="2" y="0"/>
                  </a:lnTo>
                  <a:lnTo>
                    <a:pt x="0" y="6"/>
                  </a:lnTo>
                  <a:lnTo>
                    <a:pt x="0" y="11"/>
                  </a:lnTo>
                  <a:lnTo>
                    <a:pt x="2" y="11"/>
                  </a:lnTo>
                  <a:lnTo>
                    <a:pt x="2" y="7"/>
                  </a:lnTo>
                  <a:lnTo>
                    <a:pt x="4" y="6"/>
                  </a:lnTo>
                  <a:lnTo>
                    <a:pt x="4" y="0"/>
                  </a:lnTo>
                  <a:close/>
                </a:path>
              </a:pathLst>
            </a:custGeom>
            <a:solidFill>
              <a:srgbClr val="E6E6E6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933" name="Google Shape;933;p2"/>
            <p:cNvSpPr/>
            <p:nvPr/>
          </p:nvSpPr>
          <p:spPr>
            <a:xfrm>
              <a:off x="4117" y="3418"/>
              <a:ext cx="2" cy="3"/>
            </a:xfrm>
            <a:custGeom>
              <a:avLst/>
              <a:gdLst/>
              <a:ahLst/>
              <a:cxnLst/>
              <a:rect l="l" t="t" r="r" b="b"/>
              <a:pathLst>
                <a:path w="2" h="5" extrusionOk="0">
                  <a:moveTo>
                    <a:pt x="2" y="0"/>
                  </a:moveTo>
                  <a:lnTo>
                    <a:pt x="0" y="1"/>
                  </a:lnTo>
                  <a:lnTo>
                    <a:pt x="0" y="5"/>
                  </a:lnTo>
                  <a:lnTo>
                    <a:pt x="2" y="5"/>
                  </a:lnTo>
                  <a:lnTo>
                    <a:pt x="2" y="5"/>
                  </a:lnTo>
                  <a:lnTo>
                    <a:pt x="2" y="0"/>
                  </a:lnTo>
                  <a:close/>
                </a:path>
              </a:pathLst>
            </a:custGeom>
            <a:solidFill>
              <a:srgbClr val="E6E6E6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934" name="Google Shape;934;p2"/>
            <p:cNvSpPr/>
            <p:nvPr/>
          </p:nvSpPr>
          <p:spPr>
            <a:xfrm>
              <a:off x="4070" y="3294"/>
              <a:ext cx="49" cy="127"/>
            </a:xfrm>
            <a:custGeom>
              <a:avLst/>
              <a:gdLst/>
              <a:ahLst/>
              <a:cxnLst/>
              <a:rect l="l" t="t" r="r" b="b"/>
              <a:pathLst>
                <a:path w="56" h="214" extrusionOk="0">
                  <a:moveTo>
                    <a:pt x="27" y="214"/>
                  </a:moveTo>
                  <a:lnTo>
                    <a:pt x="34" y="210"/>
                  </a:lnTo>
                  <a:lnTo>
                    <a:pt x="41" y="202"/>
                  </a:lnTo>
                  <a:lnTo>
                    <a:pt x="47" y="186"/>
                  </a:lnTo>
                  <a:lnTo>
                    <a:pt x="50" y="167"/>
                  </a:lnTo>
                  <a:lnTo>
                    <a:pt x="54" y="144"/>
                  </a:lnTo>
                  <a:lnTo>
                    <a:pt x="56" y="120"/>
                  </a:lnTo>
                  <a:lnTo>
                    <a:pt x="56" y="94"/>
                  </a:lnTo>
                  <a:lnTo>
                    <a:pt x="54" y="70"/>
                  </a:lnTo>
                  <a:lnTo>
                    <a:pt x="50" y="45"/>
                  </a:lnTo>
                  <a:lnTo>
                    <a:pt x="47" y="26"/>
                  </a:lnTo>
                  <a:lnTo>
                    <a:pt x="41" y="13"/>
                  </a:lnTo>
                  <a:lnTo>
                    <a:pt x="34" y="4"/>
                  </a:lnTo>
                  <a:lnTo>
                    <a:pt x="27" y="0"/>
                  </a:lnTo>
                  <a:lnTo>
                    <a:pt x="21" y="4"/>
                  </a:lnTo>
                  <a:lnTo>
                    <a:pt x="14" y="13"/>
                  </a:lnTo>
                  <a:lnTo>
                    <a:pt x="9" y="26"/>
                  </a:lnTo>
                  <a:lnTo>
                    <a:pt x="5" y="45"/>
                  </a:lnTo>
                  <a:lnTo>
                    <a:pt x="1" y="70"/>
                  </a:lnTo>
                  <a:lnTo>
                    <a:pt x="0" y="94"/>
                  </a:lnTo>
                  <a:lnTo>
                    <a:pt x="0" y="120"/>
                  </a:lnTo>
                  <a:lnTo>
                    <a:pt x="1" y="144"/>
                  </a:lnTo>
                  <a:lnTo>
                    <a:pt x="5" y="167"/>
                  </a:lnTo>
                  <a:lnTo>
                    <a:pt x="9" y="186"/>
                  </a:lnTo>
                  <a:lnTo>
                    <a:pt x="14" y="202"/>
                  </a:lnTo>
                  <a:lnTo>
                    <a:pt x="21" y="210"/>
                  </a:lnTo>
                  <a:lnTo>
                    <a:pt x="27" y="214"/>
                  </a:lnTo>
                  <a:close/>
                </a:path>
              </a:pathLst>
            </a:custGeom>
            <a:solidFill>
              <a:srgbClr val="000000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935" name="Google Shape;935;p2"/>
            <p:cNvSpPr/>
            <p:nvPr/>
          </p:nvSpPr>
          <p:spPr>
            <a:xfrm>
              <a:off x="4070" y="3294"/>
              <a:ext cx="49" cy="127"/>
            </a:xfrm>
            <a:custGeom>
              <a:avLst/>
              <a:gdLst/>
              <a:ahLst/>
              <a:cxnLst/>
              <a:rect l="l" t="t" r="r" b="b"/>
              <a:pathLst>
                <a:path w="56" h="214" extrusionOk="0">
                  <a:moveTo>
                    <a:pt x="56" y="0"/>
                  </a:moveTo>
                  <a:lnTo>
                    <a:pt x="48" y="2"/>
                  </a:lnTo>
                  <a:lnTo>
                    <a:pt x="41" y="7"/>
                  </a:lnTo>
                  <a:lnTo>
                    <a:pt x="36" y="14"/>
                  </a:lnTo>
                  <a:lnTo>
                    <a:pt x="28" y="25"/>
                  </a:lnTo>
                  <a:lnTo>
                    <a:pt x="23" y="39"/>
                  </a:lnTo>
                  <a:lnTo>
                    <a:pt x="18" y="54"/>
                  </a:lnTo>
                  <a:lnTo>
                    <a:pt x="14" y="72"/>
                  </a:lnTo>
                  <a:lnTo>
                    <a:pt x="9" y="92"/>
                  </a:lnTo>
                  <a:lnTo>
                    <a:pt x="7" y="115"/>
                  </a:lnTo>
                  <a:lnTo>
                    <a:pt x="3" y="137"/>
                  </a:lnTo>
                  <a:lnTo>
                    <a:pt x="1" y="162"/>
                  </a:lnTo>
                  <a:lnTo>
                    <a:pt x="0" y="188"/>
                  </a:lnTo>
                  <a:lnTo>
                    <a:pt x="0" y="214"/>
                  </a:lnTo>
                  <a:lnTo>
                    <a:pt x="0" y="0"/>
                  </a:lnTo>
                  <a:lnTo>
                    <a:pt x="56" y="0"/>
                  </a:lnTo>
                  <a:close/>
                </a:path>
              </a:pathLst>
            </a:custGeom>
            <a:solidFill>
              <a:srgbClr val="9A9A9A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936" name="Google Shape;936;p2"/>
            <p:cNvSpPr/>
            <p:nvPr/>
          </p:nvSpPr>
          <p:spPr>
            <a:xfrm>
              <a:off x="4070" y="3294"/>
              <a:ext cx="49" cy="127"/>
            </a:xfrm>
            <a:custGeom>
              <a:avLst/>
              <a:gdLst/>
              <a:ahLst/>
              <a:cxnLst/>
              <a:rect l="l" t="t" r="r" b="b"/>
              <a:pathLst>
                <a:path w="56" h="214" extrusionOk="0">
                  <a:moveTo>
                    <a:pt x="56" y="0"/>
                  </a:moveTo>
                  <a:lnTo>
                    <a:pt x="48" y="2"/>
                  </a:lnTo>
                  <a:lnTo>
                    <a:pt x="41" y="7"/>
                  </a:lnTo>
                  <a:lnTo>
                    <a:pt x="36" y="14"/>
                  </a:lnTo>
                  <a:lnTo>
                    <a:pt x="28" y="25"/>
                  </a:lnTo>
                  <a:lnTo>
                    <a:pt x="23" y="39"/>
                  </a:lnTo>
                  <a:lnTo>
                    <a:pt x="18" y="54"/>
                  </a:lnTo>
                  <a:lnTo>
                    <a:pt x="14" y="72"/>
                  </a:lnTo>
                  <a:lnTo>
                    <a:pt x="9" y="92"/>
                  </a:lnTo>
                  <a:lnTo>
                    <a:pt x="7" y="115"/>
                  </a:lnTo>
                  <a:lnTo>
                    <a:pt x="3" y="137"/>
                  </a:lnTo>
                  <a:lnTo>
                    <a:pt x="1" y="162"/>
                  </a:lnTo>
                  <a:lnTo>
                    <a:pt x="0" y="188"/>
                  </a:lnTo>
                  <a:lnTo>
                    <a:pt x="0" y="214"/>
                  </a:lnTo>
                  <a:lnTo>
                    <a:pt x="1" y="214"/>
                  </a:lnTo>
                  <a:lnTo>
                    <a:pt x="1" y="188"/>
                  </a:lnTo>
                  <a:lnTo>
                    <a:pt x="3" y="163"/>
                  </a:lnTo>
                  <a:lnTo>
                    <a:pt x="5" y="139"/>
                  </a:lnTo>
                  <a:lnTo>
                    <a:pt x="7" y="117"/>
                  </a:lnTo>
                  <a:lnTo>
                    <a:pt x="10" y="96"/>
                  </a:lnTo>
                  <a:lnTo>
                    <a:pt x="14" y="75"/>
                  </a:lnTo>
                  <a:lnTo>
                    <a:pt x="19" y="58"/>
                  </a:lnTo>
                  <a:lnTo>
                    <a:pt x="25" y="42"/>
                  </a:lnTo>
                  <a:lnTo>
                    <a:pt x="30" y="30"/>
                  </a:lnTo>
                  <a:lnTo>
                    <a:pt x="36" y="19"/>
                  </a:lnTo>
                  <a:lnTo>
                    <a:pt x="43" y="11"/>
                  </a:lnTo>
                  <a:lnTo>
                    <a:pt x="48" y="7"/>
                  </a:lnTo>
                  <a:lnTo>
                    <a:pt x="56" y="6"/>
                  </a:lnTo>
                  <a:lnTo>
                    <a:pt x="56" y="0"/>
                  </a:lnTo>
                  <a:close/>
                </a:path>
              </a:pathLst>
            </a:custGeom>
            <a:solidFill>
              <a:srgbClr val="9A9A9A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937" name="Google Shape;937;p2"/>
            <p:cNvSpPr/>
            <p:nvPr/>
          </p:nvSpPr>
          <p:spPr>
            <a:xfrm>
              <a:off x="4072" y="3298"/>
              <a:ext cx="47" cy="123"/>
            </a:xfrm>
            <a:custGeom>
              <a:avLst/>
              <a:gdLst/>
              <a:ahLst/>
              <a:cxnLst/>
              <a:rect l="l" t="t" r="r" b="b"/>
              <a:pathLst>
                <a:path w="55" h="208" extrusionOk="0">
                  <a:moveTo>
                    <a:pt x="55" y="0"/>
                  </a:moveTo>
                  <a:lnTo>
                    <a:pt x="47" y="1"/>
                  </a:lnTo>
                  <a:lnTo>
                    <a:pt x="42" y="5"/>
                  </a:lnTo>
                  <a:lnTo>
                    <a:pt x="35" y="13"/>
                  </a:lnTo>
                  <a:lnTo>
                    <a:pt x="29" y="24"/>
                  </a:lnTo>
                  <a:lnTo>
                    <a:pt x="24" y="36"/>
                  </a:lnTo>
                  <a:lnTo>
                    <a:pt x="18" y="52"/>
                  </a:lnTo>
                  <a:lnTo>
                    <a:pt x="13" y="69"/>
                  </a:lnTo>
                  <a:lnTo>
                    <a:pt x="9" y="90"/>
                  </a:lnTo>
                  <a:lnTo>
                    <a:pt x="6" y="111"/>
                  </a:lnTo>
                  <a:lnTo>
                    <a:pt x="4" y="133"/>
                  </a:lnTo>
                  <a:lnTo>
                    <a:pt x="2" y="157"/>
                  </a:lnTo>
                  <a:lnTo>
                    <a:pt x="0" y="182"/>
                  </a:lnTo>
                  <a:lnTo>
                    <a:pt x="0" y="208"/>
                  </a:lnTo>
                  <a:lnTo>
                    <a:pt x="2" y="208"/>
                  </a:lnTo>
                  <a:lnTo>
                    <a:pt x="2" y="180"/>
                  </a:lnTo>
                  <a:lnTo>
                    <a:pt x="4" y="154"/>
                  </a:lnTo>
                  <a:lnTo>
                    <a:pt x="6" y="130"/>
                  </a:lnTo>
                  <a:lnTo>
                    <a:pt x="8" y="105"/>
                  </a:lnTo>
                  <a:lnTo>
                    <a:pt x="13" y="85"/>
                  </a:lnTo>
                  <a:lnTo>
                    <a:pt x="17" y="64"/>
                  </a:lnTo>
                  <a:lnTo>
                    <a:pt x="22" y="46"/>
                  </a:lnTo>
                  <a:lnTo>
                    <a:pt x="27" y="33"/>
                  </a:lnTo>
                  <a:lnTo>
                    <a:pt x="35" y="20"/>
                  </a:lnTo>
                  <a:lnTo>
                    <a:pt x="40" y="12"/>
                  </a:lnTo>
                  <a:lnTo>
                    <a:pt x="47" y="7"/>
                  </a:lnTo>
                  <a:lnTo>
                    <a:pt x="55" y="5"/>
                  </a:lnTo>
                  <a:lnTo>
                    <a:pt x="55" y="0"/>
                  </a:lnTo>
                  <a:close/>
                </a:path>
              </a:pathLst>
            </a:custGeom>
            <a:solidFill>
              <a:srgbClr val="9B9B9B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938" name="Google Shape;938;p2"/>
            <p:cNvSpPr/>
            <p:nvPr/>
          </p:nvSpPr>
          <p:spPr>
            <a:xfrm>
              <a:off x="4074" y="3300"/>
              <a:ext cx="45" cy="121"/>
            </a:xfrm>
            <a:custGeom>
              <a:avLst/>
              <a:gdLst/>
              <a:ahLst/>
              <a:cxnLst/>
              <a:rect l="l" t="t" r="r" b="b"/>
              <a:pathLst>
                <a:path w="53" h="203" extrusionOk="0">
                  <a:moveTo>
                    <a:pt x="53" y="0"/>
                  </a:moveTo>
                  <a:lnTo>
                    <a:pt x="45" y="2"/>
                  </a:lnTo>
                  <a:lnTo>
                    <a:pt x="38" y="7"/>
                  </a:lnTo>
                  <a:lnTo>
                    <a:pt x="33" y="15"/>
                  </a:lnTo>
                  <a:lnTo>
                    <a:pt x="25" y="28"/>
                  </a:lnTo>
                  <a:lnTo>
                    <a:pt x="20" y="41"/>
                  </a:lnTo>
                  <a:lnTo>
                    <a:pt x="15" y="59"/>
                  </a:lnTo>
                  <a:lnTo>
                    <a:pt x="11" y="80"/>
                  </a:lnTo>
                  <a:lnTo>
                    <a:pt x="6" y="100"/>
                  </a:lnTo>
                  <a:lnTo>
                    <a:pt x="4" y="125"/>
                  </a:lnTo>
                  <a:lnTo>
                    <a:pt x="2" y="149"/>
                  </a:lnTo>
                  <a:lnTo>
                    <a:pt x="0" y="175"/>
                  </a:lnTo>
                  <a:lnTo>
                    <a:pt x="0" y="203"/>
                  </a:lnTo>
                  <a:lnTo>
                    <a:pt x="0" y="203"/>
                  </a:lnTo>
                  <a:lnTo>
                    <a:pt x="2" y="177"/>
                  </a:lnTo>
                  <a:lnTo>
                    <a:pt x="2" y="151"/>
                  </a:lnTo>
                  <a:lnTo>
                    <a:pt x="4" y="126"/>
                  </a:lnTo>
                  <a:lnTo>
                    <a:pt x="7" y="104"/>
                  </a:lnTo>
                  <a:lnTo>
                    <a:pt x="11" y="81"/>
                  </a:lnTo>
                  <a:lnTo>
                    <a:pt x="16" y="62"/>
                  </a:lnTo>
                  <a:lnTo>
                    <a:pt x="20" y="45"/>
                  </a:lnTo>
                  <a:lnTo>
                    <a:pt x="27" y="31"/>
                  </a:lnTo>
                  <a:lnTo>
                    <a:pt x="33" y="21"/>
                  </a:lnTo>
                  <a:lnTo>
                    <a:pt x="38" y="12"/>
                  </a:lnTo>
                  <a:lnTo>
                    <a:pt x="45" y="7"/>
                  </a:lnTo>
                  <a:lnTo>
                    <a:pt x="53" y="5"/>
                  </a:lnTo>
                  <a:lnTo>
                    <a:pt x="53" y="0"/>
                  </a:lnTo>
                  <a:close/>
                </a:path>
              </a:pathLst>
            </a:custGeom>
            <a:solidFill>
              <a:srgbClr val="9D9D9D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939" name="Google Shape;939;p2"/>
            <p:cNvSpPr/>
            <p:nvPr/>
          </p:nvSpPr>
          <p:spPr>
            <a:xfrm>
              <a:off x="4074" y="3304"/>
              <a:ext cx="45" cy="117"/>
            </a:xfrm>
            <a:custGeom>
              <a:avLst/>
              <a:gdLst/>
              <a:ahLst/>
              <a:cxnLst/>
              <a:rect l="l" t="t" r="r" b="b"/>
              <a:pathLst>
                <a:path w="53" h="198" extrusionOk="0">
                  <a:moveTo>
                    <a:pt x="53" y="0"/>
                  </a:moveTo>
                  <a:lnTo>
                    <a:pt x="45" y="2"/>
                  </a:lnTo>
                  <a:lnTo>
                    <a:pt x="38" y="7"/>
                  </a:lnTo>
                  <a:lnTo>
                    <a:pt x="33" y="16"/>
                  </a:lnTo>
                  <a:lnTo>
                    <a:pt x="27" y="26"/>
                  </a:lnTo>
                  <a:lnTo>
                    <a:pt x="20" y="40"/>
                  </a:lnTo>
                  <a:lnTo>
                    <a:pt x="16" y="57"/>
                  </a:lnTo>
                  <a:lnTo>
                    <a:pt x="11" y="76"/>
                  </a:lnTo>
                  <a:lnTo>
                    <a:pt x="7" y="99"/>
                  </a:lnTo>
                  <a:lnTo>
                    <a:pt x="4" y="121"/>
                  </a:lnTo>
                  <a:lnTo>
                    <a:pt x="2" y="146"/>
                  </a:lnTo>
                  <a:lnTo>
                    <a:pt x="2" y="172"/>
                  </a:lnTo>
                  <a:lnTo>
                    <a:pt x="0" y="198"/>
                  </a:lnTo>
                  <a:lnTo>
                    <a:pt x="2" y="198"/>
                  </a:lnTo>
                  <a:lnTo>
                    <a:pt x="2" y="172"/>
                  </a:lnTo>
                  <a:lnTo>
                    <a:pt x="4" y="147"/>
                  </a:lnTo>
                  <a:lnTo>
                    <a:pt x="6" y="123"/>
                  </a:lnTo>
                  <a:lnTo>
                    <a:pt x="9" y="101"/>
                  </a:lnTo>
                  <a:lnTo>
                    <a:pt x="13" y="80"/>
                  </a:lnTo>
                  <a:lnTo>
                    <a:pt x="16" y="61"/>
                  </a:lnTo>
                  <a:lnTo>
                    <a:pt x="22" y="45"/>
                  </a:lnTo>
                  <a:lnTo>
                    <a:pt x="27" y="31"/>
                  </a:lnTo>
                  <a:lnTo>
                    <a:pt x="33" y="19"/>
                  </a:lnTo>
                  <a:lnTo>
                    <a:pt x="40" y="12"/>
                  </a:lnTo>
                  <a:lnTo>
                    <a:pt x="45" y="7"/>
                  </a:lnTo>
                  <a:lnTo>
                    <a:pt x="53" y="5"/>
                  </a:lnTo>
                  <a:lnTo>
                    <a:pt x="53" y="0"/>
                  </a:lnTo>
                  <a:close/>
                </a:path>
              </a:pathLst>
            </a:custGeom>
            <a:solidFill>
              <a:srgbClr val="9F9F9F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940" name="Google Shape;940;p2"/>
            <p:cNvSpPr/>
            <p:nvPr/>
          </p:nvSpPr>
          <p:spPr>
            <a:xfrm>
              <a:off x="4074" y="3307"/>
              <a:ext cx="45" cy="114"/>
            </a:xfrm>
            <a:custGeom>
              <a:avLst/>
              <a:gdLst/>
              <a:ahLst/>
              <a:cxnLst/>
              <a:rect l="l" t="t" r="r" b="b"/>
              <a:pathLst>
                <a:path w="51" h="193" extrusionOk="0">
                  <a:moveTo>
                    <a:pt x="51" y="0"/>
                  </a:moveTo>
                  <a:lnTo>
                    <a:pt x="43" y="2"/>
                  </a:lnTo>
                  <a:lnTo>
                    <a:pt x="38" y="7"/>
                  </a:lnTo>
                  <a:lnTo>
                    <a:pt x="31" y="14"/>
                  </a:lnTo>
                  <a:lnTo>
                    <a:pt x="25" y="26"/>
                  </a:lnTo>
                  <a:lnTo>
                    <a:pt x="20" y="40"/>
                  </a:lnTo>
                  <a:lnTo>
                    <a:pt x="14" y="56"/>
                  </a:lnTo>
                  <a:lnTo>
                    <a:pt x="11" y="75"/>
                  </a:lnTo>
                  <a:lnTo>
                    <a:pt x="7" y="96"/>
                  </a:lnTo>
                  <a:lnTo>
                    <a:pt x="4" y="118"/>
                  </a:lnTo>
                  <a:lnTo>
                    <a:pt x="2" y="142"/>
                  </a:lnTo>
                  <a:lnTo>
                    <a:pt x="0" y="167"/>
                  </a:lnTo>
                  <a:lnTo>
                    <a:pt x="0" y="193"/>
                  </a:lnTo>
                  <a:lnTo>
                    <a:pt x="2" y="193"/>
                  </a:lnTo>
                  <a:lnTo>
                    <a:pt x="2" y="168"/>
                  </a:lnTo>
                  <a:lnTo>
                    <a:pt x="4" y="144"/>
                  </a:lnTo>
                  <a:lnTo>
                    <a:pt x="5" y="120"/>
                  </a:lnTo>
                  <a:lnTo>
                    <a:pt x="7" y="99"/>
                  </a:lnTo>
                  <a:lnTo>
                    <a:pt x="11" y="78"/>
                  </a:lnTo>
                  <a:lnTo>
                    <a:pt x="16" y="59"/>
                  </a:lnTo>
                  <a:lnTo>
                    <a:pt x="20" y="44"/>
                  </a:lnTo>
                  <a:lnTo>
                    <a:pt x="25" y="30"/>
                  </a:lnTo>
                  <a:lnTo>
                    <a:pt x="31" y="19"/>
                  </a:lnTo>
                  <a:lnTo>
                    <a:pt x="38" y="12"/>
                  </a:lnTo>
                  <a:lnTo>
                    <a:pt x="43" y="7"/>
                  </a:lnTo>
                  <a:lnTo>
                    <a:pt x="51" y="5"/>
                  </a:lnTo>
                  <a:lnTo>
                    <a:pt x="51" y="0"/>
                  </a:lnTo>
                  <a:close/>
                </a:path>
              </a:pathLst>
            </a:custGeom>
            <a:solidFill>
              <a:srgbClr val="A1A1A1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941" name="Google Shape;941;p2"/>
            <p:cNvSpPr/>
            <p:nvPr/>
          </p:nvSpPr>
          <p:spPr>
            <a:xfrm>
              <a:off x="4075" y="3309"/>
              <a:ext cx="44" cy="112"/>
            </a:xfrm>
            <a:custGeom>
              <a:avLst/>
              <a:gdLst/>
              <a:ahLst/>
              <a:cxnLst/>
              <a:rect l="l" t="t" r="r" b="b"/>
              <a:pathLst>
                <a:path w="49" h="188" extrusionOk="0">
                  <a:moveTo>
                    <a:pt x="49" y="0"/>
                  </a:moveTo>
                  <a:lnTo>
                    <a:pt x="41" y="2"/>
                  </a:lnTo>
                  <a:lnTo>
                    <a:pt x="36" y="7"/>
                  </a:lnTo>
                  <a:lnTo>
                    <a:pt x="29" y="14"/>
                  </a:lnTo>
                  <a:lnTo>
                    <a:pt x="23" y="25"/>
                  </a:lnTo>
                  <a:lnTo>
                    <a:pt x="18" y="39"/>
                  </a:lnTo>
                  <a:lnTo>
                    <a:pt x="14" y="54"/>
                  </a:lnTo>
                  <a:lnTo>
                    <a:pt x="9" y="73"/>
                  </a:lnTo>
                  <a:lnTo>
                    <a:pt x="5" y="94"/>
                  </a:lnTo>
                  <a:lnTo>
                    <a:pt x="3" y="115"/>
                  </a:lnTo>
                  <a:lnTo>
                    <a:pt x="2" y="139"/>
                  </a:lnTo>
                  <a:lnTo>
                    <a:pt x="0" y="163"/>
                  </a:lnTo>
                  <a:lnTo>
                    <a:pt x="0" y="188"/>
                  </a:lnTo>
                  <a:lnTo>
                    <a:pt x="2" y="188"/>
                  </a:lnTo>
                  <a:lnTo>
                    <a:pt x="2" y="163"/>
                  </a:lnTo>
                  <a:lnTo>
                    <a:pt x="2" y="141"/>
                  </a:lnTo>
                  <a:lnTo>
                    <a:pt x="5" y="118"/>
                  </a:lnTo>
                  <a:lnTo>
                    <a:pt x="7" y="96"/>
                  </a:lnTo>
                  <a:lnTo>
                    <a:pt x="11" y="77"/>
                  </a:lnTo>
                  <a:lnTo>
                    <a:pt x="14" y="59"/>
                  </a:lnTo>
                  <a:lnTo>
                    <a:pt x="20" y="44"/>
                  </a:lnTo>
                  <a:lnTo>
                    <a:pt x="25" y="30"/>
                  </a:lnTo>
                  <a:lnTo>
                    <a:pt x="30" y="19"/>
                  </a:lnTo>
                  <a:lnTo>
                    <a:pt x="36" y="11"/>
                  </a:lnTo>
                  <a:lnTo>
                    <a:pt x="41" y="7"/>
                  </a:lnTo>
                  <a:lnTo>
                    <a:pt x="49" y="6"/>
                  </a:lnTo>
                  <a:lnTo>
                    <a:pt x="49" y="0"/>
                  </a:lnTo>
                  <a:close/>
                </a:path>
              </a:pathLst>
            </a:custGeom>
            <a:solidFill>
              <a:srgbClr val="A3A3A3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942" name="Google Shape;942;p2"/>
            <p:cNvSpPr/>
            <p:nvPr/>
          </p:nvSpPr>
          <p:spPr>
            <a:xfrm>
              <a:off x="4077" y="3313"/>
              <a:ext cx="42" cy="108"/>
            </a:xfrm>
            <a:custGeom>
              <a:avLst/>
              <a:gdLst/>
              <a:ahLst/>
              <a:cxnLst/>
              <a:rect l="l" t="t" r="r" b="b"/>
              <a:pathLst>
                <a:path w="47" h="182" extrusionOk="0">
                  <a:moveTo>
                    <a:pt x="47" y="0"/>
                  </a:moveTo>
                  <a:lnTo>
                    <a:pt x="39" y="1"/>
                  </a:lnTo>
                  <a:lnTo>
                    <a:pt x="34" y="5"/>
                  </a:lnTo>
                  <a:lnTo>
                    <a:pt x="28" y="13"/>
                  </a:lnTo>
                  <a:lnTo>
                    <a:pt x="23" y="24"/>
                  </a:lnTo>
                  <a:lnTo>
                    <a:pt x="18" y="38"/>
                  </a:lnTo>
                  <a:lnTo>
                    <a:pt x="12" y="53"/>
                  </a:lnTo>
                  <a:lnTo>
                    <a:pt x="9" y="71"/>
                  </a:lnTo>
                  <a:lnTo>
                    <a:pt x="5" y="90"/>
                  </a:lnTo>
                  <a:lnTo>
                    <a:pt x="3" y="112"/>
                  </a:lnTo>
                  <a:lnTo>
                    <a:pt x="0" y="135"/>
                  </a:lnTo>
                  <a:lnTo>
                    <a:pt x="0" y="157"/>
                  </a:lnTo>
                  <a:lnTo>
                    <a:pt x="0" y="182"/>
                  </a:lnTo>
                  <a:lnTo>
                    <a:pt x="0" y="182"/>
                  </a:lnTo>
                  <a:lnTo>
                    <a:pt x="1" y="157"/>
                  </a:lnTo>
                  <a:lnTo>
                    <a:pt x="1" y="135"/>
                  </a:lnTo>
                  <a:lnTo>
                    <a:pt x="3" y="114"/>
                  </a:lnTo>
                  <a:lnTo>
                    <a:pt x="7" y="93"/>
                  </a:lnTo>
                  <a:lnTo>
                    <a:pt x="10" y="74"/>
                  </a:lnTo>
                  <a:lnTo>
                    <a:pt x="14" y="57"/>
                  </a:lnTo>
                  <a:lnTo>
                    <a:pt x="18" y="41"/>
                  </a:lnTo>
                  <a:lnTo>
                    <a:pt x="23" y="29"/>
                  </a:lnTo>
                  <a:lnTo>
                    <a:pt x="28" y="19"/>
                  </a:lnTo>
                  <a:lnTo>
                    <a:pt x="34" y="10"/>
                  </a:lnTo>
                  <a:lnTo>
                    <a:pt x="39" y="7"/>
                  </a:lnTo>
                  <a:lnTo>
                    <a:pt x="47" y="5"/>
                  </a:lnTo>
                  <a:lnTo>
                    <a:pt x="47" y="0"/>
                  </a:lnTo>
                  <a:close/>
                </a:path>
              </a:pathLst>
            </a:custGeom>
            <a:solidFill>
              <a:srgbClr val="A5A5A5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943" name="Google Shape;943;p2"/>
            <p:cNvSpPr/>
            <p:nvPr/>
          </p:nvSpPr>
          <p:spPr>
            <a:xfrm>
              <a:off x="4077" y="3315"/>
              <a:ext cx="42" cy="106"/>
            </a:xfrm>
            <a:custGeom>
              <a:avLst/>
              <a:gdLst/>
              <a:ahLst/>
              <a:cxnLst/>
              <a:rect l="l" t="t" r="r" b="b"/>
              <a:pathLst>
                <a:path w="47" h="177" extrusionOk="0">
                  <a:moveTo>
                    <a:pt x="47" y="0"/>
                  </a:moveTo>
                  <a:lnTo>
                    <a:pt x="39" y="2"/>
                  </a:lnTo>
                  <a:lnTo>
                    <a:pt x="34" y="5"/>
                  </a:lnTo>
                  <a:lnTo>
                    <a:pt x="28" y="14"/>
                  </a:lnTo>
                  <a:lnTo>
                    <a:pt x="23" y="24"/>
                  </a:lnTo>
                  <a:lnTo>
                    <a:pt x="18" y="36"/>
                  </a:lnTo>
                  <a:lnTo>
                    <a:pt x="14" y="52"/>
                  </a:lnTo>
                  <a:lnTo>
                    <a:pt x="10" y="69"/>
                  </a:lnTo>
                  <a:lnTo>
                    <a:pt x="7" y="88"/>
                  </a:lnTo>
                  <a:lnTo>
                    <a:pt x="3" y="109"/>
                  </a:lnTo>
                  <a:lnTo>
                    <a:pt x="1" y="130"/>
                  </a:lnTo>
                  <a:lnTo>
                    <a:pt x="1" y="152"/>
                  </a:lnTo>
                  <a:lnTo>
                    <a:pt x="0" y="177"/>
                  </a:lnTo>
                  <a:lnTo>
                    <a:pt x="1" y="177"/>
                  </a:lnTo>
                  <a:lnTo>
                    <a:pt x="1" y="154"/>
                  </a:lnTo>
                  <a:lnTo>
                    <a:pt x="3" y="132"/>
                  </a:lnTo>
                  <a:lnTo>
                    <a:pt x="5" y="111"/>
                  </a:lnTo>
                  <a:lnTo>
                    <a:pt x="7" y="90"/>
                  </a:lnTo>
                  <a:lnTo>
                    <a:pt x="10" y="73"/>
                  </a:lnTo>
                  <a:lnTo>
                    <a:pt x="14" y="55"/>
                  </a:lnTo>
                  <a:lnTo>
                    <a:pt x="19" y="40"/>
                  </a:lnTo>
                  <a:lnTo>
                    <a:pt x="23" y="28"/>
                  </a:lnTo>
                  <a:lnTo>
                    <a:pt x="28" y="17"/>
                  </a:lnTo>
                  <a:lnTo>
                    <a:pt x="34" y="10"/>
                  </a:lnTo>
                  <a:lnTo>
                    <a:pt x="41" y="7"/>
                  </a:lnTo>
                  <a:lnTo>
                    <a:pt x="47" y="5"/>
                  </a:lnTo>
                  <a:lnTo>
                    <a:pt x="47" y="0"/>
                  </a:lnTo>
                  <a:close/>
                </a:path>
              </a:pathLst>
            </a:custGeom>
            <a:solidFill>
              <a:srgbClr val="A8A8A8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944" name="Google Shape;944;p2"/>
            <p:cNvSpPr/>
            <p:nvPr/>
          </p:nvSpPr>
          <p:spPr>
            <a:xfrm>
              <a:off x="4079" y="3319"/>
              <a:ext cx="40" cy="102"/>
            </a:xfrm>
            <a:custGeom>
              <a:avLst/>
              <a:gdLst/>
              <a:ahLst/>
              <a:cxnLst/>
              <a:rect l="l" t="t" r="r" b="b"/>
              <a:pathLst>
                <a:path w="46" h="172" extrusionOk="0">
                  <a:moveTo>
                    <a:pt x="46" y="0"/>
                  </a:moveTo>
                  <a:lnTo>
                    <a:pt x="40" y="2"/>
                  </a:lnTo>
                  <a:lnTo>
                    <a:pt x="33" y="5"/>
                  </a:lnTo>
                  <a:lnTo>
                    <a:pt x="27" y="12"/>
                  </a:lnTo>
                  <a:lnTo>
                    <a:pt x="22" y="23"/>
                  </a:lnTo>
                  <a:lnTo>
                    <a:pt x="18" y="35"/>
                  </a:lnTo>
                  <a:lnTo>
                    <a:pt x="13" y="50"/>
                  </a:lnTo>
                  <a:lnTo>
                    <a:pt x="9" y="68"/>
                  </a:lnTo>
                  <a:lnTo>
                    <a:pt x="6" y="85"/>
                  </a:lnTo>
                  <a:lnTo>
                    <a:pt x="4" y="106"/>
                  </a:lnTo>
                  <a:lnTo>
                    <a:pt x="2" y="127"/>
                  </a:lnTo>
                  <a:lnTo>
                    <a:pt x="0" y="149"/>
                  </a:lnTo>
                  <a:lnTo>
                    <a:pt x="0" y="172"/>
                  </a:lnTo>
                  <a:lnTo>
                    <a:pt x="2" y="172"/>
                  </a:lnTo>
                  <a:lnTo>
                    <a:pt x="2" y="147"/>
                  </a:lnTo>
                  <a:lnTo>
                    <a:pt x="4" y="125"/>
                  </a:lnTo>
                  <a:lnTo>
                    <a:pt x="6" y="102"/>
                  </a:lnTo>
                  <a:lnTo>
                    <a:pt x="9" y="82"/>
                  </a:lnTo>
                  <a:lnTo>
                    <a:pt x="13" y="62"/>
                  </a:lnTo>
                  <a:lnTo>
                    <a:pt x="17" y="45"/>
                  </a:lnTo>
                  <a:lnTo>
                    <a:pt x="22" y="31"/>
                  </a:lnTo>
                  <a:lnTo>
                    <a:pt x="27" y="21"/>
                  </a:lnTo>
                  <a:lnTo>
                    <a:pt x="33" y="12"/>
                  </a:lnTo>
                  <a:lnTo>
                    <a:pt x="38" y="7"/>
                  </a:lnTo>
                  <a:lnTo>
                    <a:pt x="46" y="5"/>
                  </a:lnTo>
                  <a:lnTo>
                    <a:pt x="46" y="0"/>
                  </a:lnTo>
                  <a:close/>
                </a:path>
              </a:pathLst>
            </a:custGeom>
            <a:solidFill>
              <a:srgbClr val="AAAAAA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945" name="Google Shape;945;p2"/>
            <p:cNvSpPr/>
            <p:nvPr/>
          </p:nvSpPr>
          <p:spPr>
            <a:xfrm>
              <a:off x="4081" y="3323"/>
              <a:ext cx="38" cy="98"/>
            </a:xfrm>
            <a:custGeom>
              <a:avLst/>
              <a:gdLst/>
              <a:ahLst/>
              <a:cxnLst/>
              <a:rect l="l" t="t" r="r" b="b"/>
              <a:pathLst>
                <a:path w="44" h="167" extrusionOk="0">
                  <a:moveTo>
                    <a:pt x="44" y="0"/>
                  </a:moveTo>
                  <a:lnTo>
                    <a:pt x="36" y="2"/>
                  </a:lnTo>
                  <a:lnTo>
                    <a:pt x="31" y="7"/>
                  </a:lnTo>
                  <a:lnTo>
                    <a:pt x="25" y="16"/>
                  </a:lnTo>
                  <a:lnTo>
                    <a:pt x="20" y="26"/>
                  </a:lnTo>
                  <a:lnTo>
                    <a:pt x="15" y="40"/>
                  </a:lnTo>
                  <a:lnTo>
                    <a:pt x="11" y="57"/>
                  </a:lnTo>
                  <a:lnTo>
                    <a:pt x="7" y="77"/>
                  </a:lnTo>
                  <a:lnTo>
                    <a:pt x="4" y="97"/>
                  </a:lnTo>
                  <a:lnTo>
                    <a:pt x="2" y="120"/>
                  </a:lnTo>
                  <a:lnTo>
                    <a:pt x="0" y="142"/>
                  </a:lnTo>
                  <a:lnTo>
                    <a:pt x="0" y="167"/>
                  </a:lnTo>
                  <a:lnTo>
                    <a:pt x="2" y="167"/>
                  </a:lnTo>
                  <a:lnTo>
                    <a:pt x="2" y="142"/>
                  </a:lnTo>
                  <a:lnTo>
                    <a:pt x="2" y="122"/>
                  </a:lnTo>
                  <a:lnTo>
                    <a:pt x="6" y="99"/>
                  </a:lnTo>
                  <a:lnTo>
                    <a:pt x="7" y="80"/>
                  </a:lnTo>
                  <a:lnTo>
                    <a:pt x="11" y="61"/>
                  </a:lnTo>
                  <a:lnTo>
                    <a:pt x="16" y="45"/>
                  </a:lnTo>
                  <a:lnTo>
                    <a:pt x="20" y="31"/>
                  </a:lnTo>
                  <a:lnTo>
                    <a:pt x="25" y="19"/>
                  </a:lnTo>
                  <a:lnTo>
                    <a:pt x="31" y="12"/>
                  </a:lnTo>
                  <a:lnTo>
                    <a:pt x="36" y="7"/>
                  </a:lnTo>
                  <a:lnTo>
                    <a:pt x="44" y="5"/>
                  </a:lnTo>
                  <a:lnTo>
                    <a:pt x="44" y="0"/>
                  </a:lnTo>
                  <a:close/>
                </a:path>
              </a:pathLst>
            </a:custGeom>
            <a:solidFill>
              <a:srgbClr val="ACACAC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946" name="Google Shape;946;p2"/>
            <p:cNvSpPr/>
            <p:nvPr/>
          </p:nvSpPr>
          <p:spPr>
            <a:xfrm>
              <a:off x="4082" y="3325"/>
              <a:ext cx="37" cy="96"/>
            </a:xfrm>
            <a:custGeom>
              <a:avLst/>
              <a:gdLst/>
              <a:ahLst/>
              <a:cxnLst/>
              <a:rect l="l" t="t" r="r" b="b"/>
              <a:pathLst>
                <a:path w="42" h="162" extrusionOk="0">
                  <a:moveTo>
                    <a:pt x="42" y="0"/>
                  </a:moveTo>
                  <a:lnTo>
                    <a:pt x="34" y="2"/>
                  </a:lnTo>
                  <a:lnTo>
                    <a:pt x="29" y="7"/>
                  </a:lnTo>
                  <a:lnTo>
                    <a:pt x="23" y="14"/>
                  </a:lnTo>
                  <a:lnTo>
                    <a:pt x="18" y="26"/>
                  </a:lnTo>
                  <a:lnTo>
                    <a:pt x="14" y="40"/>
                  </a:lnTo>
                  <a:lnTo>
                    <a:pt x="9" y="56"/>
                  </a:lnTo>
                  <a:lnTo>
                    <a:pt x="5" y="75"/>
                  </a:lnTo>
                  <a:lnTo>
                    <a:pt x="4" y="94"/>
                  </a:lnTo>
                  <a:lnTo>
                    <a:pt x="0" y="117"/>
                  </a:lnTo>
                  <a:lnTo>
                    <a:pt x="0" y="137"/>
                  </a:lnTo>
                  <a:lnTo>
                    <a:pt x="0" y="162"/>
                  </a:lnTo>
                  <a:lnTo>
                    <a:pt x="0" y="162"/>
                  </a:lnTo>
                  <a:lnTo>
                    <a:pt x="2" y="139"/>
                  </a:lnTo>
                  <a:lnTo>
                    <a:pt x="2" y="117"/>
                  </a:lnTo>
                  <a:lnTo>
                    <a:pt x="4" y="96"/>
                  </a:lnTo>
                  <a:lnTo>
                    <a:pt x="7" y="77"/>
                  </a:lnTo>
                  <a:lnTo>
                    <a:pt x="11" y="59"/>
                  </a:lnTo>
                  <a:lnTo>
                    <a:pt x="14" y="44"/>
                  </a:lnTo>
                  <a:lnTo>
                    <a:pt x="20" y="30"/>
                  </a:lnTo>
                  <a:lnTo>
                    <a:pt x="23" y="20"/>
                  </a:lnTo>
                  <a:lnTo>
                    <a:pt x="29" y="13"/>
                  </a:lnTo>
                  <a:lnTo>
                    <a:pt x="36" y="7"/>
                  </a:lnTo>
                  <a:lnTo>
                    <a:pt x="42" y="6"/>
                  </a:lnTo>
                  <a:lnTo>
                    <a:pt x="42" y="0"/>
                  </a:lnTo>
                  <a:close/>
                </a:path>
              </a:pathLst>
            </a:custGeom>
            <a:solidFill>
              <a:srgbClr val="AFAFAF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</p:grpSp>
      <p:sp>
        <p:nvSpPr>
          <p:cNvPr id="947" name="Google Shape;947;p2"/>
          <p:cNvSpPr txBox="1"/>
          <p:nvPr/>
        </p:nvSpPr>
        <p:spPr>
          <a:xfrm>
            <a:off x="2835275" y="-46038"/>
            <a:ext cx="4429125" cy="579438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>
                <a:solidFill>
                  <a:srgbClr val="FFFF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AZ NAV Communication</a:t>
            </a:r>
            <a:endParaRPr/>
          </a:p>
        </p:txBody>
      </p:sp>
      <p:sp>
        <p:nvSpPr>
          <p:cNvPr id="948" name="Google Shape;948;p2"/>
          <p:cNvSpPr/>
          <p:nvPr/>
        </p:nvSpPr>
        <p:spPr>
          <a:xfrm rot="-9717599" flipH="1">
            <a:off x="3722688" y="3392488"/>
            <a:ext cx="1219200" cy="838200"/>
          </a:xfrm>
          <a:custGeom>
            <a:avLst/>
            <a:gdLst/>
            <a:ahLst/>
            <a:cxnLst/>
            <a:rect l="l" t="t" r="r" b="b"/>
            <a:pathLst>
              <a:path w="2573" h="260" extrusionOk="0">
                <a:moveTo>
                  <a:pt x="0" y="260"/>
                </a:moveTo>
                <a:lnTo>
                  <a:pt x="1331" y="78"/>
                </a:lnTo>
                <a:lnTo>
                  <a:pt x="1300" y="148"/>
                </a:lnTo>
                <a:lnTo>
                  <a:pt x="2573" y="0"/>
                </a:lnTo>
                <a:lnTo>
                  <a:pt x="1242" y="182"/>
                </a:lnTo>
                <a:lnTo>
                  <a:pt x="1271" y="113"/>
                </a:lnTo>
                <a:lnTo>
                  <a:pt x="0" y="260"/>
                </a:lnTo>
                <a:close/>
              </a:path>
            </a:pathLst>
          </a:custGeom>
          <a:solidFill>
            <a:srgbClr val="000000"/>
          </a:solidFill>
          <a:ln w="9525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grpSp>
        <p:nvGrpSpPr>
          <p:cNvPr id="949" name="Google Shape;949;p2"/>
          <p:cNvGrpSpPr/>
          <p:nvPr/>
        </p:nvGrpSpPr>
        <p:grpSpPr>
          <a:xfrm>
            <a:off x="5257800" y="3505200"/>
            <a:ext cx="228600" cy="762000"/>
            <a:chOff x="3969" y="3294"/>
            <a:chExt cx="164" cy="567"/>
          </a:xfrm>
        </p:grpSpPr>
        <p:sp>
          <p:nvSpPr>
            <p:cNvPr id="950" name="Google Shape;950;p2"/>
            <p:cNvSpPr/>
            <p:nvPr/>
          </p:nvSpPr>
          <p:spPr>
            <a:xfrm>
              <a:off x="3969" y="3294"/>
              <a:ext cx="164" cy="567"/>
            </a:xfrm>
            <a:custGeom>
              <a:avLst/>
              <a:gdLst/>
              <a:ahLst/>
              <a:cxnLst/>
              <a:rect l="l" t="t" r="r" b="b"/>
              <a:pathLst>
                <a:path w="188" h="953" extrusionOk="0">
                  <a:moveTo>
                    <a:pt x="188" y="873"/>
                  </a:moveTo>
                  <a:lnTo>
                    <a:pt x="94" y="953"/>
                  </a:lnTo>
                  <a:lnTo>
                    <a:pt x="0" y="873"/>
                  </a:lnTo>
                  <a:lnTo>
                    <a:pt x="94" y="0"/>
                  </a:lnTo>
                  <a:lnTo>
                    <a:pt x="188" y="873"/>
                  </a:lnTo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951" name="Google Shape;951;p2"/>
            <p:cNvSpPr/>
            <p:nvPr/>
          </p:nvSpPr>
          <p:spPr>
            <a:xfrm>
              <a:off x="4035" y="3318"/>
              <a:ext cx="32" cy="59"/>
            </a:xfrm>
            <a:custGeom>
              <a:avLst/>
              <a:gdLst/>
              <a:ahLst/>
              <a:cxnLst/>
              <a:rect l="l" t="t" r="r" b="b"/>
              <a:pathLst>
                <a:path w="36" h="99" extrusionOk="0">
                  <a:moveTo>
                    <a:pt x="29" y="19"/>
                  </a:moveTo>
                  <a:lnTo>
                    <a:pt x="18" y="0"/>
                  </a:lnTo>
                  <a:lnTo>
                    <a:pt x="5" y="19"/>
                  </a:lnTo>
                  <a:lnTo>
                    <a:pt x="0" y="80"/>
                  </a:lnTo>
                  <a:lnTo>
                    <a:pt x="18" y="99"/>
                  </a:lnTo>
                  <a:lnTo>
                    <a:pt x="36" y="80"/>
                  </a:lnTo>
                  <a:lnTo>
                    <a:pt x="29" y="19"/>
                  </a:lnTo>
                  <a:close/>
                </a:path>
              </a:pathLst>
            </a:custGeom>
            <a:solidFill>
              <a:srgbClr val="666666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952" name="Google Shape;952;p2"/>
            <p:cNvSpPr/>
            <p:nvPr/>
          </p:nvSpPr>
          <p:spPr>
            <a:xfrm>
              <a:off x="3969" y="3767"/>
              <a:ext cx="164" cy="48"/>
            </a:xfrm>
            <a:custGeom>
              <a:avLst/>
              <a:gdLst/>
              <a:ahLst/>
              <a:cxnLst/>
              <a:rect l="l" t="t" r="r" b="b"/>
              <a:pathLst>
                <a:path w="188" h="78" extrusionOk="0">
                  <a:moveTo>
                    <a:pt x="188" y="78"/>
                  </a:moveTo>
                  <a:lnTo>
                    <a:pt x="94" y="0"/>
                  </a:lnTo>
                  <a:lnTo>
                    <a:pt x="0" y="78"/>
                  </a:lnTo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953" name="Google Shape;953;p2"/>
            <p:cNvSpPr/>
            <p:nvPr/>
          </p:nvSpPr>
          <p:spPr>
            <a:xfrm>
              <a:off x="3969" y="3294"/>
              <a:ext cx="164" cy="567"/>
            </a:xfrm>
            <a:custGeom>
              <a:avLst/>
              <a:gdLst/>
              <a:ahLst/>
              <a:cxnLst/>
              <a:rect l="l" t="t" r="r" b="b"/>
              <a:pathLst>
                <a:path w="188" h="953" extrusionOk="0">
                  <a:moveTo>
                    <a:pt x="94" y="0"/>
                  </a:moveTo>
                  <a:lnTo>
                    <a:pt x="94" y="953"/>
                  </a:lnTo>
                  <a:lnTo>
                    <a:pt x="188" y="873"/>
                  </a:lnTo>
                  <a:lnTo>
                    <a:pt x="94" y="0"/>
                  </a:lnTo>
                  <a:lnTo>
                    <a:pt x="0" y="873"/>
                  </a:lnTo>
                  <a:lnTo>
                    <a:pt x="94" y="953"/>
                  </a:lnTo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954" name="Google Shape;954;p2"/>
            <p:cNvSpPr/>
            <p:nvPr/>
          </p:nvSpPr>
          <p:spPr>
            <a:xfrm>
              <a:off x="4030" y="3424"/>
              <a:ext cx="42" cy="12"/>
            </a:xfrm>
            <a:custGeom>
              <a:avLst/>
              <a:gdLst/>
              <a:ahLst/>
              <a:cxnLst/>
              <a:rect l="l" t="t" r="r" b="b"/>
              <a:pathLst>
                <a:path w="47" h="19" extrusionOk="0">
                  <a:moveTo>
                    <a:pt x="47" y="0"/>
                  </a:moveTo>
                  <a:lnTo>
                    <a:pt x="24" y="19"/>
                  </a:lnTo>
                  <a:lnTo>
                    <a:pt x="0" y="0"/>
                  </a:lnTo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955" name="Google Shape;955;p2"/>
            <p:cNvSpPr/>
            <p:nvPr/>
          </p:nvSpPr>
          <p:spPr>
            <a:xfrm>
              <a:off x="4023" y="3468"/>
              <a:ext cx="54" cy="15"/>
            </a:xfrm>
            <a:custGeom>
              <a:avLst/>
              <a:gdLst/>
              <a:ahLst/>
              <a:cxnLst/>
              <a:rect l="l" t="t" r="r" b="b"/>
              <a:pathLst>
                <a:path w="64" h="26" extrusionOk="0">
                  <a:moveTo>
                    <a:pt x="64" y="0"/>
                  </a:moveTo>
                  <a:lnTo>
                    <a:pt x="33" y="26"/>
                  </a:lnTo>
                  <a:lnTo>
                    <a:pt x="0" y="0"/>
                  </a:lnTo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956" name="Google Shape;956;p2"/>
            <p:cNvSpPr/>
            <p:nvPr/>
          </p:nvSpPr>
          <p:spPr>
            <a:xfrm>
              <a:off x="4018" y="3510"/>
              <a:ext cx="68" cy="21"/>
            </a:xfrm>
            <a:custGeom>
              <a:avLst/>
              <a:gdLst/>
              <a:ahLst/>
              <a:cxnLst/>
              <a:rect l="l" t="t" r="r" b="b"/>
              <a:pathLst>
                <a:path w="78" h="35" extrusionOk="0">
                  <a:moveTo>
                    <a:pt x="78" y="2"/>
                  </a:moveTo>
                  <a:lnTo>
                    <a:pt x="38" y="35"/>
                  </a:lnTo>
                  <a:lnTo>
                    <a:pt x="0" y="0"/>
                  </a:lnTo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957" name="Google Shape;957;p2"/>
            <p:cNvSpPr/>
            <p:nvPr/>
          </p:nvSpPr>
          <p:spPr>
            <a:xfrm>
              <a:off x="4009" y="3555"/>
              <a:ext cx="82" cy="23"/>
            </a:xfrm>
            <a:custGeom>
              <a:avLst/>
              <a:gdLst/>
              <a:ahLst/>
              <a:cxnLst/>
              <a:rect l="l" t="t" r="r" b="b"/>
              <a:pathLst>
                <a:path w="94" h="38" extrusionOk="0">
                  <a:moveTo>
                    <a:pt x="94" y="0"/>
                  </a:moveTo>
                  <a:lnTo>
                    <a:pt x="47" y="38"/>
                  </a:lnTo>
                  <a:lnTo>
                    <a:pt x="0" y="0"/>
                  </a:lnTo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958" name="Google Shape;958;p2"/>
            <p:cNvSpPr/>
            <p:nvPr/>
          </p:nvSpPr>
          <p:spPr>
            <a:xfrm>
              <a:off x="4002" y="3598"/>
              <a:ext cx="96" cy="27"/>
            </a:xfrm>
            <a:custGeom>
              <a:avLst/>
              <a:gdLst/>
              <a:ahLst/>
              <a:cxnLst/>
              <a:rect l="l" t="t" r="r" b="b"/>
              <a:pathLst>
                <a:path w="110" h="46" extrusionOk="0">
                  <a:moveTo>
                    <a:pt x="110" y="0"/>
                  </a:moveTo>
                  <a:lnTo>
                    <a:pt x="56" y="46"/>
                  </a:lnTo>
                  <a:lnTo>
                    <a:pt x="0" y="0"/>
                  </a:lnTo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959" name="Google Shape;959;p2"/>
            <p:cNvSpPr/>
            <p:nvPr/>
          </p:nvSpPr>
          <p:spPr>
            <a:xfrm>
              <a:off x="3997" y="3641"/>
              <a:ext cx="110" cy="32"/>
            </a:xfrm>
            <a:custGeom>
              <a:avLst/>
              <a:gdLst/>
              <a:ahLst/>
              <a:cxnLst/>
              <a:rect l="l" t="t" r="r" b="b"/>
              <a:pathLst>
                <a:path w="125" h="53" extrusionOk="0">
                  <a:moveTo>
                    <a:pt x="125" y="0"/>
                  </a:moveTo>
                  <a:lnTo>
                    <a:pt x="62" y="53"/>
                  </a:lnTo>
                  <a:lnTo>
                    <a:pt x="0" y="0"/>
                  </a:lnTo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960" name="Google Shape;960;p2"/>
            <p:cNvSpPr/>
            <p:nvPr/>
          </p:nvSpPr>
          <p:spPr>
            <a:xfrm>
              <a:off x="3990" y="3684"/>
              <a:ext cx="122" cy="36"/>
            </a:xfrm>
            <a:custGeom>
              <a:avLst/>
              <a:gdLst/>
              <a:ahLst/>
              <a:cxnLst/>
              <a:rect l="l" t="t" r="r" b="b"/>
              <a:pathLst>
                <a:path w="141" h="61" extrusionOk="0">
                  <a:moveTo>
                    <a:pt x="141" y="0"/>
                  </a:moveTo>
                  <a:lnTo>
                    <a:pt x="71" y="61"/>
                  </a:lnTo>
                  <a:lnTo>
                    <a:pt x="0" y="0"/>
                  </a:lnTo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961" name="Google Shape;961;p2"/>
            <p:cNvSpPr/>
            <p:nvPr/>
          </p:nvSpPr>
          <p:spPr>
            <a:xfrm>
              <a:off x="3981" y="3728"/>
              <a:ext cx="138" cy="39"/>
            </a:xfrm>
            <a:custGeom>
              <a:avLst/>
              <a:gdLst/>
              <a:ahLst/>
              <a:cxnLst/>
              <a:rect l="l" t="t" r="r" b="b"/>
              <a:pathLst>
                <a:path w="158" h="68" extrusionOk="0">
                  <a:moveTo>
                    <a:pt x="158" y="0"/>
                  </a:moveTo>
                  <a:lnTo>
                    <a:pt x="80" y="68"/>
                  </a:lnTo>
                  <a:lnTo>
                    <a:pt x="0" y="2"/>
                  </a:lnTo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962" name="Google Shape;962;p2"/>
            <p:cNvSpPr/>
            <p:nvPr/>
          </p:nvSpPr>
          <p:spPr>
            <a:xfrm>
              <a:off x="3978" y="3769"/>
              <a:ext cx="148" cy="46"/>
            </a:xfrm>
            <a:custGeom>
              <a:avLst/>
              <a:gdLst/>
              <a:ahLst/>
              <a:cxnLst/>
              <a:rect l="l" t="t" r="r" b="b"/>
              <a:pathLst>
                <a:path w="172" h="75" extrusionOk="0">
                  <a:moveTo>
                    <a:pt x="172" y="2"/>
                  </a:moveTo>
                  <a:lnTo>
                    <a:pt x="85" y="75"/>
                  </a:lnTo>
                  <a:lnTo>
                    <a:pt x="0" y="0"/>
                  </a:lnTo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963" name="Google Shape;963;p2"/>
            <p:cNvSpPr/>
            <p:nvPr/>
          </p:nvSpPr>
          <p:spPr>
            <a:xfrm>
              <a:off x="4035" y="3318"/>
              <a:ext cx="32" cy="59"/>
            </a:xfrm>
            <a:custGeom>
              <a:avLst/>
              <a:gdLst/>
              <a:ahLst/>
              <a:cxnLst/>
              <a:rect l="l" t="t" r="r" b="b"/>
              <a:pathLst>
                <a:path w="36" h="99" extrusionOk="0">
                  <a:moveTo>
                    <a:pt x="29" y="19"/>
                  </a:moveTo>
                  <a:lnTo>
                    <a:pt x="18" y="0"/>
                  </a:lnTo>
                  <a:lnTo>
                    <a:pt x="5" y="19"/>
                  </a:lnTo>
                  <a:lnTo>
                    <a:pt x="0" y="80"/>
                  </a:lnTo>
                  <a:lnTo>
                    <a:pt x="18" y="99"/>
                  </a:lnTo>
                  <a:lnTo>
                    <a:pt x="36" y="80"/>
                  </a:lnTo>
                  <a:lnTo>
                    <a:pt x="29" y="19"/>
                  </a:lnTo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964" name="Google Shape;964;p2"/>
            <p:cNvSpPr/>
            <p:nvPr/>
          </p:nvSpPr>
          <p:spPr>
            <a:xfrm>
              <a:off x="4070" y="3294"/>
              <a:ext cx="49" cy="127"/>
            </a:xfrm>
            <a:custGeom>
              <a:avLst/>
              <a:gdLst/>
              <a:ahLst/>
              <a:cxnLst/>
              <a:rect l="l" t="t" r="r" b="b"/>
              <a:pathLst>
                <a:path w="56" h="214" extrusionOk="0">
                  <a:moveTo>
                    <a:pt x="56" y="0"/>
                  </a:moveTo>
                  <a:lnTo>
                    <a:pt x="48" y="2"/>
                  </a:lnTo>
                  <a:lnTo>
                    <a:pt x="41" y="7"/>
                  </a:lnTo>
                  <a:lnTo>
                    <a:pt x="36" y="14"/>
                  </a:lnTo>
                  <a:lnTo>
                    <a:pt x="28" y="25"/>
                  </a:lnTo>
                  <a:lnTo>
                    <a:pt x="23" y="39"/>
                  </a:lnTo>
                  <a:lnTo>
                    <a:pt x="18" y="54"/>
                  </a:lnTo>
                  <a:lnTo>
                    <a:pt x="14" y="72"/>
                  </a:lnTo>
                  <a:lnTo>
                    <a:pt x="9" y="92"/>
                  </a:lnTo>
                  <a:lnTo>
                    <a:pt x="7" y="115"/>
                  </a:lnTo>
                  <a:lnTo>
                    <a:pt x="3" y="137"/>
                  </a:lnTo>
                  <a:lnTo>
                    <a:pt x="1" y="162"/>
                  </a:lnTo>
                  <a:lnTo>
                    <a:pt x="0" y="188"/>
                  </a:lnTo>
                  <a:lnTo>
                    <a:pt x="0" y="214"/>
                  </a:lnTo>
                  <a:lnTo>
                    <a:pt x="0" y="0"/>
                  </a:lnTo>
                  <a:lnTo>
                    <a:pt x="56" y="0"/>
                  </a:lnTo>
                  <a:close/>
                </a:path>
              </a:pathLst>
            </a:custGeom>
            <a:solidFill>
              <a:srgbClr val="9A9A9A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965" name="Google Shape;965;p2"/>
            <p:cNvSpPr/>
            <p:nvPr/>
          </p:nvSpPr>
          <p:spPr>
            <a:xfrm>
              <a:off x="4070" y="3294"/>
              <a:ext cx="49" cy="127"/>
            </a:xfrm>
            <a:custGeom>
              <a:avLst/>
              <a:gdLst/>
              <a:ahLst/>
              <a:cxnLst/>
              <a:rect l="l" t="t" r="r" b="b"/>
              <a:pathLst>
                <a:path w="56" h="214" extrusionOk="0">
                  <a:moveTo>
                    <a:pt x="56" y="0"/>
                  </a:moveTo>
                  <a:lnTo>
                    <a:pt x="48" y="2"/>
                  </a:lnTo>
                  <a:lnTo>
                    <a:pt x="41" y="7"/>
                  </a:lnTo>
                  <a:lnTo>
                    <a:pt x="36" y="14"/>
                  </a:lnTo>
                  <a:lnTo>
                    <a:pt x="28" y="25"/>
                  </a:lnTo>
                  <a:lnTo>
                    <a:pt x="23" y="39"/>
                  </a:lnTo>
                  <a:lnTo>
                    <a:pt x="18" y="54"/>
                  </a:lnTo>
                  <a:lnTo>
                    <a:pt x="14" y="72"/>
                  </a:lnTo>
                  <a:lnTo>
                    <a:pt x="9" y="92"/>
                  </a:lnTo>
                  <a:lnTo>
                    <a:pt x="7" y="115"/>
                  </a:lnTo>
                  <a:lnTo>
                    <a:pt x="3" y="137"/>
                  </a:lnTo>
                  <a:lnTo>
                    <a:pt x="1" y="162"/>
                  </a:lnTo>
                  <a:lnTo>
                    <a:pt x="0" y="188"/>
                  </a:lnTo>
                  <a:lnTo>
                    <a:pt x="0" y="214"/>
                  </a:lnTo>
                  <a:lnTo>
                    <a:pt x="1" y="214"/>
                  </a:lnTo>
                  <a:lnTo>
                    <a:pt x="1" y="188"/>
                  </a:lnTo>
                  <a:lnTo>
                    <a:pt x="3" y="163"/>
                  </a:lnTo>
                  <a:lnTo>
                    <a:pt x="5" y="139"/>
                  </a:lnTo>
                  <a:lnTo>
                    <a:pt x="7" y="117"/>
                  </a:lnTo>
                  <a:lnTo>
                    <a:pt x="10" y="96"/>
                  </a:lnTo>
                  <a:lnTo>
                    <a:pt x="14" y="75"/>
                  </a:lnTo>
                  <a:lnTo>
                    <a:pt x="19" y="58"/>
                  </a:lnTo>
                  <a:lnTo>
                    <a:pt x="25" y="42"/>
                  </a:lnTo>
                  <a:lnTo>
                    <a:pt x="30" y="30"/>
                  </a:lnTo>
                  <a:lnTo>
                    <a:pt x="36" y="19"/>
                  </a:lnTo>
                  <a:lnTo>
                    <a:pt x="43" y="11"/>
                  </a:lnTo>
                  <a:lnTo>
                    <a:pt x="48" y="7"/>
                  </a:lnTo>
                  <a:lnTo>
                    <a:pt x="56" y="6"/>
                  </a:lnTo>
                  <a:lnTo>
                    <a:pt x="56" y="0"/>
                  </a:lnTo>
                  <a:close/>
                </a:path>
              </a:pathLst>
            </a:custGeom>
            <a:solidFill>
              <a:srgbClr val="9A9A9A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966" name="Google Shape;966;p2"/>
            <p:cNvSpPr/>
            <p:nvPr/>
          </p:nvSpPr>
          <p:spPr>
            <a:xfrm>
              <a:off x="4072" y="3298"/>
              <a:ext cx="47" cy="123"/>
            </a:xfrm>
            <a:custGeom>
              <a:avLst/>
              <a:gdLst/>
              <a:ahLst/>
              <a:cxnLst/>
              <a:rect l="l" t="t" r="r" b="b"/>
              <a:pathLst>
                <a:path w="55" h="208" extrusionOk="0">
                  <a:moveTo>
                    <a:pt x="55" y="0"/>
                  </a:moveTo>
                  <a:lnTo>
                    <a:pt x="47" y="1"/>
                  </a:lnTo>
                  <a:lnTo>
                    <a:pt x="42" y="5"/>
                  </a:lnTo>
                  <a:lnTo>
                    <a:pt x="35" y="13"/>
                  </a:lnTo>
                  <a:lnTo>
                    <a:pt x="29" y="24"/>
                  </a:lnTo>
                  <a:lnTo>
                    <a:pt x="24" y="36"/>
                  </a:lnTo>
                  <a:lnTo>
                    <a:pt x="18" y="52"/>
                  </a:lnTo>
                  <a:lnTo>
                    <a:pt x="13" y="69"/>
                  </a:lnTo>
                  <a:lnTo>
                    <a:pt x="9" y="90"/>
                  </a:lnTo>
                  <a:lnTo>
                    <a:pt x="6" y="111"/>
                  </a:lnTo>
                  <a:lnTo>
                    <a:pt x="4" y="133"/>
                  </a:lnTo>
                  <a:lnTo>
                    <a:pt x="2" y="157"/>
                  </a:lnTo>
                  <a:lnTo>
                    <a:pt x="0" y="182"/>
                  </a:lnTo>
                  <a:lnTo>
                    <a:pt x="0" y="208"/>
                  </a:lnTo>
                  <a:lnTo>
                    <a:pt x="2" y="208"/>
                  </a:lnTo>
                  <a:lnTo>
                    <a:pt x="2" y="180"/>
                  </a:lnTo>
                  <a:lnTo>
                    <a:pt x="4" y="154"/>
                  </a:lnTo>
                  <a:lnTo>
                    <a:pt x="6" y="130"/>
                  </a:lnTo>
                  <a:lnTo>
                    <a:pt x="8" y="105"/>
                  </a:lnTo>
                  <a:lnTo>
                    <a:pt x="13" y="85"/>
                  </a:lnTo>
                  <a:lnTo>
                    <a:pt x="17" y="64"/>
                  </a:lnTo>
                  <a:lnTo>
                    <a:pt x="22" y="46"/>
                  </a:lnTo>
                  <a:lnTo>
                    <a:pt x="27" y="33"/>
                  </a:lnTo>
                  <a:lnTo>
                    <a:pt x="35" y="20"/>
                  </a:lnTo>
                  <a:lnTo>
                    <a:pt x="40" y="12"/>
                  </a:lnTo>
                  <a:lnTo>
                    <a:pt x="47" y="7"/>
                  </a:lnTo>
                  <a:lnTo>
                    <a:pt x="55" y="5"/>
                  </a:lnTo>
                  <a:lnTo>
                    <a:pt x="55" y="0"/>
                  </a:lnTo>
                  <a:close/>
                </a:path>
              </a:pathLst>
            </a:custGeom>
            <a:solidFill>
              <a:srgbClr val="9B9B9B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967" name="Google Shape;967;p2"/>
            <p:cNvSpPr/>
            <p:nvPr/>
          </p:nvSpPr>
          <p:spPr>
            <a:xfrm>
              <a:off x="4074" y="3300"/>
              <a:ext cx="45" cy="121"/>
            </a:xfrm>
            <a:custGeom>
              <a:avLst/>
              <a:gdLst/>
              <a:ahLst/>
              <a:cxnLst/>
              <a:rect l="l" t="t" r="r" b="b"/>
              <a:pathLst>
                <a:path w="53" h="203" extrusionOk="0">
                  <a:moveTo>
                    <a:pt x="53" y="0"/>
                  </a:moveTo>
                  <a:lnTo>
                    <a:pt x="45" y="2"/>
                  </a:lnTo>
                  <a:lnTo>
                    <a:pt x="38" y="7"/>
                  </a:lnTo>
                  <a:lnTo>
                    <a:pt x="33" y="15"/>
                  </a:lnTo>
                  <a:lnTo>
                    <a:pt x="25" y="28"/>
                  </a:lnTo>
                  <a:lnTo>
                    <a:pt x="20" y="41"/>
                  </a:lnTo>
                  <a:lnTo>
                    <a:pt x="15" y="59"/>
                  </a:lnTo>
                  <a:lnTo>
                    <a:pt x="11" y="80"/>
                  </a:lnTo>
                  <a:lnTo>
                    <a:pt x="6" y="100"/>
                  </a:lnTo>
                  <a:lnTo>
                    <a:pt x="4" y="125"/>
                  </a:lnTo>
                  <a:lnTo>
                    <a:pt x="2" y="149"/>
                  </a:lnTo>
                  <a:lnTo>
                    <a:pt x="0" y="175"/>
                  </a:lnTo>
                  <a:lnTo>
                    <a:pt x="0" y="203"/>
                  </a:lnTo>
                  <a:lnTo>
                    <a:pt x="0" y="203"/>
                  </a:lnTo>
                  <a:lnTo>
                    <a:pt x="2" y="177"/>
                  </a:lnTo>
                  <a:lnTo>
                    <a:pt x="2" y="151"/>
                  </a:lnTo>
                  <a:lnTo>
                    <a:pt x="4" y="126"/>
                  </a:lnTo>
                  <a:lnTo>
                    <a:pt x="7" y="104"/>
                  </a:lnTo>
                  <a:lnTo>
                    <a:pt x="11" y="81"/>
                  </a:lnTo>
                  <a:lnTo>
                    <a:pt x="16" y="62"/>
                  </a:lnTo>
                  <a:lnTo>
                    <a:pt x="20" y="45"/>
                  </a:lnTo>
                  <a:lnTo>
                    <a:pt x="27" y="31"/>
                  </a:lnTo>
                  <a:lnTo>
                    <a:pt x="33" y="21"/>
                  </a:lnTo>
                  <a:lnTo>
                    <a:pt x="38" y="12"/>
                  </a:lnTo>
                  <a:lnTo>
                    <a:pt x="45" y="7"/>
                  </a:lnTo>
                  <a:lnTo>
                    <a:pt x="53" y="5"/>
                  </a:lnTo>
                  <a:lnTo>
                    <a:pt x="53" y="0"/>
                  </a:lnTo>
                  <a:close/>
                </a:path>
              </a:pathLst>
            </a:custGeom>
            <a:solidFill>
              <a:srgbClr val="9D9D9D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968" name="Google Shape;968;p2"/>
            <p:cNvSpPr/>
            <p:nvPr/>
          </p:nvSpPr>
          <p:spPr>
            <a:xfrm>
              <a:off x="4074" y="3304"/>
              <a:ext cx="45" cy="117"/>
            </a:xfrm>
            <a:custGeom>
              <a:avLst/>
              <a:gdLst/>
              <a:ahLst/>
              <a:cxnLst/>
              <a:rect l="l" t="t" r="r" b="b"/>
              <a:pathLst>
                <a:path w="53" h="198" extrusionOk="0">
                  <a:moveTo>
                    <a:pt x="53" y="0"/>
                  </a:moveTo>
                  <a:lnTo>
                    <a:pt x="45" y="2"/>
                  </a:lnTo>
                  <a:lnTo>
                    <a:pt x="38" y="7"/>
                  </a:lnTo>
                  <a:lnTo>
                    <a:pt x="33" y="16"/>
                  </a:lnTo>
                  <a:lnTo>
                    <a:pt x="27" y="26"/>
                  </a:lnTo>
                  <a:lnTo>
                    <a:pt x="20" y="40"/>
                  </a:lnTo>
                  <a:lnTo>
                    <a:pt x="16" y="57"/>
                  </a:lnTo>
                  <a:lnTo>
                    <a:pt x="11" y="76"/>
                  </a:lnTo>
                  <a:lnTo>
                    <a:pt x="7" y="99"/>
                  </a:lnTo>
                  <a:lnTo>
                    <a:pt x="4" y="121"/>
                  </a:lnTo>
                  <a:lnTo>
                    <a:pt x="2" y="146"/>
                  </a:lnTo>
                  <a:lnTo>
                    <a:pt x="2" y="172"/>
                  </a:lnTo>
                  <a:lnTo>
                    <a:pt x="0" y="198"/>
                  </a:lnTo>
                  <a:lnTo>
                    <a:pt x="2" y="198"/>
                  </a:lnTo>
                  <a:lnTo>
                    <a:pt x="2" y="172"/>
                  </a:lnTo>
                  <a:lnTo>
                    <a:pt x="4" y="147"/>
                  </a:lnTo>
                  <a:lnTo>
                    <a:pt x="6" y="123"/>
                  </a:lnTo>
                  <a:lnTo>
                    <a:pt x="9" y="101"/>
                  </a:lnTo>
                  <a:lnTo>
                    <a:pt x="13" y="80"/>
                  </a:lnTo>
                  <a:lnTo>
                    <a:pt x="16" y="61"/>
                  </a:lnTo>
                  <a:lnTo>
                    <a:pt x="22" y="45"/>
                  </a:lnTo>
                  <a:lnTo>
                    <a:pt x="27" y="31"/>
                  </a:lnTo>
                  <a:lnTo>
                    <a:pt x="33" y="19"/>
                  </a:lnTo>
                  <a:lnTo>
                    <a:pt x="40" y="12"/>
                  </a:lnTo>
                  <a:lnTo>
                    <a:pt x="45" y="7"/>
                  </a:lnTo>
                  <a:lnTo>
                    <a:pt x="53" y="5"/>
                  </a:lnTo>
                  <a:lnTo>
                    <a:pt x="53" y="0"/>
                  </a:lnTo>
                  <a:close/>
                </a:path>
              </a:pathLst>
            </a:custGeom>
            <a:solidFill>
              <a:srgbClr val="9F9F9F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969" name="Google Shape;969;p2"/>
            <p:cNvSpPr/>
            <p:nvPr/>
          </p:nvSpPr>
          <p:spPr>
            <a:xfrm>
              <a:off x="4074" y="3307"/>
              <a:ext cx="45" cy="114"/>
            </a:xfrm>
            <a:custGeom>
              <a:avLst/>
              <a:gdLst/>
              <a:ahLst/>
              <a:cxnLst/>
              <a:rect l="l" t="t" r="r" b="b"/>
              <a:pathLst>
                <a:path w="51" h="193" extrusionOk="0">
                  <a:moveTo>
                    <a:pt x="51" y="0"/>
                  </a:moveTo>
                  <a:lnTo>
                    <a:pt x="43" y="2"/>
                  </a:lnTo>
                  <a:lnTo>
                    <a:pt x="38" y="7"/>
                  </a:lnTo>
                  <a:lnTo>
                    <a:pt x="31" y="14"/>
                  </a:lnTo>
                  <a:lnTo>
                    <a:pt x="25" y="26"/>
                  </a:lnTo>
                  <a:lnTo>
                    <a:pt x="20" y="40"/>
                  </a:lnTo>
                  <a:lnTo>
                    <a:pt x="14" y="56"/>
                  </a:lnTo>
                  <a:lnTo>
                    <a:pt x="11" y="75"/>
                  </a:lnTo>
                  <a:lnTo>
                    <a:pt x="7" y="96"/>
                  </a:lnTo>
                  <a:lnTo>
                    <a:pt x="4" y="118"/>
                  </a:lnTo>
                  <a:lnTo>
                    <a:pt x="2" y="142"/>
                  </a:lnTo>
                  <a:lnTo>
                    <a:pt x="0" y="167"/>
                  </a:lnTo>
                  <a:lnTo>
                    <a:pt x="0" y="193"/>
                  </a:lnTo>
                  <a:lnTo>
                    <a:pt x="2" y="193"/>
                  </a:lnTo>
                  <a:lnTo>
                    <a:pt x="2" y="168"/>
                  </a:lnTo>
                  <a:lnTo>
                    <a:pt x="4" y="144"/>
                  </a:lnTo>
                  <a:lnTo>
                    <a:pt x="5" y="120"/>
                  </a:lnTo>
                  <a:lnTo>
                    <a:pt x="7" y="99"/>
                  </a:lnTo>
                  <a:lnTo>
                    <a:pt x="11" y="78"/>
                  </a:lnTo>
                  <a:lnTo>
                    <a:pt x="16" y="59"/>
                  </a:lnTo>
                  <a:lnTo>
                    <a:pt x="20" y="44"/>
                  </a:lnTo>
                  <a:lnTo>
                    <a:pt x="25" y="30"/>
                  </a:lnTo>
                  <a:lnTo>
                    <a:pt x="31" y="19"/>
                  </a:lnTo>
                  <a:lnTo>
                    <a:pt x="38" y="12"/>
                  </a:lnTo>
                  <a:lnTo>
                    <a:pt x="43" y="7"/>
                  </a:lnTo>
                  <a:lnTo>
                    <a:pt x="51" y="5"/>
                  </a:lnTo>
                  <a:lnTo>
                    <a:pt x="51" y="0"/>
                  </a:lnTo>
                  <a:close/>
                </a:path>
              </a:pathLst>
            </a:custGeom>
            <a:solidFill>
              <a:srgbClr val="A1A1A1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970" name="Google Shape;970;p2"/>
            <p:cNvSpPr/>
            <p:nvPr/>
          </p:nvSpPr>
          <p:spPr>
            <a:xfrm>
              <a:off x="4075" y="3309"/>
              <a:ext cx="44" cy="112"/>
            </a:xfrm>
            <a:custGeom>
              <a:avLst/>
              <a:gdLst/>
              <a:ahLst/>
              <a:cxnLst/>
              <a:rect l="l" t="t" r="r" b="b"/>
              <a:pathLst>
                <a:path w="49" h="188" extrusionOk="0">
                  <a:moveTo>
                    <a:pt x="49" y="0"/>
                  </a:moveTo>
                  <a:lnTo>
                    <a:pt x="41" y="2"/>
                  </a:lnTo>
                  <a:lnTo>
                    <a:pt x="36" y="7"/>
                  </a:lnTo>
                  <a:lnTo>
                    <a:pt x="29" y="14"/>
                  </a:lnTo>
                  <a:lnTo>
                    <a:pt x="23" y="25"/>
                  </a:lnTo>
                  <a:lnTo>
                    <a:pt x="18" y="39"/>
                  </a:lnTo>
                  <a:lnTo>
                    <a:pt x="14" y="54"/>
                  </a:lnTo>
                  <a:lnTo>
                    <a:pt x="9" y="73"/>
                  </a:lnTo>
                  <a:lnTo>
                    <a:pt x="5" y="94"/>
                  </a:lnTo>
                  <a:lnTo>
                    <a:pt x="3" y="115"/>
                  </a:lnTo>
                  <a:lnTo>
                    <a:pt x="2" y="139"/>
                  </a:lnTo>
                  <a:lnTo>
                    <a:pt x="0" y="163"/>
                  </a:lnTo>
                  <a:lnTo>
                    <a:pt x="0" y="188"/>
                  </a:lnTo>
                  <a:lnTo>
                    <a:pt x="2" y="188"/>
                  </a:lnTo>
                  <a:lnTo>
                    <a:pt x="2" y="163"/>
                  </a:lnTo>
                  <a:lnTo>
                    <a:pt x="2" y="141"/>
                  </a:lnTo>
                  <a:lnTo>
                    <a:pt x="5" y="118"/>
                  </a:lnTo>
                  <a:lnTo>
                    <a:pt x="7" y="96"/>
                  </a:lnTo>
                  <a:lnTo>
                    <a:pt x="11" y="77"/>
                  </a:lnTo>
                  <a:lnTo>
                    <a:pt x="14" y="59"/>
                  </a:lnTo>
                  <a:lnTo>
                    <a:pt x="20" y="44"/>
                  </a:lnTo>
                  <a:lnTo>
                    <a:pt x="25" y="30"/>
                  </a:lnTo>
                  <a:lnTo>
                    <a:pt x="30" y="19"/>
                  </a:lnTo>
                  <a:lnTo>
                    <a:pt x="36" y="11"/>
                  </a:lnTo>
                  <a:lnTo>
                    <a:pt x="41" y="7"/>
                  </a:lnTo>
                  <a:lnTo>
                    <a:pt x="49" y="6"/>
                  </a:lnTo>
                  <a:lnTo>
                    <a:pt x="49" y="0"/>
                  </a:lnTo>
                  <a:close/>
                </a:path>
              </a:pathLst>
            </a:custGeom>
            <a:solidFill>
              <a:srgbClr val="A3A3A3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971" name="Google Shape;971;p2"/>
            <p:cNvSpPr/>
            <p:nvPr/>
          </p:nvSpPr>
          <p:spPr>
            <a:xfrm>
              <a:off x="4077" y="3313"/>
              <a:ext cx="42" cy="108"/>
            </a:xfrm>
            <a:custGeom>
              <a:avLst/>
              <a:gdLst/>
              <a:ahLst/>
              <a:cxnLst/>
              <a:rect l="l" t="t" r="r" b="b"/>
              <a:pathLst>
                <a:path w="47" h="182" extrusionOk="0">
                  <a:moveTo>
                    <a:pt x="47" y="0"/>
                  </a:moveTo>
                  <a:lnTo>
                    <a:pt x="39" y="1"/>
                  </a:lnTo>
                  <a:lnTo>
                    <a:pt x="34" y="5"/>
                  </a:lnTo>
                  <a:lnTo>
                    <a:pt x="28" y="13"/>
                  </a:lnTo>
                  <a:lnTo>
                    <a:pt x="23" y="24"/>
                  </a:lnTo>
                  <a:lnTo>
                    <a:pt x="18" y="38"/>
                  </a:lnTo>
                  <a:lnTo>
                    <a:pt x="12" y="53"/>
                  </a:lnTo>
                  <a:lnTo>
                    <a:pt x="9" y="71"/>
                  </a:lnTo>
                  <a:lnTo>
                    <a:pt x="5" y="90"/>
                  </a:lnTo>
                  <a:lnTo>
                    <a:pt x="3" y="112"/>
                  </a:lnTo>
                  <a:lnTo>
                    <a:pt x="0" y="135"/>
                  </a:lnTo>
                  <a:lnTo>
                    <a:pt x="0" y="157"/>
                  </a:lnTo>
                  <a:lnTo>
                    <a:pt x="0" y="182"/>
                  </a:lnTo>
                  <a:lnTo>
                    <a:pt x="0" y="182"/>
                  </a:lnTo>
                  <a:lnTo>
                    <a:pt x="1" y="157"/>
                  </a:lnTo>
                  <a:lnTo>
                    <a:pt x="1" y="135"/>
                  </a:lnTo>
                  <a:lnTo>
                    <a:pt x="3" y="114"/>
                  </a:lnTo>
                  <a:lnTo>
                    <a:pt x="7" y="93"/>
                  </a:lnTo>
                  <a:lnTo>
                    <a:pt x="10" y="74"/>
                  </a:lnTo>
                  <a:lnTo>
                    <a:pt x="14" y="57"/>
                  </a:lnTo>
                  <a:lnTo>
                    <a:pt x="18" y="41"/>
                  </a:lnTo>
                  <a:lnTo>
                    <a:pt x="23" y="29"/>
                  </a:lnTo>
                  <a:lnTo>
                    <a:pt x="28" y="19"/>
                  </a:lnTo>
                  <a:lnTo>
                    <a:pt x="34" y="10"/>
                  </a:lnTo>
                  <a:lnTo>
                    <a:pt x="39" y="7"/>
                  </a:lnTo>
                  <a:lnTo>
                    <a:pt x="47" y="5"/>
                  </a:lnTo>
                  <a:lnTo>
                    <a:pt x="47" y="0"/>
                  </a:lnTo>
                  <a:close/>
                </a:path>
              </a:pathLst>
            </a:custGeom>
            <a:solidFill>
              <a:srgbClr val="A5A5A5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972" name="Google Shape;972;p2"/>
            <p:cNvSpPr/>
            <p:nvPr/>
          </p:nvSpPr>
          <p:spPr>
            <a:xfrm>
              <a:off x="4077" y="3315"/>
              <a:ext cx="42" cy="106"/>
            </a:xfrm>
            <a:custGeom>
              <a:avLst/>
              <a:gdLst/>
              <a:ahLst/>
              <a:cxnLst/>
              <a:rect l="l" t="t" r="r" b="b"/>
              <a:pathLst>
                <a:path w="47" h="177" extrusionOk="0">
                  <a:moveTo>
                    <a:pt x="47" y="0"/>
                  </a:moveTo>
                  <a:lnTo>
                    <a:pt x="39" y="2"/>
                  </a:lnTo>
                  <a:lnTo>
                    <a:pt x="34" y="5"/>
                  </a:lnTo>
                  <a:lnTo>
                    <a:pt x="28" y="14"/>
                  </a:lnTo>
                  <a:lnTo>
                    <a:pt x="23" y="24"/>
                  </a:lnTo>
                  <a:lnTo>
                    <a:pt x="18" y="36"/>
                  </a:lnTo>
                  <a:lnTo>
                    <a:pt x="14" y="52"/>
                  </a:lnTo>
                  <a:lnTo>
                    <a:pt x="10" y="69"/>
                  </a:lnTo>
                  <a:lnTo>
                    <a:pt x="7" y="88"/>
                  </a:lnTo>
                  <a:lnTo>
                    <a:pt x="3" y="109"/>
                  </a:lnTo>
                  <a:lnTo>
                    <a:pt x="1" y="130"/>
                  </a:lnTo>
                  <a:lnTo>
                    <a:pt x="1" y="152"/>
                  </a:lnTo>
                  <a:lnTo>
                    <a:pt x="0" y="177"/>
                  </a:lnTo>
                  <a:lnTo>
                    <a:pt x="1" y="177"/>
                  </a:lnTo>
                  <a:lnTo>
                    <a:pt x="1" y="154"/>
                  </a:lnTo>
                  <a:lnTo>
                    <a:pt x="3" y="132"/>
                  </a:lnTo>
                  <a:lnTo>
                    <a:pt x="5" y="111"/>
                  </a:lnTo>
                  <a:lnTo>
                    <a:pt x="7" y="90"/>
                  </a:lnTo>
                  <a:lnTo>
                    <a:pt x="10" y="73"/>
                  </a:lnTo>
                  <a:lnTo>
                    <a:pt x="14" y="55"/>
                  </a:lnTo>
                  <a:lnTo>
                    <a:pt x="19" y="40"/>
                  </a:lnTo>
                  <a:lnTo>
                    <a:pt x="23" y="28"/>
                  </a:lnTo>
                  <a:lnTo>
                    <a:pt x="28" y="17"/>
                  </a:lnTo>
                  <a:lnTo>
                    <a:pt x="34" y="10"/>
                  </a:lnTo>
                  <a:lnTo>
                    <a:pt x="41" y="7"/>
                  </a:lnTo>
                  <a:lnTo>
                    <a:pt x="47" y="5"/>
                  </a:lnTo>
                  <a:lnTo>
                    <a:pt x="47" y="0"/>
                  </a:lnTo>
                  <a:close/>
                </a:path>
              </a:pathLst>
            </a:custGeom>
            <a:solidFill>
              <a:srgbClr val="A8A8A8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973" name="Google Shape;973;p2"/>
            <p:cNvSpPr/>
            <p:nvPr/>
          </p:nvSpPr>
          <p:spPr>
            <a:xfrm>
              <a:off x="4079" y="3319"/>
              <a:ext cx="40" cy="102"/>
            </a:xfrm>
            <a:custGeom>
              <a:avLst/>
              <a:gdLst/>
              <a:ahLst/>
              <a:cxnLst/>
              <a:rect l="l" t="t" r="r" b="b"/>
              <a:pathLst>
                <a:path w="46" h="172" extrusionOk="0">
                  <a:moveTo>
                    <a:pt x="46" y="0"/>
                  </a:moveTo>
                  <a:lnTo>
                    <a:pt x="40" y="2"/>
                  </a:lnTo>
                  <a:lnTo>
                    <a:pt x="33" y="5"/>
                  </a:lnTo>
                  <a:lnTo>
                    <a:pt x="27" y="12"/>
                  </a:lnTo>
                  <a:lnTo>
                    <a:pt x="22" y="23"/>
                  </a:lnTo>
                  <a:lnTo>
                    <a:pt x="18" y="35"/>
                  </a:lnTo>
                  <a:lnTo>
                    <a:pt x="13" y="50"/>
                  </a:lnTo>
                  <a:lnTo>
                    <a:pt x="9" y="68"/>
                  </a:lnTo>
                  <a:lnTo>
                    <a:pt x="6" y="85"/>
                  </a:lnTo>
                  <a:lnTo>
                    <a:pt x="4" y="106"/>
                  </a:lnTo>
                  <a:lnTo>
                    <a:pt x="2" y="127"/>
                  </a:lnTo>
                  <a:lnTo>
                    <a:pt x="0" y="149"/>
                  </a:lnTo>
                  <a:lnTo>
                    <a:pt x="0" y="172"/>
                  </a:lnTo>
                  <a:lnTo>
                    <a:pt x="2" y="172"/>
                  </a:lnTo>
                  <a:lnTo>
                    <a:pt x="2" y="147"/>
                  </a:lnTo>
                  <a:lnTo>
                    <a:pt x="4" y="125"/>
                  </a:lnTo>
                  <a:lnTo>
                    <a:pt x="6" y="102"/>
                  </a:lnTo>
                  <a:lnTo>
                    <a:pt x="9" y="82"/>
                  </a:lnTo>
                  <a:lnTo>
                    <a:pt x="13" y="62"/>
                  </a:lnTo>
                  <a:lnTo>
                    <a:pt x="17" y="45"/>
                  </a:lnTo>
                  <a:lnTo>
                    <a:pt x="22" y="31"/>
                  </a:lnTo>
                  <a:lnTo>
                    <a:pt x="27" y="21"/>
                  </a:lnTo>
                  <a:lnTo>
                    <a:pt x="33" y="12"/>
                  </a:lnTo>
                  <a:lnTo>
                    <a:pt x="38" y="7"/>
                  </a:lnTo>
                  <a:lnTo>
                    <a:pt x="46" y="5"/>
                  </a:lnTo>
                  <a:lnTo>
                    <a:pt x="46" y="0"/>
                  </a:lnTo>
                  <a:close/>
                </a:path>
              </a:pathLst>
            </a:custGeom>
            <a:solidFill>
              <a:srgbClr val="AAAAAA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974" name="Google Shape;974;p2"/>
            <p:cNvSpPr/>
            <p:nvPr/>
          </p:nvSpPr>
          <p:spPr>
            <a:xfrm>
              <a:off x="4081" y="3323"/>
              <a:ext cx="38" cy="98"/>
            </a:xfrm>
            <a:custGeom>
              <a:avLst/>
              <a:gdLst/>
              <a:ahLst/>
              <a:cxnLst/>
              <a:rect l="l" t="t" r="r" b="b"/>
              <a:pathLst>
                <a:path w="44" h="167" extrusionOk="0">
                  <a:moveTo>
                    <a:pt x="44" y="0"/>
                  </a:moveTo>
                  <a:lnTo>
                    <a:pt x="36" y="2"/>
                  </a:lnTo>
                  <a:lnTo>
                    <a:pt x="31" y="7"/>
                  </a:lnTo>
                  <a:lnTo>
                    <a:pt x="25" y="16"/>
                  </a:lnTo>
                  <a:lnTo>
                    <a:pt x="20" y="26"/>
                  </a:lnTo>
                  <a:lnTo>
                    <a:pt x="15" y="40"/>
                  </a:lnTo>
                  <a:lnTo>
                    <a:pt x="11" y="57"/>
                  </a:lnTo>
                  <a:lnTo>
                    <a:pt x="7" y="77"/>
                  </a:lnTo>
                  <a:lnTo>
                    <a:pt x="4" y="97"/>
                  </a:lnTo>
                  <a:lnTo>
                    <a:pt x="2" y="120"/>
                  </a:lnTo>
                  <a:lnTo>
                    <a:pt x="0" y="142"/>
                  </a:lnTo>
                  <a:lnTo>
                    <a:pt x="0" y="167"/>
                  </a:lnTo>
                  <a:lnTo>
                    <a:pt x="2" y="167"/>
                  </a:lnTo>
                  <a:lnTo>
                    <a:pt x="2" y="142"/>
                  </a:lnTo>
                  <a:lnTo>
                    <a:pt x="2" y="122"/>
                  </a:lnTo>
                  <a:lnTo>
                    <a:pt x="6" y="99"/>
                  </a:lnTo>
                  <a:lnTo>
                    <a:pt x="7" y="80"/>
                  </a:lnTo>
                  <a:lnTo>
                    <a:pt x="11" y="61"/>
                  </a:lnTo>
                  <a:lnTo>
                    <a:pt x="16" y="45"/>
                  </a:lnTo>
                  <a:lnTo>
                    <a:pt x="20" y="31"/>
                  </a:lnTo>
                  <a:lnTo>
                    <a:pt x="25" y="19"/>
                  </a:lnTo>
                  <a:lnTo>
                    <a:pt x="31" y="12"/>
                  </a:lnTo>
                  <a:lnTo>
                    <a:pt x="36" y="7"/>
                  </a:lnTo>
                  <a:lnTo>
                    <a:pt x="44" y="5"/>
                  </a:lnTo>
                  <a:lnTo>
                    <a:pt x="44" y="0"/>
                  </a:lnTo>
                  <a:close/>
                </a:path>
              </a:pathLst>
            </a:custGeom>
            <a:solidFill>
              <a:srgbClr val="ACACAC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975" name="Google Shape;975;p2"/>
            <p:cNvSpPr/>
            <p:nvPr/>
          </p:nvSpPr>
          <p:spPr>
            <a:xfrm>
              <a:off x="4082" y="3325"/>
              <a:ext cx="37" cy="96"/>
            </a:xfrm>
            <a:custGeom>
              <a:avLst/>
              <a:gdLst/>
              <a:ahLst/>
              <a:cxnLst/>
              <a:rect l="l" t="t" r="r" b="b"/>
              <a:pathLst>
                <a:path w="42" h="162" extrusionOk="0">
                  <a:moveTo>
                    <a:pt x="42" y="0"/>
                  </a:moveTo>
                  <a:lnTo>
                    <a:pt x="34" y="2"/>
                  </a:lnTo>
                  <a:lnTo>
                    <a:pt x="29" y="7"/>
                  </a:lnTo>
                  <a:lnTo>
                    <a:pt x="23" y="14"/>
                  </a:lnTo>
                  <a:lnTo>
                    <a:pt x="18" y="26"/>
                  </a:lnTo>
                  <a:lnTo>
                    <a:pt x="14" y="40"/>
                  </a:lnTo>
                  <a:lnTo>
                    <a:pt x="9" y="56"/>
                  </a:lnTo>
                  <a:lnTo>
                    <a:pt x="5" y="75"/>
                  </a:lnTo>
                  <a:lnTo>
                    <a:pt x="4" y="94"/>
                  </a:lnTo>
                  <a:lnTo>
                    <a:pt x="0" y="117"/>
                  </a:lnTo>
                  <a:lnTo>
                    <a:pt x="0" y="137"/>
                  </a:lnTo>
                  <a:lnTo>
                    <a:pt x="0" y="162"/>
                  </a:lnTo>
                  <a:lnTo>
                    <a:pt x="0" y="162"/>
                  </a:lnTo>
                  <a:lnTo>
                    <a:pt x="2" y="139"/>
                  </a:lnTo>
                  <a:lnTo>
                    <a:pt x="2" y="117"/>
                  </a:lnTo>
                  <a:lnTo>
                    <a:pt x="4" y="96"/>
                  </a:lnTo>
                  <a:lnTo>
                    <a:pt x="7" y="77"/>
                  </a:lnTo>
                  <a:lnTo>
                    <a:pt x="11" y="59"/>
                  </a:lnTo>
                  <a:lnTo>
                    <a:pt x="14" y="44"/>
                  </a:lnTo>
                  <a:lnTo>
                    <a:pt x="20" y="30"/>
                  </a:lnTo>
                  <a:lnTo>
                    <a:pt x="23" y="20"/>
                  </a:lnTo>
                  <a:lnTo>
                    <a:pt x="29" y="13"/>
                  </a:lnTo>
                  <a:lnTo>
                    <a:pt x="36" y="7"/>
                  </a:lnTo>
                  <a:lnTo>
                    <a:pt x="42" y="6"/>
                  </a:lnTo>
                  <a:lnTo>
                    <a:pt x="42" y="0"/>
                  </a:lnTo>
                  <a:close/>
                </a:path>
              </a:pathLst>
            </a:custGeom>
            <a:solidFill>
              <a:srgbClr val="AFAFAF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976" name="Google Shape;976;p2"/>
            <p:cNvSpPr/>
            <p:nvPr/>
          </p:nvSpPr>
          <p:spPr>
            <a:xfrm>
              <a:off x="4082" y="3329"/>
              <a:ext cx="37" cy="92"/>
            </a:xfrm>
            <a:custGeom>
              <a:avLst/>
              <a:gdLst/>
              <a:ahLst/>
              <a:cxnLst/>
              <a:rect l="l" t="t" r="r" b="b"/>
              <a:pathLst>
                <a:path w="42" h="156" extrusionOk="0">
                  <a:moveTo>
                    <a:pt x="42" y="0"/>
                  </a:moveTo>
                  <a:lnTo>
                    <a:pt x="36" y="1"/>
                  </a:lnTo>
                  <a:lnTo>
                    <a:pt x="29" y="7"/>
                  </a:lnTo>
                  <a:lnTo>
                    <a:pt x="23" y="14"/>
                  </a:lnTo>
                  <a:lnTo>
                    <a:pt x="20" y="24"/>
                  </a:lnTo>
                  <a:lnTo>
                    <a:pt x="14" y="38"/>
                  </a:lnTo>
                  <a:lnTo>
                    <a:pt x="11" y="53"/>
                  </a:lnTo>
                  <a:lnTo>
                    <a:pt x="7" y="71"/>
                  </a:lnTo>
                  <a:lnTo>
                    <a:pt x="4" y="90"/>
                  </a:lnTo>
                  <a:lnTo>
                    <a:pt x="2" y="111"/>
                  </a:lnTo>
                  <a:lnTo>
                    <a:pt x="2" y="133"/>
                  </a:lnTo>
                  <a:lnTo>
                    <a:pt x="0" y="156"/>
                  </a:lnTo>
                  <a:lnTo>
                    <a:pt x="2" y="156"/>
                  </a:lnTo>
                  <a:lnTo>
                    <a:pt x="2" y="133"/>
                  </a:lnTo>
                  <a:lnTo>
                    <a:pt x="4" y="112"/>
                  </a:lnTo>
                  <a:lnTo>
                    <a:pt x="5" y="93"/>
                  </a:lnTo>
                  <a:lnTo>
                    <a:pt x="7" y="74"/>
                  </a:lnTo>
                  <a:lnTo>
                    <a:pt x="11" y="57"/>
                  </a:lnTo>
                  <a:lnTo>
                    <a:pt x="16" y="41"/>
                  </a:lnTo>
                  <a:lnTo>
                    <a:pt x="20" y="29"/>
                  </a:lnTo>
                  <a:lnTo>
                    <a:pt x="25" y="19"/>
                  </a:lnTo>
                  <a:lnTo>
                    <a:pt x="31" y="10"/>
                  </a:lnTo>
                  <a:lnTo>
                    <a:pt x="36" y="7"/>
                  </a:lnTo>
                  <a:lnTo>
                    <a:pt x="42" y="5"/>
                  </a:lnTo>
                  <a:lnTo>
                    <a:pt x="42" y="0"/>
                  </a:lnTo>
                  <a:close/>
                </a:path>
              </a:pathLst>
            </a:custGeom>
            <a:solidFill>
              <a:srgbClr val="B1B1B1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977" name="Google Shape;977;p2"/>
            <p:cNvSpPr/>
            <p:nvPr/>
          </p:nvSpPr>
          <p:spPr>
            <a:xfrm>
              <a:off x="4084" y="3331"/>
              <a:ext cx="35" cy="90"/>
            </a:xfrm>
            <a:custGeom>
              <a:avLst/>
              <a:gdLst/>
              <a:ahLst/>
              <a:cxnLst/>
              <a:rect l="l" t="t" r="r" b="b"/>
              <a:pathLst>
                <a:path w="40" h="151" extrusionOk="0">
                  <a:moveTo>
                    <a:pt x="40" y="0"/>
                  </a:moveTo>
                  <a:lnTo>
                    <a:pt x="34" y="2"/>
                  </a:lnTo>
                  <a:lnTo>
                    <a:pt x="29" y="5"/>
                  </a:lnTo>
                  <a:lnTo>
                    <a:pt x="23" y="14"/>
                  </a:lnTo>
                  <a:lnTo>
                    <a:pt x="18" y="24"/>
                  </a:lnTo>
                  <a:lnTo>
                    <a:pt x="14" y="36"/>
                  </a:lnTo>
                  <a:lnTo>
                    <a:pt x="9" y="52"/>
                  </a:lnTo>
                  <a:lnTo>
                    <a:pt x="5" y="69"/>
                  </a:lnTo>
                  <a:lnTo>
                    <a:pt x="3" y="88"/>
                  </a:lnTo>
                  <a:lnTo>
                    <a:pt x="2" y="107"/>
                  </a:lnTo>
                  <a:lnTo>
                    <a:pt x="0" y="128"/>
                  </a:lnTo>
                  <a:lnTo>
                    <a:pt x="0" y="151"/>
                  </a:lnTo>
                  <a:lnTo>
                    <a:pt x="2" y="151"/>
                  </a:lnTo>
                  <a:lnTo>
                    <a:pt x="2" y="130"/>
                  </a:lnTo>
                  <a:lnTo>
                    <a:pt x="3" y="109"/>
                  </a:lnTo>
                  <a:lnTo>
                    <a:pt x="5" y="90"/>
                  </a:lnTo>
                  <a:lnTo>
                    <a:pt x="7" y="71"/>
                  </a:lnTo>
                  <a:lnTo>
                    <a:pt x="11" y="55"/>
                  </a:lnTo>
                  <a:lnTo>
                    <a:pt x="14" y="40"/>
                  </a:lnTo>
                  <a:lnTo>
                    <a:pt x="18" y="28"/>
                  </a:lnTo>
                  <a:lnTo>
                    <a:pt x="23" y="17"/>
                  </a:lnTo>
                  <a:lnTo>
                    <a:pt x="29" y="10"/>
                  </a:lnTo>
                  <a:lnTo>
                    <a:pt x="34" y="7"/>
                  </a:lnTo>
                  <a:lnTo>
                    <a:pt x="40" y="5"/>
                  </a:lnTo>
                  <a:lnTo>
                    <a:pt x="40" y="0"/>
                  </a:lnTo>
                  <a:close/>
                </a:path>
              </a:pathLst>
            </a:custGeom>
            <a:solidFill>
              <a:srgbClr val="B4B4B4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978" name="Google Shape;978;p2"/>
            <p:cNvSpPr/>
            <p:nvPr/>
          </p:nvSpPr>
          <p:spPr>
            <a:xfrm>
              <a:off x="4086" y="3335"/>
              <a:ext cx="33" cy="86"/>
            </a:xfrm>
            <a:custGeom>
              <a:avLst/>
              <a:gdLst/>
              <a:ahLst/>
              <a:cxnLst/>
              <a:rect l="l" t="t" r="r" b="b"/>
              <a:pathLst>
                <a:path w="38" h="146" extrusionOk="0">
                  <a:moveTo>
                    <a:pt x="38" y="0"/>
                  </a:moveTo>
                  <a:lnTo>
                    <a:pt x="32" y="2"/>
                  </a:lnTo>
                  <a:lnTo>
                    <a:pt x="27" y="5"/>
                  </a:lnTo>
                  <a:lnTo>
                    <a:pt x="21" y="12"/>
                  </a:lnTo>
                  <a:lnTo>
                    <a:pt x="16" y="23"/>
                  </a:lnTo>
                  <a:lnTo>
                    <a:pt x="12" y="35"/>
                  </a:lnTo>
                  <a:lnTo>
                    <a:pt x="9" y="50"/>
                  </a:lnTo>
                  <a:lnTo>
                    <a:pt x="5" y="66"/>
                  </a:lnTo>
                  <a:lnTo>
                    <a:pt x="3" y="85"/>
                  </a:lnTo>
                  <a:lnTo>
                    <a:pt x="1" y="104"/>
                  </a:lnTo>
                  <a:lnTo>
                    <a:pt x="0" y="125"/>
                  </a:lnTo>
                  <a:lnTo>
                    <a:pt x="0" y="146"/>
                  </a:lnTo>
                  <a:lnTo>
                    <a:pt x="1" y="146"/>
                  </a:lnTo>
                  <a:lnTo>
                    <a:pt x="1" y="123"/>
                  </a:lnTo>
                  <a:lnTo>
                    <a:pt x="3" y="102"/>
                  </a:lnTo>
                  <a:lnTo>
                    <a:pt x="5" y="82"/>
                  </a:lnTo>
                  <a:lnTo>
                    <a:pt x="7" y="63"/>
                  </a:lnTo>
                  <a:lnTo>
                    <a:pt x="10" y="47"/>
                  </a:lnTo>
                  <a:lnTo>
                    <a:pt x="16" y="31"/>
                  </a:lnTo>
                  <a:lnTo>
                    <a:pt x="21" y="21"/>
                  </a:lnTo>
                  <a:lnTo>
                    <a:pt x="25" y="12"/>
                  </a:lnTo>
                  <a:lnTo>
                    <a:pt x="32" y="7"/>
                  </a:lnTo>
                  <a:lnTo>
                    <a:pt x="38" y="5"/>
                  </a:lnTo>
                  <a:lnTo>
                    <a:pt x="38" y="0"/>
                  </a:lnTo>
                  <a:close/>
                </a:path>
              </a:pathLst>
            </a:custGeom>
            <a:solidFill>
              <a:srgbClr val="B7B7B7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979" name="Google Shape;979;p2"/>
            <p:cNvSpPr/>
            <p:nvPr/>
          </p:nvSpPr>
          <p:spPr>
            <a:xfrm>
              <a:off x="4088" y="3338"/>
              <a:ext cx="31" cy="83"/>
            </a:xfrm>
            <a:custGeom>
              <a:avLst/>
              <a:gdLst/>
              <a:ahLst/>
              <a:cxnLst/>
              <a:rect l="l" t="t" r="r" b="b"/>
              <a:pathLst>
                <a:path w="37" h="141" extrusionOk="0">
                  <a:moveTo>
                    <a:pt x="37" y="0"/>
                  </a:moveTo>
                  <a:lnTo>
                    <a:pt x="31" y="2"/>
                  </a:lnTo>
                  <a:lnTo>
                    <a:pt x="24" y="7"/>
                  </a:lnTo>
                  <a:lnTo>
                    <a:pt x="20" y="16"/>
                  </a:lnTo>
                  <a:lnTo>
                    <a:pt x="15" y="26"/>
                  </a:lnTo>
                  <a:lnTo>
                    <a:pt x="9" y="42"/>
                  </a:lnTo>
                  <a:lnTo>
                    <a:pt x="6" y="58"/>
                  </a:lnTo>
                  <a:lnTo>
                    <a:pt x="4" y="77"/>
                  </a:lnTo>
                  <a:lnTo>
                    <a:pt x="2" y="97"/>
                  </a:lnTo>
                  <a:lnTo>
                    <a:pt x="0" y="118"/>
                  </a:lnTo>
                  <a:lnTo>
                    <a:pt x="0" y="141"/>
                  </a:lnTo>
                  <a:lnTo>
                    <a:pt x="0" y="141"/>
                  </a:lnTo>
                  <a:lnTo>
                    <a:pt x="2" y="118"/>
                  </a:lnTo>
                  <a:lnTo>
                    <a:pt x="2" y="99"/>
                  </a:lnTo>
                  <a:lnTo>
                    <a:pt x="4" y="78"/>
                  </a:lnTo>
                  <a:lnTo>
                    <a:pt x="8" y="61"/>
                  </a:lnTo>
                  <a:lnTo>
                    <a:pt x="11" y="45"/>
                  </a:lnTo>
                  <a:lnTo>
                    <a:pt x="15" y="31"/>
                  </a:lnTo>
                  <a:lnTo>
                    <a:pt x="20" y="19"/>
                  </a:lnTo>
                  <a:lnTo>
                    <a:pt x="26" y="12"/>
                  </a:lnTo>
                  <a:lnTo>
                    <a:pt x="31" y="7"/>
                  </a:lnTo>
                  <a:lnTo>
                    <a:pt x="37" y="5"/>
                  </a:lnTo>
                  <a:lnTo>
                    <a:pt x="37" y="0"/>
                  </a:lnTo>
                  <a:close/>
                </a:path>
              </a:pathLst>
            </a:custGeom>
            <a:solidFill>
              <a:srgbClr val="BABABA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980" name="Google Shape;980;p2"/>
            <p:cNvSpPr/>
            <p:nvPr/>
          </p:nvSpPr>
          <p:spPr>
            <a:xfrm>
              <a:off x="4088" y="3340"/>
              <a:ext cx="31" cy="81"/>
            </a:xfrm>
            <a:custGeom>
              <a:avLst/>
              <a:gdLst/>
              <a:ahLst/>
              <a:cxnLst/>
              <a:rect l="l" t="t" r="r" b="b"/>
              <a:pathLst>
                <a:path w="37" h="136" extrusionOk="0">
                  <a:moveTo>
                    <a:pt x="37" y="0"/>
                  </a:moveTo>
                  <a:lnTo>
                    <a:pt x="31" y="2"/>
                  </a:lnTo>
                  <a:lnTo>
                    <a:pt x="26" y="7"/>
                  </a:lnTo>
                  <a:lnTo>
                    <a:pt x="20" y="14"/>
                  </a:lnTo>
                  <a:lnTo>
                    <a:pt x="15" y="26"/>
                  </a:lnTo>
                  <a:lnTo>
                    <a:pt x="11" y="40"/>
                  </a:lnTo>
                  <a:lnTo>
                    <a:pt x="8" y="56"/>
                  </a:lnTo>
                  <a:lnTo>
                    <a:pt x="4" y="73"/>
                  </a:lnTo>
                  <a:lnTo>
                    <a:pt x="2" y="94"/>
                  </a:lnTo>
                  <a:lnTo>
                    <a:pt x="2" y="113"/>
                  </a:lnTo>
                  <a:lnTo>
                    <a:pt x="0" y="136"/>
                  </a:lnTo>
                  <a:lnTo>
                    <a:pt x="2" y="136"/>
                  </a:lnTo>
                  <a:lnTo>
                    <a:pt x="2" y="115"/>
                  </a:lnTo>
                  <a:lnTo>
                    <a:pt x="4" y="96"/>
                  </a:lnTo>
                  <a:lnTo>
                    <a:pt x="6" y="77"/>
                  </a:lnTo>
                  <a:lnTo>
                    <a:pt x="9" y="59"/>
                  </a:lnTo>
                  <a:lnTo>
                    <a:pt x="13" y="44"/>
                  </a:lnTo>
                  <a:lnTo>
                    <a:pt x="17" y="30"/>
                  </a:lnTo>
                  <a:lnTo>
                    <a:pt x="20" y="20"/>
                  </a:lnTo>
                  <a:lnTo>
                    <a:pt x="26" y="13"/>
                  </a:lnTo>
                  <a:lnTo>
                    <a:pt x="31" y="7"/>
                  </a:lnTo>
                  <a:lnTo>
                    <a:pt x="37" y="6"/>
                  </a:lnTo>
                  <a:lnTo>
                    <a:pt x="37" y="0"/>
                  </a:lnTo>
                  <a:close/>
                </a:path>
              </a:pathLst>
            </a:custGeom>
            <a:solidFill>
              <a:srgbClr val="BDBDBD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981" name="Google Shape;981;p2"/>
            <p:cNvSpPr/>
            <p:nvPr/>
          </p:nvSpPr>
          <p:spPr>
            <a:xfrm>
              <a:off x="4089" y="3344"/>
              <a:ext cx="30" cy="77"/>
            </a:xfrm>
            <a:custGeom>
              <a:avLst/>
              <a:gdLst/>
              <a:ahLst/>
              <a:cxnLst/>
              <a:rect l="l" t="t" r="r" b="b"/>
              <a:pathLst>
                <a:path w="35" h="130" extrusionOk="0">
                  <a:moveTo>
                    <a:pt x="35" y="0"/>
                  </a:moveTo>
                  <a:lnTo>
                    <a:pt x="29" y="1"/>
                  </a:lnTo>
                  <a:lnTo>
                    <a:pt x="24" y="7"/>
                  </a:lnTo>
                  <a:lnTo>
                    <a:pt x="18" y="14"/>
                  </a:lnTo>
                  <a:lnTo>
                    <a:pt x="15" y="24"/>
                  </a:lnTo>
                  <a:lnTo>
                    <a:pt x="11" y="38"/>
                  </a:lnTo>
                  <a:lnTo>
                    <a:pt x="7" y="53"/>
                  </a:lnTo>
                  <a:lnTo>
                    <a:pt x="4" y="71"/>
                  </a:lnTo>
                  <a:lnTo>
                    <a:pt x="2" y="90"/>
                  </a:lnTo>
                  <a:lnTo>
                    <a:pt x="0" y="109"/>
                  </a:lnTo>
                  <a:lnTo>
                    <a:pt x="0" y="130"/>
                  </a:lnTo>
                  <a:lnTo>
                    <a:pt x="2" y="130"/>
                  </a:lnTo>
                  <a:lnTo>
                    <a:pt x="2" y="109"/>
                  </a:lnTo>
                  <a:lnTo>
                    <a:pt x="4" y="90"/>
                  </a:lnTo>
                  <a:lnTo>
                    <a:pt x="6" y="73"/>
                  </a:lnTo>
                  <a:lnTo>
                    <a:pt x="7" y="55"/>
                  </a:lnTo>
                  <a:lnTo>
                    <a:pt x="11" y="41"/>
                  </a:lnTo>
                  <a:lnTo>
                    <a:pt x="15" y="29"/>
                  </a:lnTo>
                  <a:lnTo>
                    <a:pt x="20" y="19"/>
                  </a:lnTo>
                  <a:lnTo>
                    <a:pt x="24" y="10"/>
                  </a:lnTo>
                  <a:lnTo>
                    <a:pt x="29" y="7"/>
                  </a:lnTo>
                  <a:lnTo>
                    <a:pt x="35" y="5"/>
                  </a:lnTo>
                  <a:lnTo>
                    <a:pt x="35" y="0"/>
                  </a:lnTo>
                  <a:close/>
                </a:path>
              </a:pathLst>
            </a:custGeom>
            <a:solidFill>
              <a:srgbClr val="C0C0C0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982" name="Google Shape;982;p2"/>
            <p:cNvSpPr/>
            <p:nvPr/>
          </p:nvSpPr>
          <p:spPr>
            <a:xfrm>
              <a:off x="4091" y="3346"/>
              <a:ext cx="28" cy="75"/>
            </a:xfrm>
            <a:custGeom>
              <a:avLst/>
              <a:gdLst/>
              <a:ahLst/>
              <a:cxnLst/>
              <a:rect l="l" t="t" r="r" b="b"/>
              <a:pathLst>
                <a:path w="33" h="125" extrusionOk="0">
                  <a:moveTo>
                    <a:pt x="33" y="0"/>
                  </a:moveTo>
                  <a:lnTo>
                    <a:pt x="27" y="2"/>
                  </a:lnTo>
                  <a:lnTo>
                    <a:pt x="22" y="5"/>
                  </a:lnTo>
                  <a:lnTo>
                    <a:pt x="18" y="14"/>
                  </a:lnTo>
                  <a:lnTo>
                    <a:pt x="13" y="24"/>
                  </a:lnTo>
                  <a:lnTo>
                    <a:pt x="9" y="36"/>
                  </a:lnTo>
                  <a:lnTo>
                    <a:pt x="5" y="50"/>
                  </a:lnTo>
                  <a:lnTo>
                    <a:pt x="4" y="68"/>
                  </a:lnTo>
                  <a:lnTo>
                    <a:pt x="2" y="85"/>
                  </a:lnTo>
                  <a:lnTo>
                    <a:pt x="0" y="104"/>
                  </a:lnTo>
                  <a:lnTo>
                    <a:pt x="0" y="125"/>
                  </a:lnTo>
                  <a:lnTo>
                    <a:pt x="2" y="125"/>
                  </a:lnTo>
                  <a:lnTo>
                    <a:pt x="2" y="106"/>
                  </a:lnTo>
                  <a:lnTo>
                    <a:pt x="2" y="87"/>
                  </a:lnTo>
                  <a:lnTo>
                    <a:pt x="4" y="69"/>
                  </a:lnTo>
                  <a:lnTo>
                    <a:pt x="7" y="54"/>
                  </a:lnTo>
                  <a:lnTo>
                    <a:pt x="11" y="40"/>
                  </a:lnTo>
                  <a:lnTo>
                    <a:pt x="14" y="28"/>
                  </a:lnTo>
                  <a:lnTo>
                    <a:pt x="18" y="17"/>
                  </a:lnTo>
                  <a:lnTo>
                    <a:pt x="22" y="10"/>
                  </a:lnTo>
                  <a:lnTo>
                    <a:pt x="27" y="7"/>
                  </a:lnTo>
                  <a:lnTo>
                    <a:pt x="33" y="5"/>
                  </a:lnTo>
                  <a:lnTo>
                    <a:pt x="33" y="0"/>
                  </a:lnTo>
                  <a:close/>
                </a:path>
              </a:pathLst>
            </a:custGeom>
            <a:solidFill>
              <a:srgbClr val="C3C3C3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983" name="Google Shape;983;p2"/>
            <p:cNvSpPr/>
            <p:nvPr/>
          </p:nvSpPr>
          <p:spPr>
            <a:xfrm>
              <a:off x="4091" y="3350"/>
              <a:ext cx="28" cy="71"/>
            </a:xfrm>
            <a:custGeom>
              <a:avLst/>
              <a:gdLst/>
              <a:ahLst/>
              <a:cxnLst/>
              <a:rect l="l" t="t" r="r" b="b"/>
              <a:pathLst>
                <a:path w="31" h="120" extrusionOk="0">
                  <a:moveTo>
                    <a:pt x="31" y="0"/>
                  </a:moveTo>
                  <a:lnTo>
                    <a:pt x="25" y="2"/>
                  </a:lnTo>
                  <a:lnTo>
                    <a:pt x="20" y="5"/>
                  </a:lnTo>
                  <a:lnTo>
                    <a:pt x="16" y="12"/>
                  </a:lnTo>
                  <a:lnTo>
                    <a:pt x="12" y="23"/>
                  </a:lnTo>
                  <a:lnTo>
                    <a:pt x="9" y="35"/>
                  </a:lnTo>
                  <a:lnTo>
                    <a:pt x="5" y="49"/>
                  </a:lnTo>
                  <a:lnTo>
                    <a:pt x="2" y="64"/>
                  </a:lnTo>
                  <a:lnTo>
                    <a:pt x="0" y="82"/>
                  </a:lnTo>
                  <a:lnTo>
                    <a:pt x="0" y="101"/>
                  </a:lnTo>
                  <a:lnTo>
                    <a:pt x="0" y="120"/>
                  </a:lnTo>
                  <a:lnTo>
                    <a:pt x="0" y="120"/>
                  </a:lnTo>
                  <a:lnTo>
                    <a:pt x="0" y="101"/>
                  </a:lnTo>
                  <a:lnTo>
                    <a:pt x="2" y="83"/>
                  </a:lnTo>
                  <a:lnTo>
                    <a:pt x="3" y="68"/>
                  </a:lnTo>
                  <a:lnTo>
                    <a:pt x="5" y="52"/>
                  </a:lnTo>
                  <a:lnTo>
                    <a:pt x="9" y="38"/>
                  </a:lnTo>
                  <a:lnTo>
                    <a:pt x="12" y="26"/>
                  </a:lnTo>
                  <a:lnTo>
                    <a:pt x="16" y="17"/>
                  </a:lnTo>
                  <a:lnTo>
                    <a:pt x="22" y="10"/>
                  </a:lnTo>
                  <a:lnTo>
                    <a:pt x="25" y="7"/>
                  </a:lnTo>
                  <a:lnTo>
                    <a:pt x="31" y="5"/>
                  </a:lnTo>
                  <a:lnTo>
                    <a:pt x="31" y="0"/>
                  </a:lnTo>
                  <a:close/>
                </a:path>
              </a:pathLst>
            </a:custGeom>
            <a:solidFill>
              <a:srgbClr val="C7C7C7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984" name="Google Shape;984;p2"/>
            <p:cNvSpPr/>
            <p:nvPr/>
          </p:nvSpPr>
          <p:spPr>
            <a:xfrm>
              <a:off x="4091" y="3354"/>
              <a:ext cx="28" cy="67"/>
            </a:xfrm>
            <a:custGeom>
              <a:avLst/>
              <a:gdLst/>
              <a:ahLst/>
              <a:cxnLst/>
              <a:rect l="l" t="t" r="r" b="b"/>
              <a:pathLst>
                <a:path w="31" h="115" extrusionOk="0">
                  <a:moveTo>
                    <a:pt x="31" y="0"/>
                  </a:moveTo>
                  <a:lnTo>
                    <a:pt x="25" y="2"/>
                  </a:lnTo>
                  <a:lnTo>
                    <a:pt x="22" y="5"/>
                  </a:lnTo>
                  <a:lnTo>
                    <a:pt x="16" y="12"/>
                  </a:lnTo>
                  <a:lnTo>
                    <a:pt x="12" y="21"/>
                  </a:lnTo>
                  <a:lnTo>
                    <a:pt x="9" y="33"/>
                  </a:lnTo>
                  <a:lnTo>
                    <a:pt x="5" y="47"/>
                  </a:lnTo>
                  <a:lnTo>
                    <a:pt x="3" y="63"/>
                  </a:lnTo>
                  <a:lnTo>
                    <a:pt x="2" y="78"/>
                  </a:lnTo>
                  <a:lnTo>
                    <a:pt x="0" y="96"/>
                  </a:lnTo>
                  <a:lnTo>
                    <a:pt x="0" y="115"/>
                  </a:lnTo>
                  <a:lnTo>
                    <a:pt x="2" y="115"/>
                  </a:lnTo>
                  <a:lnTo>
                    <a:pt x="2" y="96"/>
                  </a:lnTo>
                  <a:lnTo>
                    <a:pt x="3" y="77"/>
                  </a:lnTo>
                  <a:lnTo>
                    <a:pt x="5" y="59"/>
                  </a:lnTo>
                  <a:lnTo>
                    <a:pt x="9" y="44"/>
                  </a:lnTo>
                  <a:lnTo>
                    <a:pt x="12" y="32"/>
                  </a:lnTo>
                  <a:lnTo>
                    <a:pt x="16" y="19"/>
                  </a:lnTo>
                  <a:lnTo>
                    <a:pt x="20" y="12"/>
                  </a:lnTo>
                  <a:lnTo>
                    <a:pt x="25" y="7"/>
                  </a:lnTo>
                  <a:lnTo>
                    <a:pt x="31" y="5"/>
                  </a:lnTo>
                  <a:lnTo>
                    <a:pt x="31" y="0"/>
                  </a:lnTo>
                  <a:close/>
                </a:path>
              </a:pathLst>
            </a:custGeom>
            <a:solidFill>
              <a:srgbClr val="CACACA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985" name="Google Shape;985;p2"/>
            <p:cNvSpPr/>
            <p:nvPr/>
          </p:nvSpPr>
          <p:spPr>
            <a:xfrm>
              <a:off x="4093" y="3356"/>
              <a:ext cx="26" cy="65"/>
            </a:xfrm>
            <a:custGeom>
              <a:avLst/>
              <a:gdLst/>
              <a:ahLst/>
              <a:cxnLst/>
              <a:rect l="l" t="t" r="r" b="b"/>
              <a:pathLst>
                <a:path w="29" h="110" extrusionOk="0">
                  <a:moveTo>
                    <a:pt x="29" y="0"/>
                  </a:moveTo>
                  <a:lnTo>
                    <a:pt x="23" y="2"/>
                  </a:lnTo>
                  <a:lnTo>
                    <a:pt x="18" y="7"/>
                  </a:lnTo>
                  <a:lnTo>
                    <a:pt x="14" y="14"/>
                  </a:lnTo>
                  <a:lnTo>
                    <a:pt x="10" y="27"/>
                  </a:lnTo>
                  <a:lnTo>
                    <a:pt x="7" y="39"/>
                  </a:lnTo>
                  <a:lnTo>
                    <a:pt x="3" y="54"/>
                  </a:lnTo>
                  <a:lnTo>
                    <a:pt x="1" y="72"/>
                  </a:lnTo>
                  <a:lnTo>
                    <a:pt x="0" y="91"/>
                  </a:lnTo>
                  <a:lnTo>
                    <a:pt x="0" y="110"/>
                  </a:lnTo>
                  <a:lnTo>
                    <a:pt x="1" y="110"/>
                  </a:lnTo>
                  <a:lnTo>
                    <a:pt x="1" y="91"/>
                  </a:lnTo>
                  <a:lnTo>
                    <a:pt x="3" y="73"/>
                  </a:lnTo>
                  <a:lnTo>
                    <a:pt x="5" y="58"/>
                  </a:lnTo>
                  <a:lnTo>
                    <a:pt x="7" y="42"/>
                  </a:lnTo>
                  <a:lnTo>
                    <a:pt x="10" y="30"/>
                  </a:lnTo>
                  <a:lnTo>
                    <a:pt x="14" y="20"/>
                  </a:lnTo>
                  <a:lnTo>
                    <a:pt x="20" y="11"/>
                  </a:lnTo>
                  <a:lnTo>
                    <a:pt x="23" y="7"/>
                  </a:lnTo>
                  <a:lnTo>
                    <a:pt x="29" y="6"/>
                  </a:lnTo>
                  <a:lnTo>
                    <a:pt x="29" y="0"/>
                  </a:lnTo>
                  <a:close/>
                </a:path>
              </a:pathLst>
            </a:custGeom>
            <a:solidFill>
              <a:srgbClr val="CDCDCD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986" name="Google Shape;986;p2"/>
            <p:cNvSpPr/>
            <p:nvPr/>
          </p:nvSpPr>
          <p:spPr>
            <a:xfrm>
              <a:off x="4095" y="3360"/>
              <a:ext cx="24" cy="61"/>
            </a:xfrm>
            <a:custGeom>
              <a:avLst/>
              <a:gdLst/>
              <a:ahLst/>
              <a:cxnLst/>
              <a:rect l="l" t="t" r="r" b="b"/>
              <a:pathLst>
                <a:path w="28" h="104" extrusionOk="0">
                  <a:moveTo>
                    <a:pt x="28" y="0"/>
                  </a:moveTo>
                  <a:lnTo>
                    <a:pt x="22" y="1"/>
                  </a:lnTo>
                  <a:lnTo>
                    <a:pt x="19" y="5"/>
                  </a:lnTo>
                  <a:lnTo>
                    <a:pt x="13" y="14"/>
                  </a:lnTo>
                  <a:lnTo>
                    <a:pt x="9" y="24"/>
                  </a:lnTo>
                  <a:lnTo>
                    <a:pt x="6" y="36"/>
                  </a:lnTo>
                  <a:lnTo>
                    <a:pt x="4" y="52"/>
                  </a:lnTo>
                  <a:lnTo>
                    <a:pt x="2" y="67"/>
                  </a:lnTo>
                  <a:lnTo>
                    <a:pt x="0" y="85"/>
                  </a:lnTo>
                  <a:lnTo>
                    <a:pt x="0" y="104"/>
                  </a:lnTo>
                  <a:lnTo>
                    <a:pt x="2" y="104"/>
                  </a:lnTo>
                  <a:lnTo>
                    <a:pt x="2" y="86"/>
                  </a:lnTo>
                  <a:lnTo>
                    <a:pt x="2" y="69"/>
                  </a:lnTo>
                  <a:lnTo>
                    <a:pt x="4" y="53"/>
                  </a:lnTo>
                  <a:lnTo>
                    <a:pt x="8" y="40"/>
                  </a:lnTo>
                  <a:lnTo>
                    <a:pt x="11" y="27"/>
                  </a:lnTo>
                  <a:lnTo>
                    <a:pt x="15" y="17"/>
                  </a:lnTo>
                  <a:lnTo>
                    <a:pt x="19" y="10"/>
                  </a:lnTo>
                  <a:lnTo>
                    <a:pt x="22" y="7"/>
                  </a:lnTo>
                  <a:lnTo>
                    <a:pt x="28" y="5"/>
                  </a:lnTo>
                  <a:lnTo>
                    <a:pt x="28" y="0"/>
                  </a:lnTo>
                  <a:close/>
                </a:path>
              </a:pathLst>
            </a:custGeom>
            <a:solidFill>
              <a:srgbClr val="CFCFCF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987" name="Google Shape;987;p2"/>
            <p:cNvSpPr/>
            <p:nvPr/>
          </p:nvSpPr>
          <p:spPr>
            <a:xfrm>
              <a:off x="4096" y="3362"/>
              <a:ext cx="23" cy="59"/>
            </a:xfrm>
            <a:custGeom>
              <a:avLst/>
              <a:gdLst/>
              <a:ahLst/>
              <a:cxnLst/>
              <a:rect l="l" t="t" r="r" b="b"/>
              <a:pathLst>
                <a:path w="26" h="99" extrusionOk="0">
                  <a:moveTo>
                    <a:pt x="26" y="0"/>
                  </a:moveTo>
                  <a:lnTo>
                    <a:pt x="20" y="2"/>
                  </a:lnTo>
                  <a:lnTo>
                    <a:pt x="17" y="5"/>
                  </a:lnTo>
                  <a:lnTo>
                    <a:pt x="13" y="12"/>
                  </a:lnTo>
                  <a:lnTo>
                    <a:pt x="9" y="22"/>
                  </a:lnTo>
                  <a:lnTo>
                    <a:pt x="6" y="35"/>
                  </a:lnTo>
                  <a:lnTo>
                    <a:pt x="2" y="48"/>
                  </a:lnTo>
                  <a:lnTo>
                    <a:pt x="0" y="64"/>
                  </a:lnTo>
                  <a:lnTo>
                    <a:pt x="0" y="81"/>
                  </a:lnTo>
                  <a:lnTo>
                    <a:pt x="0" y="99"/>
                  </a:lnTo>
                  <a:lnTo>
                    <a:pt x="0" y="99"/>
                  </a:lnTo>
                  <a:lnTo>
                    <a:pt x="0" y="81"/>
                  </a:lnTo>
                  <a:lnTo>
                    <a:pt x="2" y="66"/>
                  </a:lnTo>
                  <a:lnTo>
                    <a:pt x="4" y="52"/>
                  </a:lnTo>
                  <a:lnTo>
                    <a:pt x="6" y="38"/>
                  </a:lnTo>
                  <a:lnTo>
                    <a:pt x="9" y="26"/>
                  </a:lnTo>
                  <a:lnTo>
                    <a:pt x="13" y="17"/>
                  </a:lnTo>
                  <a:lnTo>
                    <a:pt x="17" y="10"/>
                  </a:lnTo>
                  <a:lnTo>
                    <a:pt x="20" y="7"/>
                  </a:lnTo>
                  <a:lnTo>
                    <a:pt x="26" y="5"/>
                  </a:lnTo>
                  <a:lnTo>
                    <a:pt x="26" y="0"/>
                  </a:lnTo>
                  <a:close/>
                </a:path>
              </a:pathLst>
            </a:custGeom>
            <a:solidFill>
              <a:srgbClr val="D2D2D2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988" name="Google Shape;988;p2"/>
            <p:cNvSpPr/>
            <p:nvPr/>
          </p:nvSpPr>
          <p:spPr>
            <a:xfrm>
              <a:off x="4096" y="3365"/>
              <a:ext cx="23" cy="56"/>
            </a:xfrm>
            <a:custGeom>
              <a:avLst/>
              <a:gdLst/>
              <a:ahLst/>
              <a:cxnLst/>
              <a:rect l="l" t="t" r="r" b="b"/>
              <a:pathLst>
                <a:path w="26" h="94" extrusionOk="0">
                  <a:moveTo>
                    <a:pt x="26" y="0"/>
                  </a:moveTo>
                  <a:lnTo>
                    <a:pt x="20" y="2"/>
                  </a:lnTo>
                  <a:lnTo>
                    <a:pt x="17" y="5"/>
                  </a:lnTo>
                  <a:lnTo>
                    <a:pt x="13" y="12"/>
                  </a:lnTo>
                  <a:lnTo>
                    <a:pt x="9" y="21"/>
                  </a:lnTo>
                  <a:lnTo>
                    <a:pt x="6" y="33"/>
                  </a:lnTo>
                  <a:lnTo>
                    <a:pt x="4" y="47"/>
                  </a:lnTo>
                  <a:lnTo>
                    <a:pt x="2" y="61"/>
                  </a:lnTo>
                  <a:lnTo>
                    <a:pt x="0" y="76"/>
                  </a:lnTo>
                  <a:lnTo>
                    <a:pt x="0" y="94"/>
                  </a:lnTo>
                  <a:lnTo>
                    <a:pt x="2" y="94"/>
                  </a:lnTo>
                  <a:lnTo>
                    <a:pt x="2" y="76"/>
                  </a:lnTo>
                  <a:lnTo>
                    <a:pt x="4" y="59"/>
                  </a:lnTo>
                  <a:lnTo>
                    <a:pt x="6" y="43"/>
                  </a:lnTo>
                  <a:lnTo>
                    <a:pt x="9" y="31"/>
                  </a:lnTo>
                  <a:lnTo>
                    <a:pt x="13" y="19"/>
                  </a:lnTo>
                  <a:lnTo>
                    <a:pt x="17" y="12"/>
                  </a:lnTo>
                  <a:lnTo>
                    <a:pt x="20" y="7"/>
                  </a:lnTo>
                  <a:lnTo>
                    <a:pt x="26" y="5"/>
                  </a:lnTo>
                  <a:lnTo>
                    <a:pt x="26" y="0"/>
                  </a:lnTo>
                  <a:close/>
                </a:path>
              </a:pathLst>
            </a:custGeom>
            <a:solidFill>
              <a:srgbClr val="D4D4D4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989" name="Google Shape;989;p2"/>
            <p:cNvSpPr/>
            <p:nvPr/>
          </p:nvSpPr>
          <p:spPr>
            <a:xfrm>
              <a:off x="4098" y="3369"/>
              <a:ext cx="21" cy="52"/>
            </a:xfrm>
            <a:custGeom>
              <a:avLst/>
              <a:gdLst/>
              <a:ahLst/>
              <a:cxnLst/>
              <a:rect l="l" t="t" r="r" b="b"/>
              <a:pathLst>
                <a:path w="24" h="89" extrusionOk="0">
                  <a:moveTo>
                    <a:pt x="24" y="0"/>
                  </a:moveTo>
                  <a:lnTo>
                    <a:pt x="18" y="2"/>
                  </a:lnTo>
                  <a:lnTo>
                    <a:pt x="15" y="7"/>
                  </a:lnTo>
                  <a:lnTo>
                    <a:pt x="11" y="14"/>
                  </a:lnTo>
                  <a:lnTo>
                    <a:pt x="7" y="26"/>
                  </a:lnTo>
                  <a:lnTo>
                    <a:pt x="4" y="38"/>
                  </a:lnTo>
                  <a:lnTo>
                    <a:pt x="2" y="54"/>
                  </a:lnTo>
                  <a:lnTo>
                    <a:pt x="0" y="71"/>
                  </a:lnTo>
                  <a:lnTo>
                    <a:pt x="0" y="89"/>
                  </a:lnTo>
                  <a:lnTo>
                    <a:pt x="2" y="89"/>
                  </a:lnTo>
                  <a:lnTo>
                    <a:pt x="2" y="71"/>
                  </a:lnTo>
                  <a:lnTo>
                    <a:pt x="4" y="56"/>
                  </a:lnTo>
                  <a:lnTo>
                    <a:pt x="5" y="42"/>
                  </a:lnTo>
                  <a:lnTo>
                    <a:pt x="7" y="30"/>
                  </a:lnTo>
                  <a:lnTo>
                    <a:pt x="11" y="19"/>
                  </a:lnTo>
                  <a:lnTo>
                    <a:pt x="15" y="11"/>
                  </a:lnTo>
                  <a:lnTo>
                    <a:pt x="18" y="7"/>
                  </a:lnTo>
                  <a:lnTo>
                    <a:pt x="24" y="6"/>
                  </a:lnTo>
                  <a:lnTo>
                    <a:pt x="24" y="0"/>
                  </a:lnTo>
                  <a:close/>
                </a:path>
              </a:pathLst>
            </a:custGeom>
            <a:solidFill>
              <a:srgbClr val="D6D6D6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990" name="Google Shape;990;p2"/>
            <p:cNvSpPr/>
            <p:nvPr/>
          </p:nvSpPr>
          <p:spPr>
            <a:xfrm>
              <a:off x="4100" y="3371"/>
              <a:ext cx="19" cy="50"/>
            </a:xfrm>
            <a:custGeom>
              <a:avLst/>
              <a:gdLst/>
              <a:ahLst/>
              <a:cxnLst/>
              <a:rect l="l" t="t" r="r" b="b"/>
              <a:pathLst>
                <a:path w="22" h="83" extrusionOk="0">
                  <a:moveTo>
                    <a:pt x="22" y="0"/>
                  </a:moveTo>
                  <a:lnTo>
                    <a:pt x="16" y="1"/>
                  </a:lnTo>
                  <a:lnTo>
                    <a:pt x="13" y="5"/>
                  </a:lnTo>
                  <a:lnTo>
                    <a:pt x="9" y="13"/>
                  </a:lnTo>
                  <a:lnTo>
                    <a:pt x="5" y="24"/>
                  </a:lnTo>
                  <a:lnTo>
                    <a:pt x="3" y="36"/>
                  </a:lnTo>
                  <a:lnTo>
                    <a:pt x="2" y="50"/>
                  </a:lnTo>
                  <a:lnTo>
                    <a:pt x="0" y="65"/>
                  </a:lnTo>
                  <a:lnTo>
                    <a:pt x="0" y="83"/>
                  </a:lnTo>
                  <a:lnTo>
                    <a:pt x="2" y="83"/>
                  </a:lnTo>
                  <a:lnTo>
                    <a:pt x="2" y="67"/>
                  </a:lnTo>
                  <a:lnTo>
                    <a:pt x="2" y="52"/>
                  </a:lnTo>
                  <a:lnTo>
                    <a:pt x="3" y="39"/>
                  </a:lnTo>
                  <a:lnTo>
                    <a:pt x="7" y="27"/>
                  </a:lnTo>
                  <a:lnTo>
                    <a:pt x="11" y="17"/>
                  </a:lnTo>
                  <a:lnTo>
                    <a:pt x="13" y="10"/>
                  </a:lnTo>
                  <a:lnTo>
                    <a:pt x="18" y="6"/>
                  </a:lnTo>
                  <a:lnTo>
                    <a:pt x="22" y="5"/>
                  </a:lnTo>
                  <a:lnTo>
                    <a:pt x="22" y="0"/>
                  </a:lnTo>
                  <a:close/>
                </a:path>
              </a:pathLst>
            </a:custGeom>
            <a:solidFill>
              <a:srgbClr val="D8D8D8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991" name="Google Shape;991;p2"/>
            <p:cNvSpPr/>
            <p:nvPr/>
          </p:nvSpPr>
          <p:spPr>
            <a:xfrm>
              <a:off x="4102" y="3375"/>
              <a:ext cx="17" cy="46"/>
            </a:xfrm>
            <a:custGeom>
              <a:avLst/>
              <a:gdLst/>
              <a:ahLst/>
              <a:cxnLst/>
              <a:rect l="l" t="t" r="r" b="b"/>
              <a:pathLst>
                <a:path w="20" h="78" extrusionOk="0">
                  <a:moveTo>
                    <a:pt x="20" y="0"/>
                  </a:moveTo>
                  <a:lnTo>
                    <a:pt x="16" y="1"/>
                  </a:lnTo>
                  <a:lnTo>
                    <a:pt x="11" y="5"/>
                  </a:lnTo>
                  <a:lnTo>
                    <a:pt x="9" y="12"/>
                  </a:lnTo>
                  <a:lnTo>
                    <a:pt x="5" y="22"/>
                  </a:lnTo>
                  <a:lnTo>
                    <a:pt x="1" y="34"/>
                  </a:lnTo>
                  <a:lnTo>
                    <a:pt x="0" y="47"/>
                  </a:lnTo>
                  <a:lnTo>
                    <a:pt x="0" y="62"/>
                  </a:lnTo>
                  <a:lnTo>
                    <a:pt x="0" y="78"/>
                  </a:lnTo>
                  <a:lnTo>
                    <a:pt x="0" y="78"/>
                  </a:lnTo>
                  <a:lnTo>
                    <a:pt x="0" y="62"/>
                  </a:lnTo>
                  <a:lnTo>
                    <a:pt x="1" y="50"/>
                  </a:lnTo>
                  <a:lnTo>
                    <a:pt x="3" y="36"/>
                  </a:lnTo>
                  <a:lnTo>
                    <a:pt x="5" y="26"/>
                  </a:lnTo>
                  <a:lnTo>
                    <a:pt x="9" y="17"/>
                  </a:lnTo>
                  <a:lnTo>
                    <a:pt x="12" y="10"/>
                  </a:lnTo>
                  <a:lnTo>
                    <a:pt x="16" y="7"/>
                  </a:lnTo>
                  <a:lnTo>
                    <a:pt x="20" y="5"/>
                  </a:lnTo>
                  <a:lnTo>
                    <a:pt x="20" y="0"/>
                  </a:lnTo>
                  <a:close/>
                </a:path>
              </a:pathLst>
            </a:custGeom>
            <a:solidFill>
              <a:srgbClr val="DADADA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992" name="Google Shape;992;p2"/>
            <p:cNvSpPr/>
            <p:nvPr/>
          </p:nvSpPr>
          <p:spPr>
            <a:xfrm>
              <a:off x="4102" y="3377"/>
              <a:ext cx="17" cy="44"/>
            </a:xfrm>
            <a:custGeom>
              <a:avLst/>
              <a:gdLst/>
              <a:ahLst/>
              <a:cxnLst/>
              <a:rect l="l" t="t" r="r" b="b"/>
              <a:pathLst>
                <a:path w="20" h="73" extrusionOk="0">
                  <a:moveTo>
                    <a:pt x="20" y="0"/>
                  </a:moveTo>
                  <a:lnTo>
                    <a:pt x="16" y="2"/>
                  </a:lnTo>
                  <a:lnTo>
                    <a:pt x="12" y="5"/>
                  </a:lnTo>
                  <a:lnTo>
                    <a:pt x="9" y="12"/>
                  </a:lnTo>
                  <a:lnTo>
                    <a:pt x="5" y="21"/>
                  </a:lnTo>
                  <a:lnTo>
                    <a:pt x="3" y="31"/>
                  </a:lnTo>
                  <a:lnTo>
                    <a:pt x="1" y="45"/>
                  </a:lnTo>
                  <a:lnTo>
                    <a:pt x="0" y="57"/>
                  </a:lnTo>
                  <a:lnTo>
                    <a:pt x="0" y="73"/>
                  </a:lnTo>
                  <a:lnTo>
                    <a:pt x="1" y="73"/>
                  </a:lnTo>
                  <a:lnTo>
                    <a:pt x="1" y="57"/>
                  </a:lnTo>
                  <a:lnTo>
                    <a:pt x="3" y="43"/>
                  </a:lnTo>
                  <a:lnTo>
                    <a:pt x="5" y="29"/>
                  </a:lnTo>
                  <a:lnTo>
                    <a:pt x="9" y="19"/>
                  </a:lnTo>
                  <a:lnTo>
                    <a:pt x="12" y="12"/>
                  </a:lnTo>
                  <a:lnTo>
                    <a:pt x="16" y="7"/>
                  </a:lnTo>
                  <a:lnTo>
                    <a:pt x="20" y="5"/>
                  </a:lnTo>
                  <a:lnTo>
                    <a:pt x="20" y="0"/>
                  </a:lnTo>
                  <a:close/>
                </a:path>
              </a:pathLst>
            </a:custGeom>
            <a:solidFill>
              <a:srgbClr val="DBDBDB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993" name="Google Shape;993;p2"/>
            <p:cNvSpPr/>
            <p:nvPr/>
          </p:nvSpPr>
          <p:spPr>
            <a:xfrm>
              <a:off x="4103" y="3381"/>
              <a:ext cx="16" cy="40"/>
            </a:xfrm>
            <a:custGeom>
              <a:avLst/>
              <a:gdLst/>
              <a:ahLst/>
              <a:cxnLst/>
              <a:rect l="l" t="t" r="r" b="b"/>
              <a:pathLst>
                <a:path w="19" h="68" extrusionOk="0">
                  <a:moveTo>
                    <a:pt x="19" y="0"/>
                  </a:moveTo>
                  <a:lnTo>
                    <a:pt x="15" y="2"/>
                  </a:lnTo>
                  <a:lnTo>
                    <a:pt x="11" y="7"/>
                  </a:lnTo>
                  <a:lnTo>
                    <a:pt x="8" y="14"/>
                  </a:lnTo>
                  <a:lnTo>
                    <a:pt x="4" y="24"/>
                  </a:lnTo>
                  <a:lnTo>
                    <a:pt x="2" y="38"/>
                  </a:lnTo>
                  <a:lnTo>
                    <a:pt x="0" y="52"/>
                  </a:lnTo>
                  <a:lnTo>
                    <a:pt x="0" y="68"/>
                  </a:lnTo>
                  <a:lnTo>
                    <a:pt x="2" y="68"/>
                  </a:lnTo>
                  <a:lnTo>
                    <a:pt x="2" y="54"/>
                  </a:lnTo>
                  <a:lnTo>
                    <a:pt x="4" y="40"/>
                  </a:lnTo>
                  <a:lnTo>
                    <a:pt x="6" y="28"/>
                  </a:lnTo>
                  <a:lnTo>
                    <a:pt x="8" y="19"/>
                  </a:lnTo>
                  <a:lnTo>
                    <a:pt x="11" y="11"/>
                  </a:lnTo>
                  <a:lnTo>
                    <a:pt x="15" y="7"/>
                  </a:lnTo>
                  <a:lnTo>
                    <a:pt x="19" y="5"/>
                  </a:lnTo>
                  <a:lnTo>
                    <a:pt x="19" y="0"/>
                  </a:lnTo>
                  <a:close/>
                </a:path>
              </a:pathLst>
            </a:custGeom>
            <a:solidFill>
              <a:srgbClr val="DDDDDD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994" name="Google Shape;994;p2"/>
            <p:cNvSpPr/>
            <p:nvPr/>
          </p:nvSpPr>
          <p:spPr>
            <a:xfrm>
              <a:off x="4105" y="3385"/>
              <a:ext cx="14" cy="36"/>
            </a:xfrm>
            <a:custGeom>
              <a:avLst/>
              <a:gdLst/>
              <a:ahLst/>
              <a:cxnLst/>
              <a:rect l="l" t="t" r="r" b="b"/>
              <a:pathLst>
                <a:path w="17" h="63" extrusionOk="0">
                  <a:moveTo>
                    <a:pt x="17" y="0"/>
                  </a:moveTo>
                  <a:lnTo>
                    <a:pt x="13" y="2"/>
                  </a:lnTo>
                  <a:lnTo>
                    <a:pt x="9" y="6"/>
                  </a:lnTo>
                  <a:lnTo>
                    <a:pt x="6" y="14"/>
                  </a:lnTo>
                  <a:lnTo>
                    <a:pt x="4" y="23"/>
                  </a:lnTo>
                  <a:lnTo>
                    <a:pt x="2" y="35"/>
                  </a:lnTo>
                  <a:lnTo>
                    <a:pt x="0" y="49"/>
                  </a:lnTo>
                  <a:lnTo>
                    <a:pt x="0" y="63"/>
                  </a:lnTo>
                  <a:lnTo>
                    <a:pt x="2" y="63"/>
                  </a:lnTo>
                  <a:lnTo>
                    <a:pt x="2" y="49"/>
                  </a:lnTo>
                  <a:lnTo>
                    <a:pt x="2" y="37"/>
                  </a:lnTo>
                  <a:lnTo>
                    <a:pt x="4" y="26"/>
                  </a:lnTo>
                  <a:lnTo>
                    <a:pt x="8" y="18"/>
                  </a:lnTo>
                  <a:lnTo>
                    <a:pt x="9" y="11"/>
                  </a:lnTo>
                  <a:lnTo>
                    <a:pt x="13" y="7"/>
                  </a:lnTo>
                  <a:lnTo>
                    <a:pt x="17" y="6"/>
                  </a:lnTo>
                  <a:lnTo>
                    <a:pt x="17" y="0"/>
                  </a:lnTo>
                  <a:close/>
                </a:path>
              </a:pathLst>
            </a:custGeom>
            <a:solidFill>
              <a:srgbClr val="DEDEDE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995" name="Google Shape;995;p2"/>
            <p:cNvSpPr/>
            <p:nvPr/>
          </p:nvSpPr>
          <p:spPr>
            <a:xfrm>
              <a:off x="4107" y="3387"/>
              <a:ext cx="12" cy="34"/>
            </a:xfrm>
            <a:custGeom>
              <a:avLst/>
              <a:gdLst/>
              <a:ahLst/>
              <a:cxnLst/>
              <a:rect l="l" t="t" r="r" b="b"/>
              <a:pathLst>
                <a:path w="15" h="57" extrusionOk="0">
                  <a:moveTo>
                    <a:pt x="15" y="0"/>
                  </a:moveTo>
                  <a:lnTo>
                    <a:pt x="11" y="1"/>
                  </a:lnTo>
                  <a:lnTo>
                    <a:pt x="7" y="5"/>
                  </a:lnTo>
                  <a:lnTo>
                    <a:pt x="6" y="12"/>
                  </a:lnTo>
                  <a:lnTo>
                    <a:pt x="2" y="20"/>
                  </a:lnTo>
                  <a:lnTo>
                    <a:pt x="0" y="31"/>
                  </a:lnTo>
                  <a:lnTo>
                    <a:pt x="0" y="43"/>
                  </a:lnTo>
                  <a:lnTo>
                    <a:pt x="0" y="57"/>
                  </a:lnTo>
                  <a:lnTo>
                    <a:pt x="0" y="57"/>
                  </a:lnTo>
                  <a:lnTo>
                    <a:pt x="0" y="45"/>
                  </a:lnTo>
                  <a:lnTo>
                    <a:pt x="2" y="34"/>
                  </a:lnTo>
                  <a:lnTo>
                    <a:pt x="4" y="24"/>
                  </a:lnTo>
                  <a:lnTo>
                    <a:pt x="6" y="15"/>
                  </a:lnTo>
                  <a:lnTo>
                    <a:pt x="7" y="10"/>
                  </a:lnTo>
                  <a:lnTo>
                    <a:pt x="11" y="5"/>
                  </a:lnTo>
                  <a:lnTo>
                    <a:pt x="15" y="5"/>
                  </a:lnTo>
                  <a:lnTo>
                    <a:pt x="15" y="0"/>
                  </a:lnTo>
                  <a:close/>
                </a:path>
              </a:pathLst>
            </a:custGeom>
            <a:solidFill>
              <a:srgbClr val="DFDFDF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996" name="Google Shape;996;p2"/>
            <p:cNvSpPr/>
            <p:nvPr/>
          </p:nvSpPr>
          <p:spPr>
            <a:xfrm>
              <a:off x="4107" y="3390"/>
              <a:ext cx="12" cy="31"/>
            </a:xfrm>
            <a:custGeom>
              <a:avLst/>
              <a:gdLst/>
              <a:ahLst/>
              <a:cxnLst/>
              <a:rect l="l" t="t" r="r" b="b"/>
              <a:pathLst>
                <a:path w="15" h="52" extrusionOk="0">
                  <a:moveTo>
                    <a:pt x="15" y="0"/>
                  </a:moveTo>
                  <a:lnTo>
                    <a:pt x="11" y="0"/>
                  </a:lnTo>
                  <a:lnTo>
                    <a:pt x="7" y="5"/>
                  </a:lnTo>
                  <a:lnTo>
                    <a:pt x="6" y="10"/>
                  </a:lnTo>
                  <a:lnTo>
                    <a:pt x="4" y="19"/>
                  </a:lnTo>
                  <a:lnTo>
                    <a:pt x="2" y="29"/>
                  </a:lnTo>
                  <a:lnTo>
                    <a:pt x="0" y="40"/>
                  </a:lnTo>
                  <a:lnTo>
                    <a:pt x="0" y="52"/>
                  </a:lnTo>
                  <a:lnTo>
                    <a:pt x="2" y="52"/>
                  </a:lnTo>
                  <a:lnTo>
                    <a:pt x="2" y="40"/>
                  </a:lnTo>
                  <a:lnTo>
                    <a:pt x="4" y="27"/>
                  </a:lnTo>
                  <a:lnTo>
                    <a:pt x="6" y="19"/>
                  </a:lnTo>
                  <a:lnTo>
                    <a:pt x="7" y="10"/>
                  </a:lnTo>
                  <a:lnTo>
                    <a:pt x="11" y="7"/>
                  </a:lnTo>
                  <a:lnTo>
                    <a:pt x="15" y="5"/>
                  </a:lnTo>
                  <a:lnTo>
                    <a:pt x="15" y="0"/>
                  </a:lnTo>
                  <a:close/>
                </a:path>
              </a:pathLst>
            </a:custGeom>
            <a:solidFill>
              <a:srgbClr val="E1E1E1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997" name="Google Shape;997;p2"/>
            <p:cNvSpPr/>
            <p:nvPr/>
          </p:nvSpPr>
          <p:spPr>
            <a:xfrm>
              <a:off x="4107" y="3393"/>
              <a:ext cx="12" cy="28"/>
            </a:xfrm>
            <a:custGeom>
              <a:avLst/>
              <a:gdLst/>
              <a:ahLst/>
              <a:cxnLst/>
              <a:rect l="l" t="t" r="r" b="b"/>
              <a:pathLst>
                <a:path w="13" h="47" extrusionOk="0">
                  <a:moveTo>
                    <a:pt x="13" y="0"/>
                  </a:moveTo>
                  <a:lnTo>
                    <a:pt x="9" y="2"/>
                  </a:lnTo>
                  <a:lnTo>
                    <a:pt x="5" y="5"/>
                  </a:lnTo>
                  <a:lnTo>
                    <a:pt x="4" y="14"/>
                  </a:lnTo>
                  <a:lnTo>
                    <a:pt x="2" y="22"/>
                  </a:lnTo>
                  <a:lnTo>
                    <a:pt x="0" y="35"/>
                  </a:lnTo>
                  <a:lnTo>
                    <a:pt x="0" y="47"/>
                  </a:lnTo>
                  <a:lnTo>
                    <a:pt x="2" y="47"/>
                  </a:lnTo>
                  <a:lnTo>
                    <a:pt x="2" y="35"/>
                  </a:lnTo>
                  <a:lnTo>
                    <a:pt x="4" y="26"/>
                  </a:lnTo>
                  <a:lnTo>
                    <a:pt x="5" y="17"/>
                  </a:lnTo>
                  <a:lnTo>
                    <a:pt x="7" y="10"/>
                  </a:lnTo>
                  <a:lnTo>
                    <a:pt x="9" y="7"/>
                  </a:lnTo>
                  <a:lnTo>
                    <a:pt x="13" y="5"/>
                  </a:lnTo>
                  <a:lnTo>
                    <a:pt x="13" y="0"/>
                  </a:lnTo>
                  <a:close/>
                </a:path>
              </a:pathLst>
            </a:custGeom>
            <a:solidFill>
              <a:srgbClr val="E2E2E2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998" name="Google Shape;998;p2"/>
            <p:cNvSpPr/>
            <p:nvPr/>
          </p:nvSpPr>
          <p:spPr>
            <a:xfrm>
              <a:off x="4109" y="3396"/>
              <a:ext cx="10" cy="25"/>
            </a:xfrm>
            <a:custGeom>
              <a:avLst/>
              <a:gdLst/>
              <a:ahLst/>
              <a:cxnLst/>
              <a:rect l="l" t="t" r="r" b="b"/>
              <a:pathLst>
                <a:path w="11" h="42" extrusionOk="0">
                  <a:moveTo>
                    <a:pt x="11" y="0"/>
                  </a:moveTo>
                  <a:lnTo>
                    <a:pt x="7" y="2"/>
                  </a:lnTo>
                  <a:lnTo>
                    <a:pt x="5" y="5"/>
                  </a:lnTo>
                  <a:lnTo>
                    <a:pt x="3" y="12"/>
                  </a:lnTo>
                  <a:lnTo>
                    <a:pt x="2" y="21"/>
                  </a:lnTo>
                  <a:lnTo>
                    <a:pt x="0" y="30"/>
                  </a:lnTo>
                  <a:lnTo>
                    <a:pt x="0" y="42"/>
                  </a:lnTo>
                  <a:lnTo>
                    <a:pt x="0" y="42"/>
                  </a:lnTo>
                  <a:lnTo>
                    <a:pt x="2" y="31"/>
                  </a:lnTo>
                  <a:lnTo>
                    <a:pt x="2" y="23"/>
                  </a:lnTo>
                  <a:lnTo>
                    <a:pt x="3" y="16"/>
                  </a:lnTo>
                  <a:lnTo>
                    <a:pt x="5" y="11"/>
                  </a:lnTo>
                  <a:lnTo>
                    <a:pt x="7" y="5"/>
                  </a:lnTo>
                  <a:lnTo>
                    <a:pt x="11" y="5"/>
                  </a:lnTo>
                  <a:lnTo>
                    <a:pt x="11" y="0"/>
                  </a:lnTo>
                  <a:close/>
                </a:path>
              </a:pathLst>
            </a:custGeom>
            <a:solidFill>
              <a:srgbClr val="E3E3E3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999" name="Google Shape;999;p2"/>
            <p:cNvSpPr/>
            <p:nvPr/>
          </p:nvSpPr>
          <p:spPr>
            <a:xfrm>
              <a:off x="4109" y="3400"/>
              <a:ext cx="10" cy="21"/>
            </a:xfrm>
            <a:custGeom>
              <a:avLst/>
              <a:gdLst/>
              <a:ahLst/>
              <a:cxnLst/>
              <a:rect l="l" t="t" r="r" b="b"/>
              <a:pathLst>
                <a:path w="11" h="37" extrusionOk="0">
                  <a:moveTo>
                    <a:pt x="11" y="0"/>
                  </a:moveTo>
                  <a:lnTo>
                    <a:pt x="7" y="0"/>
                  </a:lnTo>
                  <a:lnTo>
                    <a:pt x="5" y="6"/>
                  </a:lnTo>
                  <a:lnTo>
                    <a:pt x="3" y="11"/>
                  </a:lnTo>
                  <a:lnTo>
                    <a:pt x="2" y="18"/>
                  </a:lnTo>
                  <a:lnTo>
                    <a:pt x="2" y="26"/>
                  </a:lnTo>
                  <a:lnTo>
                    <a:pt x="0" y="37"/>
                  </a:lnTo>
                  <a:lnTo>
                    <a:pt x="2" y="37"/>
                  </a:lnTo>
                  <a:lnTo>
                    <a:pt x="2" y="26"/>
                  </a:lnTo>
                  <a:lnTo>
                    <a:pt x="3" y="18"/>
                  </a:lnTo>
                  <a:lnTo>
                    <a:pt x="5" y="11"/>
                  </a:lnTo>
                  <a:lnTo>
                    <a:pt x="7" y="7"/>
                  </a:lnTo>
                  <a:lnTo>
                    <a:pt x="11" y="6"/>
                  </a:lnTo>
                  <a:lnTo>
                    <a:pt x="11" y="0"/>
                  </a:lnTo>
                  <a:close/>
                </a:path>
              </a:pathLst>
            </a:custGeom>
            <a:solidFill>
              <a:srgbClr val="E4E4E4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1000" name="Google Shape;1000;p2"/>
            <p:cNvSpPr/>
            <p:nvPr/>
          </p:nvSpPr>
          <p:spPr>
            <a:xfrm>
              <a:off x="4110" y="3402"/>
              <a:ext cx="9" cy="19"/>
            </a:xfrm>
            <a:custGeom>
              <a:avLst/>
              <a:gdLst/>
              <a:ahLst/>
              <a:cxnLst/>
              <a:rect l="l" t="t" r="r" b="b"/>
              <a:pathLst>
                <a:path w="9" h="31" extrusionOk="0">
                  <a:moveTo>
                    <a:pt x="9" y="0"/>
                  </a:moveTo>
                  <a:lnTo>
                    <a:pt x="5" y="1"/>
                  </a:lnTo>
                  <a:lnTo>
                    <a:pt x="3" y="5"/>
                  </a:lnTo>
                  <a:lnTo>
                    <a:pt x="1" y="12"/>
                  </a:lnTo>
                  <a:lnTo>
                    <a:pt x="0" y="20"/>
                  </a:lnTo>
                  <a:lnTo>
                    <a:pt x="0" y="31"/>
                  </a:lnTo>
                  <a:lnTo>
                    <a:pt x="1" y="31"/>
                  </a:lnTo>
                  <a:lnTo>
                    <a:pt x="1" y="22"/>
                  </a:lnTo>
                  <a:lnTo>
                    <a:pt x="3" y="15"/>
                  </a:lnTo>
                  <a:lnTo>
                    <a:pt x="5" y="10"/>
                  </a:lnTo>
                  <a:lnTo>
                    <a:pt x="7" y="5"/>
                  </a:lnTo>
                  <a:lnTo>
                    <a:pt x="9" y="5"/>
                  </a:lnTo>
                  <a:lnTo>
                    <a:pt x="9" y="0"/>
                  </a:lnTo>
                  <a:close/>
                </a:path>
              </a:pathLst>
            </a:custGeom>
            <a:solidFill>
              <a:srgbClr val="E5E5E5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1001" name="Google Shape;1001;p2"/>
            <p:cNvSpPr/>
            <p:nvPr/>
          </p:nvSpPr>
          <p:spPr>
            <a:xfrm>
              <a:off x="4112" y="3406"/>
              <a:ext cx="7" cy="15"/>
            </a:xfrm>
            <a:custGeom>
              <a:avLst/>
              <a:gdLst/>
              <a:ahLst/>
              <a:cxnLst/>
              <a:rect l="l" t="t" r="r" b="b"/>
              <a:pathLst>
                <a:path w="8" h="26" extrusionOk="0">
                  <a:moveTo>
                    <a:pt x="8" y="0"/>
                  </a:moveTo>
                  <a:lnTo>
                    <a:pt x="6" y="0"/>
                  </a:lnTo>
                  <a:lnTo>
                    <a:pt x="4" y="5"/>
                  </a:lnTo>
                  <a:lnTo>
                    <a:pt x="2" y="10"/>
                  </a:lnTo>
                  <a:lnTo>
                    <a:pt x="0" y="17"/>
                  </a:lnTo>
                  <a:lnTo>
                    <a:pt x="0" y="26"/>
                  </a:lnTo>
                  <a:lnTo>
                    <a:pt x="2" y="26"/>
                  </a:lnTo>
                  <a:lnTo>
                    <a:pt x="2" y="17"/>
                  </a:lnTo>
                  <a:lnTo>
                    <a:pt x="4" y="10"/>
                  </a:lnTo>
                  <a:lnTo>
                    <a:pt x="6" y="7"/>
                  </a:lnTo>
                  <a:lnTo>
                    <a:pt x="8" y="5"/>
                  </a:lnTo>
                  <a:lnTo>
                    <a:pt x="8" y="0"/>
                  </a:lnTo>
                  <a:close/>
                </a:path>
              </a:pathLst>
            </a:custGeom>
            <a:solidFill>
              <a:srgbClr val="E6E6E6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1002" name="Google Shape;1002;p2"/>
            <p:cNvSpPr/>
            <p:nvPr/>
          </p:nvSpPr>
          <p:spPr>
            <a:xfrm>
              <a:off x="4114" y="3408"/>
              <a:ext cx="5" cy="13"/>
            </a:xfrm>
            <a:custGeom>
              <a:avLst/>
              <a:gdLst/>
              <a:ahLst/>
              <a:cxnLst/>
              <a:rect l="l" t="t" r="r" b="b"/>
              <a:pathLst>
                <a:path w="6" h="21" extrusionOk="0">
                  <a:moveTo>
                    <a:pt x="6" y="0"/>
                  </a:moveTo>
                  <a:lnTo>
                    <a:pt x="4" y="2"/>
                  </a:lnTo>
                  <a:lnTo>
                    <a:pt x="2" y="5"/>
                  </a:lnTo>
                  <a:lnTo>
                    <a:pt x="0" y="12"/>
                  </a:lnTo>
                  <a:lnTo>
                    <a:pt x="0" y="21"/>
                  </a:lnTo>
                  <a:lnTo>
                    <a:pt x="0" y="21"/>
                  </a:lnTo>
                  <a:lnTo>
                    <a:pt x="2" y="14"/>
                  </a:lnTo>
                  <a:lnTo>
                    <a:pt x="2" y="9"/>
                  </a:lnTo>
                  <a:lnTo>
                    <a:pt x="4" y="5"/>
                  </a:lnTo>
                  <a:lnTo>
                    <a:pt x="6" y="5"/>
                  </a:lnTo>
                  <a:lnTo>
                    <a:pt x="6" y="0"/>
                  </a:lnTo>
                  <a:close/>
                </a:path>
              </a:pathLst>
            </a:custGeom>
            <a:solidFill>
              <a:srgbClr val="E6E6E6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1003" name="Google Shape;1003;p2"/>
            <p:cNvSpPr/>
            <p:nvPr/>
          </p:nvSpPr>
          <p:spPr>
            <a:xfrm>
              <a:off x="4114" y="3412"/>
              <a:ext cx="5" cy="9"/>
            </a:xfrm>
            <a:custGeom>
              <a:avLst/>
              <a:gdLst/>
              <a:ahLst/>
              <a:cxnLst/>
              <a:rect l="l" t="t" r="r" b="b"/>
              <a:pathLst>
                <a:path w="6" h="16" extrusionOk="0">
                  <a:moveTo>
                    <a:pt x="6" y="0"/>
                  </a:moveTo>
                  <a:lnTo>
                    <a:pt x="4" y="0"/>
                  </a:lnTo>
                  <a:lnTo>
                    <a:pt x="2" y="4"/>
                  </a:lnTo>
                  <a:lnTo>
                    <a:pt x="2" y="9"/>
                  </a:lnTo>
                  <a:lnTo>
                    <a:pt x="0" y="16"/>
                  </a:lnTo>
                  <a:lnTo>
                    <a:pt x="2" y="16"/>
                  </a:lnTo>
                  <a:lnTo>
                    <a:pt x="2" y="11"/>
                  </a:lnTo>
                  <a:lnTo>
                    <a:pt x="4" y="5"/>
                  </a:lnTo>
                  <a:lnTo>
                    <a:pt x="6" y="5"/>
                  </a:lnTo>
                  <a:lnTo>
                    <a:pt x="6" y="0"/>
                  </a:lnTo>
                  <a:close/>
                </a:path>
              </a:pathLst>
            </a:custGeom>
            <a:solidFill>
              <a:srgbClr val="E6E6E6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1004" name="Google Shape;1004;p2"/>
            <p:cNvSpPr/>
            <p:nvPr/>
          </p:nvSpPr>
          <p:spPr>
            <a:xfrm>
              <a:off x="4116" y="3416"/>
              <a:ext cx="3" cy="5"/>
            </a:xfrm>
            <a:custGeom>
              <a:avLst/>
              <a:gdLst/>
              <a:ahLst/>
              <a:cxnLst/>
              <a:rect l="l" t="t" r="r" b="b"/>
              <a:pathLst>
                <a:path w="4" h="11" extrusionOk="0">
                  <a:moveTo>
                    <a:pt x="4" y="0"/>
                  </a:moveTo>
                  <a:lnTo>
                    <a:pt x="2" y="0"/>
                  </a:lnTo>
                  <a:lnTo>
                    <a:pt x="0" y="6"/>
                  </a:lnTo>
                  <a:lnTo>
                    <a:pt x="0" y="11"/>
                  </a:lnTo>
                  <a:lnTo>
                    <a:pt x="2" y="11"/>
                  </a:lnTo>
                  <a:lnTo>
                    <a:pt x="2" y="7"/>
                  </a:lnTo>
                  <a:lnTo>
                    <a:pt x="4" y="6"/>
                  </a:lnTo>
                  <a:lnTo>
                    <a:pt x="4" y="0"/>
                  </a:lnTo>
                  <a:close/>
                </a:path>
              </a:pathLst>
            </a:custGeom>
            <a:solidFill>
              <a:srgbClr val="E6E6E6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1005" name="Google Shape;1005;p2"/>
            <p:cNvSpPr/>
            <p:nvPr/>
          </p:nvSpPr>
          <p:spPr>
            <a:xfrm>
              <a:off x="4117" y="3418"/>
              <a:ext cx="2" cy="3"/>
            </a:xfrm>
            <a:custGeom>
              <a:avLst/>
              <a:gdLst/>
              <a:ahLst/>
              <a:cxnLst/>
              <a:rect l="l" t="t" r="r" b="b"/>
              <a:pathLst>
                <a:path w="2" h="5" extrusionOk="0">
                  <a:moveTo>
                    <a:pt x="2" y="0"/>
                  </a:moveTo>
                  <a:lnTo>
                    <a:pt x="0" y="1"/>
                  </a:lnTo>
                  <a:lnTo>
                    <a:pt x="0" y="5"/>
                  </a:lnTo>
                  <a:lnTo>
                    <a:pt x="2" y="5"/>
                  </a:lnTo>
                  <a:lnTo>
                    <a:pt x="2" y="5"/>
                  </a:lnTo>
                  <a:lnTo>
                    <a:pt x="2" y="0"/>
                  </a:lnTo>
                  <a:close/>
                </a:path>
              </a:pathLst>
            </a:custGeom>
            <a:solidFill>
              <a:srgbClr val="E6E6E6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1006" name="Google Shape;1006;p2"/>
            <p:cNvSpPr/>
            <p:nvPr/>
          </p:nvSpPr>
          <p:spPr>
            <a:xfrm>
              <a:off x="4070" y="3294"/>
              <a:ext cx="49" cy="127"/>
            </a:xfrm>
            <a:custGeom>
              <a:avLst/>
              <a:gdLst/>
              <a:ahLst/>
              <a:cxnLst/>
              <a:rect l="l" t="t" r="r" b="b"/>
              <a:pathLst>
                <a:path w="56" h="214" extrusionOk="0">
                  <a:moveTo>
                    <a:pt x="27" y="214"/>
                  </a:moveTo>
                  <a:lnTo>
                    <a:pt x="34" y="210"/>
                  </a:lnTo>
                  <a:lnTo>
                    <a:pt x="41" y="202"/>
                  </a:lnTo>
                  <a:lnTo>
                    <a:pt x="47" y="186"/>
                  </a:lnTo>
                  <a:lnTo>
                    <a:pt x="50" y="167"/>
                  </a:lnTo>
                  <a:lnTo>
                    <a:pt x="54" y="144"/>
                  </a:lnTo>
                  <a:lnTo>
                    <a:pt x="56" y="120"/>
                  </a:lnTo>
                  <a:lnTo>
                    <a:pt x="56" y="94"/>
                  </a:lnTo>
                  <a:lnTo>
                    <a:pt x="54" y="70"/>
                  </a:lnTo>
                  <a:lnTo>
                    <a:pt x="50" y="45"/>
                  </a:lnTo>
                  <a:lnTo>
                    <a:pt x="47" y="26"/>
                  </a:lnTo>
                  <a:lnTo>
                    <a:pt x="41" y="13"/>
                  </a:lnTo>
                  <a:lnTo>
                    <a:pt x="34" y="4"/>
                  </a:lnTo>
                  <a:lnTo>
                    <a:pt x="27" y="0"/>
                  </a:lnTo>
                  <a:lnTo>
                    <a:pt x="21" y="4"/>
                  </a:lnTo>
                  <a:lnTo>
                    <a:pt x="14" y="13"/>
                  </a:lnTo>
                  <a:lnTo>
                    <a:pt x="9" y="26"/>
                  </a:lnTo>
                  <a:lnTo>
                    <a:pt x="5" y="45"/>
                  </a:lnTo>
                  <a:lnTo>
                    <a:pt x="1" y="70"/>
                  </a:lnTo>
                  <a:lnTo>
                    <a:pt x="0" y="94"/>
                  </a:lnTo>
                  <a:lnTo>
                    <a:pt x="0" y="120"/>
                  </a:lnTo>
                  <a:lnTo>
                    <a:pt x="1" y="144"/>
                  </a:lnTo>
                  <a:lnTo>
                    <a:pt x="5" y="167"/>
                  </a:lnTo>
                  <a:lnTo>
                    <a:pt x="9" y="186"/>
                  </a:lnTo>
                  <a:lnTo>
                    <a:pt x="14" y="202"/>
                  </a:lnTo>
                  <a:lnTo>
                    <a:pt x="21" y="210"/>
                  </a:lnTo>
                  <a:lnTo>
                    <a:pt x="27" y="214"/>
                  </a:lnTo>
                  <a:close/>
                </a:path>
              </a:pathLst>
            </a:custGeom>
            <a:solidFill>
              <a:srgbClr val="000000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1007" name="Google Shape;1007;p2"/>
            <p:cNvSpPr/>
            <p:nvPr/>
          </p:nvSpPr>
          <p:spPr>
            <a:xfrm>
              <a:off x="4070" y="3294"/>
              <a:ext cx="49" cy="127"/>
            </a:xfrm>
            <a:custGeom>
              <a:avLst/>
              <a:gdLst/>
              <a:ahLst/>
              <a:cxnLst/>
              <a:rect l="l" t="t" r="r" b="b"/>
              <a:pathLst>
                <a:path w="56" h="214" extrusionOk="0">
                  <a:moveTo>
                    <a:pt x="56" y="0"/>
                  </a:moveTo>
                  <a:lnTo>
                    <a:pt x="48" y="2"/>
                  </a:lnTo>
                  <a:lnTo>
                    <a:pt x="41" y="7"/>
                  </a:lnTo>
                  <a:lnTo>
                    <a:pt x="36" y="14"/>
                  </a:lnTo>
                  <a:lnTo>
                    <a:pt x="28" y="25"/>
                  </a:lnTo>
                  <a:lnTo>
                    <a:pt x="23" y="39"/>
                  </a:lnTo>
                  <a:lnTo>
                    <a:pt x="18" y="54"/>
                  </a:lnTo>
                  <a:lnTo>
                    <a:pt x="14" y="72"/>
                  </a:lnTo>
                  <a:lnTo>
                    <a:pt x="9" y="92"/>
                  </a:lnTo>
                  <a:lnTo>
                    <a:pt x="7" y="115"/>
                  </a:lnTo>
                  <a:lnTo>
                    <a:pt x="3" y="137"/>
                  </a:lnTo>
                  <a:lnTo>
                    <a:pt x="1" y="162"/>
                  </a:lnTo>
                  <a:lnTo>
                    <a:pt x="0" y="188"/>
                  </a:lnTo>
                  <a:lnTo>
                    <a:pt x="0" y="214"/>
                  </a:lnTo>
                  <a:lnTo>
                    <a:pt x="0" y="0"/>
                  </a:lnTo>
                  <a:lnTo>
                    <a:pt x="56" y="0"/>
                  </a:lnTo>
                  <a:close/>
                </a:path>
              </a:pathLst>
            </a:custGeom>
            <a:solidFill>
              <a:srgbClr val="9A9A9A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1008" name="Google Shape;1008;p2"/>
            <p:cNvSpPr/>
            <p:nvPr/>
          </p:nvSpPr>
          <p:spPr>
            <a:xfrm>
              <a:off x="4070" y="3294"/>
              <a:ext cx="49" cy="127"/>
            </a:xfrm>
            <a:custGeom>
              <a:avLst/>
              <a:gdLst/>
              <a:ahLst/>
              <a:cxnLst/>
              <a:rect l="l" t="t" r="r" b="b"/>
              <a:pathLst>
                <a:path w="56" h="214" extrusionOk="0">
                  <a:moveTo>
                    <a:pt x="56" y="0"/>
                  </a:moveTo>
                  <a:lnTo>
                    <a:pt x="48" y="2"/>
                  </a:lnTo>
                  <a:lnTo>
                    <a:pt x="41" y="7"/>
                  </a:lnTo>
                  <a:lnTo>
                    <a:pt x="36" y="14"/>
                  </a:lnTo>
                  <a:lnTo>
                    <a:pt x="28" y="25"/>
                  </a:lnTo>
                  <a:lnTo>
                    <a:pt x="23" y="39"/>
                  </a:lnTo>
                  <a:lnTo>
                    <a:pt x="18" y="54"/>
                  </a:lnTo>
                  <a:lnTo>
                    <a:pt x="14" y="72"/>
                  </a:lnTo>
                  <a:lnTo>
                    <a:pt x="9" y="92"/>
                  </a:lnTo>
                  <a:lnTo>
                    <a:pt x="7" y="115"/>
                  </a:lnTo>
                  <a:lnTo>
                    <a:pt x="3" y="137"/>
                  </a:lnTo>
                  <a:lnTo>
                    <a:pt x="1" y="162"/>
                  </a:lnTo>
                  <a:lnTo>
                    <a:pt x="0" y="188"/>
                  </a:lnTo>
                  <a:lnTo>
                    <a:pt x="0" y="214"/>
                  </a:lnTo>
                  <a:lnTo>
                    <a:pt x="1" y="214"/>
                  </a:lnTo>
                  <a:lnTo>
                    <a:pt x="1" y="188"/>
                  </a:lnTo>
                  <a:lnTo>
                    <a:pt x="3" y="163"/>
                  </a:lnTo>
                  <a:lnTo>
                    <a:pt x="5" y="139"/>
                  </a:lnTo>
                  <a:lnTo>
                    <a:pt x="7" y="117"/>
                  </a:lnTo>
                  <a:lnTo>
                    <a:pt x="10" y="96"/>
                  </a:lnTo>
                  <a:lnTo>
                    <a:pt x="14" y="75"/>
                  </a:lnTo>
                  <a:lnTo>
                    <a:pt x="19" y="58"/>
                  </a:lnTo>
                  <a:lnTo>
                    <a:pt x="25" y="42"/>
                  </a:lnTo>
                  <a:lnTo>
                    <a:pt x="30" y="30"/>
                  </a:lnTo>
                  <a:lnTo>
                    <a:pt x="36" y="19"/>
                  </a:lnTo>
                  <a:lnTo>
                    <a:pt x="43" y="11"/>
                  </a:lnTo>
                  <a:lnTo>
                    <a:pt x="48" y="7"/>
                  </a:lnTo>
                  <a:lnTo>
                    <a:pt x="56" y="6"/>
                  </a:lnTo>
                  <a:lnTo>
                    <a:pt x="56" y="0"/>
                  </a:lnTo>
                  <a:close/>
                </a:path>
              </a:pathLst>
            </a:custGeom>
            <a:solidFill>
              <a:srgbClr val="9A9A9A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1009" name="Google Shape;1009;p2"/>
            <p:cNvSpPr/>
            <p:nvPr/>
          </p:nvSpPr>
          <p:spPr>
            <a:xfrm>
              <a:off x="4072" y="3298"/>
              <a:ext cx="47" cy="123"/>
            </a:xfrm>
            <a:custGeom>
              <a:avLst/>
              <a:gdLst/>
              <a:ahLst/>
              <a:cxnLst/>
              <a:rect l="l" t="t" r="r" b="b"/>
              <a:pathLst>
                <a:path w="55" h="208" extrusionOk="0">
                  <a:moveTo>
                    <a:pt x="55" y="0"/>
                  </a:moveTo>
                  <a:lnTo>
                    <a:pt x="47" y="1"/>
                  </a:lnTo>
                  <a:lnTo>
                    <a:pt x="42" y="5"/>
                  </a:lnTo>
                  <a:lnTo>
                    <a:pt x="35" y="13"/>
                  </a:lnTo>
                  <a:lnTo>
                    <a:pt x="29" y="24"/>
                  </a:lnTo>
                  <a:lnTo>
                    <a:pt x="24" y="36"/>
                  </a:lnTo>
                  <a:lnTo>
                    <a:pt x="18" y="52"/>
                  </a:lnTo>
                  <a:lnTo>
                    <a:pt x="13" y="69"/>
                  </a:lnTo>
                  <a:lnTo>
                    <a:pt x="9" y="90"/>
                  </a:lnTo>
                  <a:lnTo>
                    <a:pt x="6" y="111"/>
                  </a:lnTo>
                  <a:lnTo>
                    <a:pt x="4" y="133"/>
                  </a:lnTo>
                  <a:lnTo>
                    <a:pt x="2" y="157"/>
                  </a:lnTo>
                  <a:lnTo>
                    <a:pt x="0" y="182"/>
                  </a:lnTo>
                  <a:lnTo>
                    <a:pt x="0" y="208"/>
                  </a:lnTo>
                  <a:lnTo>
                    <a:pt x="2" y="208"/>
                  </a:lnTo>
                  <a:lnTo>
                    <a:pt x="2" y="180"/>
                  </a:lnTo>
                  <a:lnTo>
                    <a:pt x="4" y="154"/>
                  </a:lnTo>
                  <a:lnTo>
                    <a:pt x="6" y="130"/>
                  </a:lnTo>
                  <a:lnTo>
                    <a:pt x="8" y="105"/>
                  </a:lnTo>
                  <a:lnTo>
                    <a:pt x="13" y="85"/>
                  </a:lnTo>
                  <a:lnTo>
                    <a:pt x="17" y="64"/>
                  </a:lnTo>
                  <a:lnTo>
                    <a:pt x="22" y="46"/>
                  </a:lnTo>
                  <a:lnTo>
                    <a:pt x="27" y="33"/>
                  </a:lnTo>
                  <a:lnTo>
                    <a:pt x="35" y="20"/>
                  </a:lnTo>
                  <a:lnTo>
                    <a:pt x="40" y="12"/>
                  </a:lnTo>
                  <a:lnTo>
                    <a:pt x="47" y="7"/>
                  </a:lnTo>
                  <a:lnTo>
                    <a:pt x="55" y="5"/>
                  </a:lnTo>
                  <a:lnTo>
                    <a:pt x="55" y="0"/>
                  </a:lnTo>
                  <a:close/>
                </a:path>
              </a:pathLst>
            </a:custGeom>
            <a:solidFill>
              <a:srgbClr val="9B9B9B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1010" name="Google Shape;1010;p2"/>
            <p:cNvSpPr/>
            <p:nvPr/>
          </p:nvSpPr>
          <p:spPr>
            <a:xfrm>
              <a:off x="4074" y="3300"/>
              <a:ext cx="45" cy="121"/>
            </a:xfrm>
            <a:custGeom>
              <a:avLst/>
              <a:gdLst/>
              <a:ahLst/>
              <a:cxnLst/>
              <a:rect l="l" t="t" r="r" b="b"/>
              <a:pathLst>
                <a:path w="53" h="203" extrusionOk="0">
                  <a:moveTo>
                    <a:pt x="53" y="0"/>
                  </a:moveTo>
                  <a:lnTo>
                    <a:pt x="45" y="2"/>
                  </a:lnTo>
                  <a:lnTo>
                    <a:pt x="38" y="7"/>
                  </a:lnTo>
                  <a:lnTo>
                    <a:pt x="33" y="15"/>
                  </a:lnTo>
                  <a:lnTo>
                    <a:pt x="25" y="28"/>
                  </a:lnTo>
                  <a:lnTo>
                    <a:pt x="20" y="41"/>
                  </a:lnTo>
                  <a:lnTo>
                    <a:pt x="15" y="59"/>
                  </a:lnTo>
                  <a:lnTo>
                    <a:pt x="11" y="80"/>
                  </a:lnTo>
                  <a:lnTo>
                    <a:pt x="6" y="100"/>
                  </a:lnTo>
                  <a:lnTo>
                    <a:pt x="4" y="125"/>
                  </a:lnTo>
                  <a:lnTo>
                    <a:pt x="2" y="149"/>
                  </a:lnTo>
                  <a:lnTo>
                    <a:pt x="0" y="175"/>
                  </a:lnTo>
                  <a:lnTo>
                    <a:pt x="0" y="203"/>
                  </a:lnTo>
                  <a:lnTo>
                    <a:pt x="0" y="203"/>
                  </a:lnTo>
                  <a:lnTo>
                    <a:pt x="2" y="177"/>
                  </a:lnTo>
                  <a:lnTo>
                    <a:pt x="2" y="151"/>
                  </a:lnTo>
                  <a:lnTo>
                    <a:pt x="4" y="126"/>
                  </a:lnTo>
                  <a:lnTo>
                    <a:pt x="7" y="104"/>
                  </a:lnTo>
                  <a:lnTo>
                    <a:pt x="11" y="81"/>
                  </a:lnTo>
                  <a:lnTo>
                    <a:pt x="16" y="62"/>
                  </a:lnTo>
                  <a:lnTo>
                    <a:pt x="20" y="45"/>
                  </a:lnTo>
                  <a:lnTo>
                    <a:pt x="27" y="31"/>
                  </a:lnTo>
                  <a:lnTo>
                    <a:pt x="33" y="21"/>
                  </a:lnTo>
                  <a:lnTo>
                    <a:pt x="38" y="12"/>
                  </a:lnTo>
                  <a:lnTo>
                    <a:pt x="45" y="7"/>
                  </a:lnTo>
                  <a:lnTo>
                    <a:pt x="53" y="5"/>
                  </a:lnTo>
                  <a:lnTo>
                    <a:pt x="53" y="0"/>
                  </a:lnTo>
                  <a:close/>
                </a:path>
              </a:pathLst>
            </a:custGeom>
            <a:solidFill>
              <a:srgbClr val="9D9D9D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1011" name="Google Shape;1011;p2"/>
            <p:cNvSpPr/>
            <p:nvPr/>
          </p:nvSpPr>
          <p:spPr>
            <a:xfrm>
              <a:off x="4074" y="3304"/>
              <a:ext cx="45" cy="117"/>
            </a:xfrm>
            <a:custGeom>
              <a:avLst/>
              <a:gdLst/>
              <a:ahLst/>
              <a:cxnLst/>
              <a:rect l="l" t="t" r="r" b="b"/>
              <a:pathLst>
                <a:path w="53" h="198" extrusionOk="0">
                  <a:moveTo>
                    <a:pt x="53" y="0"/>
                  </a:moveTo>
                  <a:lnTo>
                    <a:pt x="45" y="2"/>
                  </a:lnTo>
                  <a:lnTo>
                    <a:pt x="38" y="7"/>
                  </a:lnTo>
                  <a:lnTo>
                    <a:pt x="33" y="16"/>
                  </a:lnTo>
                  <a:lnTo>
                    <a:pt x="27" y="26"/>
                  </a:lnTo>
                  <a:lnTo>
                    <a:pt x="20" y="40"/>
                  </a:lnTo>
                  <a:lnTo>
                    <a:pt x="16" y="57"/>
                  </a:lnTo>
                  <a:lnTo>
                    <a:pt x="11" y="76"/>
                  </a:lnTo>
                  <a:lnTo>
                    <a:pt x="7" y="99"/>
                  </a:lnTo>
                  <a:lnTo>
                    <a:pt x="4" y="121"/>
                  </a:lnTo>
                  <a:lnTo>
                    <a:pt x="2" y="146"/>
                  </a:lnTo>
                  <a:lnTo>
                    <a:pt x="2" y="172"/>
                  </a:lnTo>
                  <a:lnTo>
                    <a:pt x="0" y="198"/>
                  </a:lnTo>
                  <a:lnTo>
                    <a:pt x="2" y="198"/>
                  </a:lnTo>
                  <a:lnTo>
                    <a:pt x="2" y="172"/>
                  </a:lnTo>
                  <a:lnTo>
                    <a:pt x="4" y="147"/>
                  </a:lnTo>
                  <a:lnTo>
                    <a:pt x="6" y="123"/>
                  </a:lnTo>
                  <a:lnTo>
                    <a:pt x="9" y="101"/>
                  </a:lnTo>
                  <a:lnTo>
                    <a:pt x="13" y="80"/>
                  </a:lnTo>
                  <a:lnTo>
                    <a:pt x="16" y="61"/>
                  </a:lnTo>
                  <a:lnTo>
                    <a:pt x="22" y="45"/>
                  </a:lnTo>
                  <a:lnTo>
                    <a:pt x="27" y="31"/>
                  </a:lnTo>
                  <a:lnTo>
                    <a:pt x="33" y="19"/>
                  </a:lnTo>
                  <a:lnTo>
                    <a:pt x="40" y="12"/>
                  </a:lnTo>
                  <a:lnTo>
                    <a:pt x="45" y="7"/>
                  </a:lnTo>
                  <a:lnTo>
                    <a:pt x="53" y="5"/>
                  </a:lnTo>
                  <a:lnTo>
                    <a:pt x="53" y="0"/>
                  </a:lnTo>
                  <a:close/>
                </a:path>
              </a:pathLst>
            </a:custGeom>
            <a:solidFill>
              <a:srgbClr val="9F9F9F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1012" name="Google Shape;1012;p2"/>
            <p:cNvSpPr/>
            <p:nvPr/>
          </p:nvSpPr>
          <p:spPr>
            <a:xfrm>
              <a:off x="4074" y="3307"/>
              <a:ext cx="45" cy="114"/>
            </a:xfrm>
            <a:custGeom>
              <a:avLst/>
              <a:gdLst/>
              <a:ahLst/>
              <a:cxnLst/>
              <a:rect l="l" t="t" r="r" b="b"/>
              <a:pathLst>
                <a:path w="51" h="193" extrusionOk="0">
                  <a:moveTo>
                    <a:pt x="51" y="0"/>
                  </a:moveTo>
                  <a:lnTo>
                    <a:pt x="43" y="2"/>
                  </a:lnTo>
                  <a:lnTo>
                    <a:pt x="38" y="7"/>
                  </a:lnTo>
                  <a:lnTo>
                    <a:pt x="31" y="14"/>
                  </a:lnTo>
                  <a:lnTo>
                    <a:pt x="25" y="26"/>
                  </a:lnTo>
                  <a:lnTo>
                    <a:pt x="20" y="40"/>
                  </a:lnTo>
                  <a:lnTo>
                    <a:pt x="14" y="56"/>
                  </a:lnTo>
                  <a:lnTo>
                    <a:pt x="11" y="75"/>
                  </a:lnTo>
                  <a:lnTo>
                    <a:pt x="7" y="96"/>
                  </a:lnTo>
                  <a:lnTo>
                    <a:pt x="4" y="118"/>
                  </a:lnTo>
                  <a:lnTo>
                    <a:pt x="2" y="142"/>
                  </a:lnTo>
                  <a:lnTo>
                    <a:pt x="0" y="167"/>
                  </a:lnTo>
                  <a:lnTo>
                    <a:pt x="0" y="193"/>
                  </a:lnTo>
                  <a:lnTo>
                    <a:pt x="2" y="193"/>
                  </a:lnTo>
                  <a:lnTo>
                    <a:pt x="2" y="168"/>
                  </a:lnTo>
                  <a:lnTo>
                    <a:pt x="4" y="144"/>
                  </a:lnTo>
                  <a:lnTo>
                    <a:pt x="5" y="120"/>
                  </a:lnTo>
                  <a:lnTo>
                    <a:pt x="7" y="99"/>
                  </a:lnTo>
                  <a:lnTo>
                    <a:pt x="11" y="78"/>
                  </a:lnTo>
                  <a:lnTo>
                    <a:pt x="16" y="59"/>
                  </a:lnTo>
                  <a:lnTo>
                    <a:pt x="20" y="44"/>
                  </a:lnTo>
                  <a:lnTo>
                    <a:pt x="25" y="30"/>
                  </a:lnTo>
                  <a:lnTo>
                    <a:pt x="31" y="19"/>
                  </a:lnTo>
                  <a:lnTo>
                    <a:pt x="38" y="12"/>
                  </a:lnTo>
                  <a:lnTo>
                    <a:pt x="43" y="7"/>
                  </a:lnTo>
                  <a:lnTo>
                    <a:pt x="51" y="5"/>
                  </a:lnTo>
                  <a:lnTo>
                    <a:pt x="51" y="0"/>
                  </a:lnTo>
                  <a:close/>
                </a:path>
              </a:pathLst>
            </a:custGeom>
            <a:solidFill>
              <a:srgbClr val="A1A1A1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1013" name="Google Shape;1013;p2"/>
            <p:cNvSpPr/>
            <p:nvPr/>
          </p:nvSpPr>
          <p:spPr>
            <a:xfrm>
              <a:off x="4075" y="3309"/>
              <a:ext cx="44" cy="112"/>
            </a:xfrm>
            <a:custGeom>
              <a:avLst/>
              <a:gdLst/>
              <a:ahLst/>
              <a:cxnLst/>
              <a:rect l="l" t="t" r="r" b="b"/>
              <a:pathLst>
                <a:path w="49" h="188" extrusionOk="0">
                  <a:moveTo>
                    <a:pt x="49" y="0"/>
                  </a:moveTo>
                  <a:lnTo>
                    <a:pt x="41" y="2"/>
                  </a:lnTo>
                  <a:lnTo>
                    <a:pt x="36" y="7"/>
                  </a:lnTo>
                  <a:lnTo>
                    <a:pt x="29" y="14"/>
                  </a:lnTo>
                  <a:lnTo>
                    <a:pt x="23" y="25"/>
                  </a:lnTo>
                  <a:lnTo>
                    <a:pt x="18" y="39"/>
                  </a:lnTo>
                  <a:lnTo>
                    <a:pt x="14" y="54"/>
                  </a:lnTo>
                  <a:lnTo>
                    <a:pt x="9" y="73"/>
                  </a:lnTo>
                  <a:lnTo>
                    <a:pt x="5" y="94"/>
                  </a:lnTo>
                  <a:lnTo>
                    <a:pt x="3" y="115"/>
                  </a:lnTo>
                  <a:lnTo>
                    <a:pt x="2" y="139"/>
                  </a:lnTo>
                  <a:lnTo>
                    <a:pt x="0" y="163"/>
                  </a:lnTo>
                  <a:lnTo>
                    <a:pt x="0" y="188"/>
                  </a:lnTo>
                  <a:lnTo>
                    <a:pt x="2" y="188"/>
                  </a:lnTo>
                  <a:lnTo>
                    <a:pt x="2" y="163"/>
                  </a:lnTo>
                  <a:lnTo>
                    <a:pt x="2" y="141"/>
                  </a:lnTo>
                  <a:lnTo>
                    <a:pt x="5" y="118"/>
                  </a:lnTo>
                  <a:lnTo>
                    <a:pt x="7" y="96"/>
                  </a:lnTo>
                  <a:lnTo>
                    <a:pt x="11" y="77"/>
                  </a:lnTo>
                  <a:lnTo>
                    <a:pt x="14" y="59"/>
                  </a:lnTo>
                  <a:lnTo>
                    <a:pt x="20" y="44"/>
                  </a:lnTo>
                  <a:lnTo>
                    <a:pt x="25" y="30"/>
                  </a:lnTo>
                  <a:lnTo>
                    <a:pt x="30" y="19"/>
                  </a:lnTo>
                  <a:lnTo>
                    <a:pt x="36" y="11"/>
                  </a:lnTo>
                  <a:lnTo>
                    <a:pt x="41" y="7"/>
                  </a:lnTo>
                  <a:lnTo>
                    <a:pt x="49" y="6"/>
                  </a:lnTo>
                  <a:lnTo>
                    <a:pt x="49" y="0"/>
                  </a:lnTo>
                  <a:close/>
                </a:path>
              </a:pathLst>
            </a:custGeom>
            <a:solidFill>
              <a:srgbClr val="A3A3A3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1014" name="Google Shape;1014;p2"/>
            <p:cNvSpPr/>
            <p:nvPr/>
          </p:nvSpPr>
          <p:spPr>
            <a:xfrm>
              <a:off x="4077" y="3313"/>
              <a:ext cx="42" cy="108"/>
            </a:xfrm>
            <a:custGeom>
              <a:avLst/>
              <a:gdLst/>
              <a:ahLst/>
              <a:cxnLst/>
              <a:rect l="l" t="t" r="r" b="b"/>
              <a:pathLst>
                <a:path w="47" h="182" extrusionOk="0">
                  <a:moveTo>
                    <a:pt x="47" y="0"/>
                  </a:moveTo>
                  <a:lnTo>
                    <a:pt x="39" y="1"/>
                  </a:lnTo>
                  <a:lnTo>
                    <a:pt x="34" y="5"/>
                  </a:lnTo>
                  <a:lnTo>
                    <a:pt x="28" y="13"/>
                  </a:lnTo>
                  <a:lnTo>
                    <a:pt x="23" y="24"/>
                  </a:lnTo>
                  <a:lnTo>
                    <a:pt x="18" y="38"/>
                  </a:lnTo>
                  <a:lnTo>
                    <a:pt x="12" y="53"/>
                  </a:lnTo>
                  <a:lnTo>
                    <a:pt x="9" y="71"/>
                  </a:lnTo>
                  <a:lnTo>
                    <a:pt x="5" y="90"/>
                  </a:lnTo>
                  <a:lnTo>
                    <a:pt x="3" y="112"/>
                  </a:lnTo>
                  <a:lnTo>
                    <a:pt x="0" y="135"/>
                  </a:lnTo>
                  <a:lnTo>
                    <a:pt x="0" y="157"/>
                  </a:lnTo>
                  <a:lnTo>
                    <a:pt x="0" y="182"/>
                  </a:lnTo>
                  <a:lnTo>
                    <a:pt x="0" y="182"/>
                  </a:lnTo>
                  <a:lnTo>
                    <a:pt x="1" y="157"/>
                  </a:lnTo>
                  <a:lnTo>
                    <a:pt x="1" y="135"/>
                  </a:lnTo>
                  <a:lnTo>
                    <a:pt x="3" y="114"/>
                  </a:lnTo>
                  <a:lnTo>
                    <a:pt x="7" y="93"/>
                  </a:lnTo>
                  <a:lnTo>
                    <a:pt x="10" y="74"/>
                  </a:lnTo>
                  <a:lnTo>
                    <a:pt x="14" y="57"/>
                  </a:lnTo>
                  <a:lnTo>
                    <a:pt x="18" y="41"/>
                  </a:lnTo>
                  <a:lnTo>
                    <a:pt x="23" y="29"/>
                  </a:lnTo>
                  <a:lnTo>
                    <a:pt x="28" y="19"/>
                  </a:lnTo>
                  <a:lnTo>
                    <a:pt x="34" y="10"/>
                  </a:lnTo>
                  <a:lnTo>
                    <a:pt x="39" y="7"/>
                  </a:lnTo>
                  <a:lnTo>
                    <a:pt x="47" y="5"/>
                  </a:lnTo>
                  <a:lnTo>
                    <a:pt x="47" y="0"/>
                  </a:lnTo>
                  <a:close/>
                </a:path>
              </a:pathLst>
            </a:custGeom>
            <a:solidFill>
              <a:srgbClr val="A5A5A5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1015" name="Google Shape;1015;p2"/>
            <p:cNvSpPr/>
            <p:nvPr/>
          </p:nvSpPr>
          <p:spPr>
            <a:xfrm>
              <a:off x="4077" y="3315"/>
              <a:ext cx="42" cy="106"/>
            </a:xfrm>
            <a:custGeom>
              <a:avLst/>
              <a:gdLst/>
              <a:ahLst/>
              <a:cxnLst/>
              <a:rect l="l" t="t" r="r" b="b"/>
              <a:pathLst>
                <a:path w="47" h="177" extrusionOk="0">
                  <a:moveTo>
                    <a:pt x="47" y="0"/>
                  </a:moveTo>
                  <a:lnTo>
                    <a:pt x="39" y="2"/>
                  </a:lnTo>
                  <a:lnTo>
                    <a:pt x="34" y="5"/>
                  </a:lnTo>
                  <a:lnTo>
                    <a:pt x="28" y="14"/>
                  </a:lnTo>
                  <a:lnTo>
                    <a:pt x="23" y="24"/>
                  </a:lnTo>
                  <a:lnTo>
                    <a:pt x="18" y="36"/>
                  </a:lnTo>
                  <a:lnTo>
                    <a:pt x="14" y="52"/>
                  </a:lnTo>
                  <a:lnTo>
                    <a:pt x="10" y="69"/>
                  </a:lnTo>
                  <a:lnTo>
                    <a:pt x="7" y="88"/>
                  </a:lnTo>
                  <a:lnTo>
                    <a:pt x="3" y="109"/>
                  </a:lnTo>
                  <a:lnTo>
                    <a:pt x="1" y="130"/>
                  </a:lnTo>
                  <a:lnTo>
                    <a:pt x="1" y="152"/>
                  </a:lnTo>
                  <a:lnTo>
                    <a:pt x="0" y="177"/>
                  </a:lnTo>
                  <a:lnTo>
                    <a:pt x="1" y="177"/>
                  </a:lnTo>
                  <a:lnTo>
                    <a:pt x="1" y="154"/>
                  </a:lnTo>
                  <a:lnTo>
                    <a:pt x="3" y="132"/>
                  </a:lnTo>
                  <a:lnTo>
                    <a:pt x="5" y="111"/>
                  </a:lnTo>
                  <a:lnTo>
                    <a:pt x="7" y="90"/>
                  </a:lnTo>
                  <a:lnTo>
                    <a:pt x="10" y="73"/>
                  </a:lnTo>
                  <a:lnTo>
                    <a:pt x="14" y="55"/>
                  </a:lnTo>
                  <a:lnTo>
                    <a:pt x="19" y="40"/>
                  </a:lnTo>
                  <a:lnTo>
                    <a:pt x="23" y="28"/>
                  </a:lnTo>
                  <a:lnTo>
                    <a:pt x="28" y="17"/>
                  </a:lnTo>
                  <a:lnTo>
                    <a:pt x="34" y="10"/>
                  </a:lnTo>
                  <a:lnTo>
                    <a:pt x="41" y="7"/>
                  </a:lnTo>
                  <a:lnTo>
                    <a:pt x="47" y="5"/>
                  </a:lnTo>
                  <a:lnTo>
                    <a:pt x="47" y="0"/>
                  </a:lnTo>
                  <a:close/>
                </a:path>
              </a:pathLst>
            </a:custGeom>
            <a:solidFill>
              <a:srgbClr val="A8A8A8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1016" name="Google Shape;1016;p2"/>
            <p:cNvSpPr/>
            <p:nvPr/>
          </p:nvSpPr>
          <p:spPr>
            <a:xfrm>
              <a:off x="4079" y="3319"/>
              <a:ext cx="40" cy="102"/>
            </a:xfrm>
            <a:custGeom>
              <a:avLst/>
              <a:gdLst/>
              <a:ahLst/>
              <a:cxnLst/>
              <a:rect l="l" t="t" r="r" b="b"/>
              <a:pathLst>
                <a:path w="46" h="172" extrusionOk="0">
                  <a:moveTo>
                    <a:pt x="46" y="0"/>
                  </a:moveTo>
                  <a:lnTo>
                    <a:pt x="40" y="2"/>
                  </a:lnTo>
                  <a:lnTo>
                    <a:pt x="33" y="5"/>
                  </a:lnTo>
                  <a:lnTo>
                    <a:pt x="27" y="12"/>
                  </a:lnTo>
                  <a:lnTo>
                    <a:pt x="22" y="23"/>
                  </a:lnTo>
                  <a:lnTo>
                    <a:pt x="18" y="35"/>
                  </a:lnTo>
                  <a:lnTo>
                    <a:pt x="13" y="50"/>
                  </a:lnTo>
                  <a:lnTo>
                    <a:pt x="9" y="68"/>
                  </a:lnTo>
                  <a:lnTo>
                    <a:pt x="6" y="85"/>
                  </a:lnTo>
                  <a:lnTo>
                    <a:pt x="4" y="106"/>
                  </a:lnTo>
                  <a:lnTo>
                    <a:pt x="2" y="127"/>
                  </a:lnTo>
                  <a:lnTo>
                    <a:pt x="0" y="149"/>
                  </a:lnTo>
                  <a:lnTo>
                    <a:pt x="0" y="172"/>
                  </a:lnTo>
                  <a:lnTo>
                    <a:pt x="2" y="172"/>
                  </a:lnTo>
                  <a:lnTo>
                    <a:pt x="2" y="147"/>
                  </a:lnTo>
                  <a:lnTo>
                    <a:pt x="4" y="125"/>
                  </a:lnTo>
                  <a:lnTo>
                    <a:pt x="6" y="102"/>
                  </a:lnTo>
                  <a:lnTo>
                    <a:pt x="9" y="82"/>
                  </a:lnTo>
                  <a:lnTo>
                    <a:pt x="13" y="62"/>
                  </a:lnTo>
                  <a:lnTo>
                    <a:pt x="17" y="45"/>
                  </a:lnTo>
                  <a:lnTo>
                    <a:pt x="22" y="31"/>
                  </a:lnTo>
                  <a:lnTo>
                    <a:pt x="27" y="21"/>
                  </a:lnTo>
                  <a:lnTo>
                    <a:pt x="33" y="12"/>
                  </a:lnTo>
                  <a:lnTo>
                    <a:pt x="38" y="7"/>
                  </a:lnTo>
                  <a:lnTo>
                    <a:pt x="46" y="5"/>
                  </a:lnTo>
                  <a:lnTo>
                    <a:pt x="46" y="0"/>
                  </a:lnTo>
                  <a:close/>
                </a:path>
              </a:pathLst>
            </a:custGeom>
            <a:solidFill>
              <a:srgbClr val="AAAAAA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1017" name="Google Shape;1017;p2"/>
            <p:cNvSpPr/>
            <p:nvPr/>
          </p:nvSpPr>
          <p:spPr>
            <a:xfrm>
              <a:off x="4081" y="3323"/>
              <a:ext cx="38" cy="98"/>
            </a:xfrm>
            <a:custGeom>
              <a:avLst/>
              <a:gdLst/>
              <a:ahLst/>
              <a:cxnLst/>
              <a:rect l="l" t="t" r="r" b="b"/>
              <a:pathLst>
                <a:path w="44" h="167" extrusionOk="0">
                  <a:moveTo>
                    <a:pt x="44" y="0"/>
                  </a:moveTo>
                  <a:lnTo>
                    <a:pt x="36" y="2"/>
                  </a:lnTo>
                  <a:lnTo>
                    <a:pt x="31" y="7"/>
                  </a:lnTo>
                  <a:lnTo>
                    <a:pt x="25" y="16"/>
                  </a:lnTo>
                  <a:lnTo>
                    <a:pt x="20" y="26"/>
                  </a:lnTo>
                  <a:lnTo>
                    <a:pt x="15" y="40"/>
                  </a:lnTo>
                  <a:lnTo>
                    <a:pt x="11" y="57"/>
                  </a:lnTo>
                  <a:lnTo>
                    <a:pt x="7" y="77"/>
                  </a:lnTo>
                  <a:lnTo>
                    <a:pt x="4" y="97"/>
                  </a:lnTo>
                  <a:lnTo>
                    <a:pt x="2" y="120"/>
                  </a:lnTo>
                  <a:lnTo>
                    <a:pt x="0" y="142"/>
                  </a:lnTo>
                  <a:lnTo>
                    <a:pt x="0" y="167"/>
                  </a:lnTo>
                  <a:lnTo>
                    <a:pt x="2" y="167"/>
                  </a:lnTo>
                  <a:lnTo>
                    <a:pt x="2" y="142"/>
                  </a:lnTo>
                  <a:lnTo>
                    <a:pt x="2" y="122"/>
                  </a:lnTo>
                  <a:lnTo>
                    <a:pt x="6" y="99"/>
                  </a:lnTo>
                  <a:lnTo>
                    <a:pt x="7" y="80"/>
                  </a:lnTo>
                  <a:lnTo>
                    <a:pt x="11" y="61"/>
                  </a:lnTo>
                  <a:lnTo>
                    <a:pt x="16" y="45"/>
                  </a:lnTo>
                  <a:lnTo>
                    <a:pt x="20" y="31"/>
                  </a:lnTo>
                  <a:lnTo>
                    <a:pt x="25" y="19"/>
                  </a:lnTo>
                  <a:lnTo>
                    <a:pt x="31" y="12"/>
                  </a:lnTo>
                  <a:lnTo>
                    <a:pt x="36" y="7"/>
                  </a:lnTo>
                  <a:lnTo>
                    <a:pt x="44" y="5"/>
                  </a:lnTo>
                  <a:lnTo>
                    <a:pt x="44" y="0"/>
                  </a:lnTo>
                  <a:close/>
                </a:path>
              </a:pathLst>
            </a:custGeom>
            <a:solidFill>
              <a:srgbClr val="ACACAC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1018" name="Google Shape;1018;p2"/>
            <p:cNvSpPr/>
            <p:nvPr/>
          </p:nvSpPr>
          <p:spPr>
            <a:xfrm>
              <a:off x="4082" y="3325"/>
              <a:ext cx="37" cy="96"/>
            </a:xfrm>
            <a:custGeom>
              <a:avLst/>
              <a:gdLst/>
              <a:ahLst/>
              <a:cxnLst/>
              <a:rect l="l" t="t" r="r" b="b"/>
              <a:pathLst>
                <a:path w="42" h="162" extrusionOk="0">
                  <a:moveTo>
                    <a:pt x="42" y="0"/>
                  </a:moveTo>
                  <a:lnTo>
                    <a:pt x="34" y="2"/>
                  </a:lnTo>
                  <a:lnTo>
                    <a:pt x="29" y="7"/>
                  </a:lnTo>
                  <a:lnTo>
                    <a:pt x="23" y="14"/>
                  </a:lnTo>
                  <a:lnTo>
                    <a:pt x="18" y="26"/>
                  </a:lnTo>
                  <a:lnTo>
                    <a:pt x="14" y="40"/>
                  </a:lnTo>
                  <a:lnTo>
                    <a:pt x="9" y="56"/>
                  </a:lnTo>
                  <a:lnTo>
                    <a:pt x="5" y="75"/>
                  </a:lnTo>
                  <a:lnTo>
                    <a:pt x="4" y="94"/>
                  </a:lnTo>
                  <a:lnTo>
                    <a:pt x="0" y="117"/>
                  </a:lnTo>
                  <a:lnTo>
                    <a:pt x="0" y="137"/>
                  </a:lnTo>
                  <a:lnTo>
                    <a:pt x="0" y="162"/>
                  </a:lnTo>
                  <a:lnTo>
                    <a:pt x="0" y="162"/>
                  </a:lnTo>
                  <a:lnTo>
                    <a:pt x="2" y="139"/>
                  </a:lnTo>
                  <a:lnTo>
                    <a:pt x="2" y="117"/>
                  </a:lnTo>
                  <a:lnTo>
                    <a:pt x="4" y="96"/>
                  </a:lnTo>
                  <a:lnTo>
                    <a:pt x="7" y="77"/>
                  </a:lnTo>
                  <a:lnTo>
                    <a:pt x="11" y="59"/>
                  </a:lnTo>
                  <a:lnTo>
                    <a:pt x="14" y="44"/>
                  </a:lnTo>
                  <a:lnTo>
                    <a:pt x="20" y="30"/>
                  </a:lnTo>
                  <a:lnTo>
                    <a:pt x="23" y="20"/>
                  </a:lnTo>
                  <a:lnTo>
                    <a:pt x="29" y="13"/>
                  </a:lnTo>
                  <a:lnTo>
                    <a:pt x="36" y="7"/>
                  </a:lnTo>
                  <a:lnTo>
                    <a:pt x="42" y="6"/>
                  </a:lnTo>
                  <a:lnTo>
                    <a:pt x="42" y="0"/>
                  </a:lnTo>
                  <a:close/>
                </a:path>
              </a:pathLst>
            </a:custGeom>
            <a:solidFill>
              <a:srgbClr val="AFAFAF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</p:grpSp>
      <p:sp>
        <p:nvSpPr>
          <p:cNvPr id="1019" name="Google Shape;1019;p2"/>
          <p:cNvSpPr/>
          <p:nvPr/>
        </p:nvSpPr>
        <p:spPr>
          <a:xfrm rot="-9717599" flipH="1">
            <a:off x="5414963" y="3998913"/>
            <a:ext cx="2366962" cy="614362"/>
          </a:xfrm>
          <a:custGeom>
            <a:avLst/>
            <a:gdLst/>
            <a:ahLst/>
            <a:cxnLst/>
            <a:rect l="l" t="t" r="r" b="b"/>
            <a:pathLst>
              <a:path w="2573" h="260" extrusionOk="0">
                <a:moveTo>
                  <a:pt x="0" y="260"/>
                </a:moveTo>
                <a:lnTo>
                  <a:pt x="1331" y="78"/>
                </a:lnTo>
                <a:lnTo>
                  <a:pt x="1300" y="148"/>
                </a:lnTo>
                <a:lnTo>
                  <a:pt x="2573" y="0"/>
                </a:lnTo>
                <a:lnTo>
                  <a:pt x="1242" y="182"/>
                </a:lnTo>
                <a:lnTo>
                  <a:pt x="1271" y="113"/>
                </a:lnTo>
                <a:lnTo>
                  <a:pt x="0" y="260"/>
                </a:lnTo>
                <a:close/>
              </a:path>
            </a:pathLst>
          </a:custGeom>
          <a:solidFill>
            <a:srgbClr val="000000"/>
          </a:solidFill>
          <a:ln w="9525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020" name="Google Shape;1020;p2"/>
          <p:cNvSpPr/>
          <p:nvPr/>
        </p:nvSpPr>
        <p:spPr>
          <a:xfrm rot="-9717599" flipH="1">
            <a:off x="5165725" y="4140200"/>
            <a:ext cx="1574800" cy="1155700"/>
          </a:xfrm>
          <a:custGeom>
            <a:avLst/>
            <a:gdLst/>
            <a:ahLst/>
            <a:cxnLst/>
            <a:rect l="l" t="t" r="r" b="b"/>
            <a:pathLst>
              <a:path w="2573" h="260" extrusionOk="0">
                <a:moveTo>
                  <a:pt x="0" y="260"/>
                </a:moveTo>
                <a:lnTo>
                  <a:pt x="1331" y="78"/>
                </a:lnTo>
                <a:lnTo>
                  <a:pt x="1300" y="148"/>
                </a:lnTo>
                <a:lnTo>
                  <a:pt x="2573" y="0"/>
                </a:lnTo>
                <a:lnTo>
                  <a:pt x="1242" y="182"/>
                </a:lnTo>
                <a:lnTo>
                  <a:pt x="1271" y="113"/>
                </a:lnTo>
                <a:lnTo>
                  <a:pt x="0" y="260"/>
                </a:lnTo>
                <a:close/>
              </a:path>
            </a:pathLst>
          </a:custGeom>
          <a:solidFill>
            <a:srgbClr val="000000"/>
          </a:solidFill>
          <a:ln w="9525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021" name="Google Shape;1021;p2"/>
          <p:cNvSpPr/>
          <p:nvPr/>
        </p:nvSpPr>
        <p:spPr>
          <a:xfrm>
            <a:off x="6781800" y="5257800"/>
            <a:ext cx="914400" cy="304800"/>
          </a:xfrm>
          <a:custGeom>
            <a:avLst/>
            <a:gdLst/>
            <a:ahLst/>
            <a:cxnLst/>
            <a:rect l="l" t="t" r="r" b="b"/>
            <a:pathLst>
              <a:path w="578" h="103" extrusionOk="0">
                <a:moveTo>
                  <a:pt x="11" y="102"/>
                </a:moveTo>
                <a:lnTo>
                  <a:pt x="548" y="102"/>
                </a:lnTo>
                <a:lnTo>
                  <a:pt x="553" y="97"/>
                </a:lnTo>
                <a:lnTo>
                  <a:pt x="557" y="93"/>
                </a:lnTo>
                <a:lnTo>
                  <a:pt x="564" y="87"/>
                </a:lnTo>
                <a:lnTo>
                  <a:pt x="568" y="84"/>
                </a:lnTo>
                <a:lnTo>
                  <a:pt x="572" y="82"/>
                </a:lnTo>
                <a:lnTo>
                  <a:pt x="576" y="83"/>
                </a:lnTo>
                <a:lnTo>
                  <a:pt x="576" y="82"/>
                </a:lnTo>
                <a:lnTo>
                  <a:pt x="572" y="82"/>
                </a:lnTo>
                <a:lnTo>
                  <a:pt x="577" y="78"/>
                </a:lnTo>
                <a:lnTo>
                  <a:pt x="517" y="78"/>
                </a:lnTo>
                <a:lnTo>
                  <a:pt x="506" y="79"/>
                </a:lnTo>
                <a:lnTo>
                  <a:pt x="498" y="80"/>
                </a:lnTo>
                <a:lnTo>
                  <a:pt x="495" y="74"/>
                </a:lnTo>
                <a:lnTo>
                  <a:pt x="497" y="74"/>
                </a:lnTo>
                <a:lnTo>
                  <a:pt x="498" y="74"/>
                </a:lnTo>
                <a:lnTo>
                  <a:pt x="498" y="73"/>
                </a:lnTo>
                <a:lnTo>
                  <a:pt x="498" y="70"/>
                </a:lnTo>
                <a:lnTo>
                  <a:pt x="497" y="68"/>
                </a:lnTo>
                <a:lnTo>
                  <a:pt x="507" y="68"/>
                </a:lnTo>
                <a:lnTo>
                  <a:pt x="508" y="68"/>
                </a:lnTo>
                <a:lnTo>
                  <a:pt x="509" y="68"/>
                </a:lnTo>
                <a:lnTo>
                  <a:pt x="509" y="67"/>
                </a:lnTo>
                <a:lnTo>
                  <a:pt x="515" y="67"/>
                </a:lnTo>
                <a:lnTo>
                  <a:pt x="516" y="67"/>
                </a:lnTo>
                <a:lnTo>
                  <a:pt x="516" y="66"/>
                </a:lnTo>
                <a:lnTo>
                  <a:pt x="515" y="66"/>
                </a:lnTo>
                <a:lnTo>
                  <a:pt x="509" y="66"/>
                </a:lnTo>
                <a:lnTo>
                  <a:pt x="507" y="66"/>
                </a:lnTo>
                <a:lnTo>
                  <a:pt x="497" y="68"/>
                </a:lnTo>
                <a:lnTo>
                  <a:pt x="495" y="66"/>
                </a:lnTo>
                <a:lnTo>
                  <a:pt x="494" y="65"/>
                </a:lnTo>
                <a:lnTo>
                  <a:pt x="493" y="65"/>
                </a:lnTo>
                <a:lnTo>
                  <a:pt x="491" y="64"/>
                </a:lnTo>
                <a:lnTo>
                  <a:pt x="489" y="63"/>
                </a:lnTo>
                <a:lnTo>
                  <a:pt x="486" y="64"/>
                </a:lnTo>
                <a:lnTo>
                  <a:pt x="484" y="65"/>
                </a:lnTo>
                <a:lnTo>
                  <a:pt x="483" y="66"/>
                </a:lnTo>
                <a:lnTo>
                  <a:pt x="482" y="66"/>
                </a:lnTo>
                <a:lnTo>
                  <a:pt x="482" y="69"/>
                </a:lnTo>
                <a:lnTo>
                  <a:pt x="482" y="70"/>
                </a:lnTo>
                <a:lnTo>
                  <a:pt x="482" y="72"/>
                </a:lnTo>
                <a:lnTo>
                  <a:pt x="483" y="73"/>
                </a:lnTo>
                <a:lnTo>
                  <a:pt x="484" y="74"/>
                </a:lnTo>
                <a:lnTo>
                  <a:pt x="485" y="74"/>
                </a:lnTo>
                <a:lnTo>
                  <a:pt x="487" y="75"/>
                </a:lnTo>
                <a:lnTo>
                  <a:pt x="486" y="80"/>
                </a:lnTo>
                <a:lnTo>
                  <a:pt x="475" y="81"/>
                </a:lnTo>
                <a:lnTo>
                  <a:pt x="476" y="70"/>
                </a:lnTo>
                <a:lnTo>
                  <a:pt x="444" y="72"/>
                </a:lnTo>
                <a:lnTo>
                  <a:pt x="443" y="84"/>
                </a:lnTo>
                <a:lnTo>
                  <a:pt x="438" y="84"/>
                </a:lnTo>
                <a:lnTo>
                  <a:pt x="438" y="68"/>
                </a:lnTo>
                <a:lnTo>
                  <a:pt x="437" y="68"/>
                </a:lnTo>
                <a:lnTo>
                  <a:pt x="437" y="84"/>
                </a:lnTo>
                <a:lnTo>
                  <a:pt x="435" y="84"/>
                </a:lnTo>
                <a:lnTo>
                  <a:pt x="435" y="68"/>
                </a:lnTo>
                <a:lnTo>
                  <a:pt x="433" y="68"/>
                </a:lnTo>
                <a:lnTo>
                  <a:pt x="433" y="84"/>
                </a:lnTo>
                <a:lnTo>
                  <a:pt x="431" y="84"/>
                </a:lnTo>
                <a:lnTo>
                  <a:pt x="431" y="81"/>
                </a:lnTo>
                <a:lnTo>
                  <a:pt x="430" y="81"/>
                </a:lnTo>
                <a:lnTo>
                  <a:pt x="430" y="68"/>
                </a:lnTo>
                <a:lnTo>
                  <a:pt x="424" y="68"/>
                </a:lnTo>
                <a:lnTo>
                  <a:pt x="424" y="81"/>
                </a:lnTo>
                <a:lnTo>
                  <a:pt x="423" y="81"/>
                </a:lnTo>
                <a:lnTo>
                  <a:pt x="423" y="84"/>
                </a:lnTo>
                <a:lnTo>
                  <a:pt x="419" y="85"/>
                </a:lnTo>
                <a:lnTo>
                  <a:pt x="421" y="59"/>
                </a:lnTo>
                <a:lnTo>
                  <a:pt x="419" y="59"/>
                </a:lnTo>
                <a:lnTo>
                  <a:pt x="420" y="55"/>
                </a:lnTo>
                <a:lnTo>
                  <a:pt x="418" y="55"/>
                </a:lnTo>
                <a:lnTo>
                  <a:pt x="418" y="52"/>
                </a:lnTo>
                <a:lnTo>
                  <a:pt x="419" y="52"/>
                </a:lnTo>
                <a:lnTo>
                  <a:pt x="417" y="48"/>
                </a:lnTo>
                <a:lnTo>
                  <a:pt x="417" y="44"/>
                </a:lnTo>
                <a:lnTo>
                  <a:pt x="417" y="48"/>
                </a:lnTo>
                <a:lnTo>
                  <a:pt x="416" y="52"/>
                </a:lnTo>
                <a:lnTo>
                  <a:pt x="417" y="52"/>
                </a:lnTo>
                <a:lnTo>
                  <a:pt x="417" y="55"/>
                </a:lnTo>
                <a:lnTo>
                  <a:pt x="389" y="55"/>
                </a:lnTo>
                <a:lnTo>
                  <a:pt x="389" y="47"/>
                </a:lnTo>
                <a:lnTo>
                  <a:pt x="388" y="55"/>
                </a:lnTo>
                <a:lnTo>
                  <a:pt x="379" y="55"/>
                </a:lnTo>
                <a:lnTo>
                  <a:pt x="375" y="49"/>
                </a:lnTo>
                <a:lnTo>
                  <a:pt x="375" y="46"/>
                </a:lnTo>
                <a:lnTo>
                  <a:pt x="375" y="45"/>
                </a:lnTo>
                <a:lnTo>
                  <a:pt x="375" y="43"/>
                </a:lnTo>
                <a:lnTo>
                  <a:pt x="375" y="41"/>
                </a:lnTo>
                <a:lnTo>
                  <a:pt x="374" y="41"/>
                </a:lnTo>
                <a:lnTo>
                  <a:pt x="372" y="43"/>
                </a:lnTo>
                <a:lnTo>
                  <a:pt x="372" y="45"/>
                </a:lnTo>
                <a:lnTo>
                  <a:pt x="374" y="46"/>
                </a:lnTo>
                <a:lnTo>
                  <a:pt x="374" y="49"/>
                </a:lnTo>
                <a:lnTo>
                  <a:pt x="369" y="55"/>
                </a:lnTo>
                <a:lnTo>
                  <a:pt x="363" y="55"/>
                </a:lnTo>
                <a:lnTo>
                  <a:pt x="363" y="41"/>
                </a:lnTo>
                <a:lnTo>
                  <a:pt x="363" y="55"/>
                </a:lnTo>
                <a:lnTo>
                  <a:pt x="340" y="55"/>
                </a:lnTo>
                <a:lnTo>
                  <a:pt x="340" y="47"/>
                </a:lnTo>
                <a:lnTo>
                  <a:pt x="348" y="46"/>
                </a:lnTo>
                <a:lnTo>
                  <a:pt x="348" y="45"/>
                </a:lnTo>
                <a:lnTo>
                  <a:pt x="347" y="45"/>
                </a:lnTo>
                <a:lnTo>
                  <a:pt x="347" y="44"/>
                </a:lnTo>
                <a:lnTo>
                  <a:pt x="346" y="44"/>
                </a:lnTo>
                <a:lnTo>
                  <a:pt x="346" y="45"/>
                </a:lnTo>
                <a:lnTo>
                  <a:pt x="345" y="45"/>
                </a:lnTo>
                <a:lnTo>
                  <a:pt x="340" y="45"/>
                </a:lnTo>
                <a:lnTo>
                  <a:pt x="339" y="37"/>
                </a:lnTo>
                <a:lnTo>
                  <a:pt x="347" y="35"/>
                </a:lnTo>
                <a:lnTo>
                  <a:pt x="347" y="33"/>
                </a:lnTo>
                <a:lnTo>
                  <a:pt x="343" y="33"/>
                </a:lnTo>
                <a:lnTo>
                  <a:pt x="343" y="30"/>
                </a:lnTo>
                <a:lnTo>
                  <a:pt x="347" y="30"/>
                </a:lnTo>
                <a:lnTo>
                  <a:pt x="347" y="29"/>
                </a:lnTo>
                <a:lnTo>
                  <a:pt x="340" y="29"/>
                </a:lnTo>
                <a:lnTo>
                  <a:pt x="340" y="30"/>
                </a:lnTo>
                <a:lnTo>
                  <a:pt x="342" y="30"/>
                </a:lnTo>
                <a:lnTo>
                  <a:pt x="342" y="33"/>
                </a:lnTo>
                <a:lnTo>
                  <a:pt x="338" y="33"/>
                </a:lnTo>
                <a:lnTo>
                  <a:pt x="337" y="21"/>
                </a:lnTo>
                <a:lnTo>
                  <a:pt x="340" y="19"/>
                </a:lnTo>
                <a:lnTo>
                  <a:pt x="340" y="21"/>
                </a:lnTo>
                <a:lnTo>
                  <a:pt x="340" y="17"/>
                </a:lnTo>
                <a:lnTo>
                  <a:pt x="340" y="19"/>
                </a:lnTo>
                <a:lnTo>
                  <a:pt x="338" y="19"/>
                </a:lnTo>
                <a:lnTo>
                  <a:pt x="337" y="19"/>
                </a:lnTo>
                <a:lnTo>
                  <a:pt x="337" y="18"/>
                </a:lnTo>
                <a:lnTo>
                  <a:pt x="338" y="15"/>
                </a:lnTo>
                <a:lnTo>
                  <a:pt x="338" y="9"/>
                </a:lnTo>
                <a:lnTo>
                  <a:pt x="336" y="5"/>
                </a:lnTo>
                <a:lnTo>
                  <a:pt x="336" y="5"/>
                </a:lnTo>
                <a:lnTo>
                  <a:pt x="337" y="3"/>
                </a:lnTo>
                <a:lnTo>
                  <a:pt x="348" y="3"/>
                </a:lnTo>
                <a:lnTo>
                  <a:pt x="348" y="1"/>
                </a:lnTo>
                <a:lnTo>
                  <a:pt x="338" y="1"/>
                </a:lnTo>
                <a:lnTo>
                  <a:pt x="338" y="0"/>
                </a:lnTo>
                <a:lnTo>
                  <a:pt x="332" y="0"/>
                </a:lnTo>
                <a:lnTo>
                  <a:pt x="332" y="1"/>
                </a:lnTo>
                <a:lnTo>
                  <a:pt x="321" y="1"/>
                </a:lnTo>
                <a:lnTo>
                  <a:pt x="321" y="3"/>
                </a:lnTo>
                <a:lnTo>
                  <a:pt x="332" y="3"/>
                </a:lnTo>
                <a:lnTo>
                  <a:pt x="333" y="5"/>
                </a:lnTo>
                <a:lnTo>
                  <a:pt x="333" y="5"/>
                </a:lnTo>
                <a:lnTo>
                  <a:pt x="331" y="9"/>
                </a:lnTo>
                <a:lnTo>
                  <a:pt x="331" y="15"/>
                </a:lnTo>
                <a:lnTo>
                  <a:pt x="332" y="18"/>
                </a:lnTo>
                <a:lnTo>
                  <a:pt x="330" y="34"/>
                </a:lnTo>
                <a:lnTo>
                  <a:pt x="315" y="21"/>
                </a:lnTo>
                <a:lnTo>
                  <a:pt x="330" y="36"/>
                </a:lnTo>
                <a:lnTo>
                  <a:pt x="326" y="66"/>
                </a:lnTo>
                <a:lnTo>
                  <a:pt x="323" y="66"/>
                </a:lnTo>
                <a:lnTo>
                  <a:pt x="326" y="66"/>
                </a:lnTo>
                <a:lnTo>
                  <a:pt x="324" y="87"/>
                </a:lnTo>
                <a:lnTo>
                  <a:pt x="305" y="87"/>
                </a:lnTo>
                <a:lnTo>
                  <a:pt x="305" y="83"/>
                </a:lnTo>
                <a:lnTo>
                  <a:pt x="301" y="83"/>
                </a:lnTo>
                <a:lnTo>
                  <a:pt x="301" y="64"/>
                </a:lnTo>
                <a:lnTo>
                  <a:pt x="296" y="64"/>
                </a:lnTo>
                <a:lnTo>
                  <a:pt x="296" y="58"/>
                </a:lnTo>
                <a:lnTo>
                  <a:pt x="294" y="58"/>
                </a:lnTo>
                <a:lnTo>
                  <a:pt x="294" y="64"/>
                </a:lnTo>
                <a:lnTo>
                  <a:pt x="286" y="64"/>
                </a:lnTo>
                <a:lnTo>
                  <a:pt x="284" y="61"/>
                </a:lnTo>
                <a:lnTo>
                  <a:pt x="284" y="10"/>
                </a:lnTo>
                <a:lnTo>
                  <a:pt x="284" y="61"/>
                </a:lnTo>
                <a:lnTo>
                  <a:pt x="281" y="64"/>
                </a:lnTo>
                <a:lnTo>
                  <a:pt x="281" y="77"/>
                </a:lnTo>
                <a:lnTo>
                  <a:pt x="271" y="77"/>
                </a:lnTo>
                <a:lnTo>
                  <a:pt x="270" y="73"/>
                </a:lnTo>
                <a:lnTo>
                  <a:pt x="273" y="69"/>
                </a:lnTo>
                <a:lnTo>
                  <a:pt x="273" y="68"/>
                </a:lnTo>
                <a:lnTo>
                  <a:pt x="269" y="69"/>
                </a:lnTo>
                <a:lnTo>
                  <a:pt x="267" y="49"/>
                </a:lnTo>
                <a:lnTo>
                  <a:pt x="265" y="49"/>
                </a:lnTo>
                <a:lnTo>
                  <a:pt x="264" y="43"/>
                </a:lnTo>
                <a:lnTo>
                  <a:pt x="261" y="43"/>
                </a:lnTo>
                <a:lnTo>
                  <a:pt x="260" y="49"/>
                </a:lnTo>
                <a:lnTo>
                  <a:pt x="254" y="49"/>
                </a:lnTo>
                <a:lnTo>
                  <a:pt x="253" y="43"/>
                </a:lnTo>
                <a:lnTo>
                  <a:pt x="252" y="43"/>
                </a:lnTo>
                <a:lnTo>
                  <a:pt x="251" y="49"/>
                </a:lnTo>
                <a:lnTo>
                  <a:pt x="244" y="49"/>
                </a:lnTo>
                <a:lnTo>
                  <a:pt x="239" y="66"/>
                </a:lnTo>
                <a:lnTo>
                  <a:pt x="238" y="62"/>
                </a:lnTo>
                <a:lnTo>
                  <a:pt x="237" y="62"/>
                </a:lnTo>
                <a:lnTo>
                  <a:pt x="237" y="68"/>
                </a:lnTo>
                <a:lnTo>
                  <a:pt x="219" y="68"/>
                </a:lnTo>
                <a:lnTo>
                  <a:pt x="219" y="87"/>
                </a:lnTo>
                <a:lnTo>
                  <a:pt x="211" y="87"/>
                </a:lnTo>
                <a:lnTo>
                  <a:pt x="209" y="33"/>
                </a:lnTo>
                <a:lnTo>
                  <a:pt x="209" y="27"/>
                </a:lnTo>
                <a:lnTo>
                  <a:pt x="209" y="26"/>
                </a:lnTo>
                <a:lnTo>
                  <a:pt x="208" y="26"/>
                </a:lnTo>
                <a:lnTo>
                  <a:pt x="208" y="23"/>
                </a:lnTo>
                <a:lnTo>
                  <a:pt x="209" y="23"/>
                </a:lnTo>
                <a:lnTo>
                  <a:pt x="208" y="21"/>
                </a:lnTo>
                <a:lnTo>
                  <a:pt x="208" y="19"/>
                </a:lnTo>
                <a:lnTo>
                  <a:pt x="209" y="18"/>
                </a:lnTo>
                <a:lnTo>
                  <a:pt x="208" y="16"/>
                </a:lnTo>
                <a:lnTo>
                  <a:pt x="208" y="13"/>
                </a:lnTo>
                <a:lnTo>
                  <a:pt x="207" y="13"/>
                </a:lnTo>
                <a:lnTo>
                  <a:pt x="207" y="16"/>
                </a:lnTo>
                <a:lnTo>
                  <a:pt x="207" y="18"/>
                </a:lnTo>
                <a:lnTo>
                  <a:pt x="207" y="19"/>
                </a:lnTo>
                <a:lnTo>
                  <a:pt x="207" y="21"/>
                </a:lnTo>
                <a:lnTo>
                  <a:pt x="207" y="23"/>
                </a:lnTo>
                <a:lnTo>
                  <a:pt x="207" y="26"/>
                </a:lnTo>
                <a:lnTo>
                  <a:pt x="207" y="26"/>
                </a:lnTo>
                <a:lnTo>
                  <a:pt x="207" y="27"/>
                </a:lnTo>
                <a:lnTo>
                  <a:pt x="207" y="33"/>
                </a:lnTo>
                <a:lnTo>
                  <a:pt x="206" y="33"/>
                </a:lnTo>
                <a:lnTo>
                  <a:pt x="199" y="26"/>
                </a:lnTo>
                <a:lnTo>
                  <a:pt x="206" y="34"/>
                </a:lnTo>
                <a:lnTo>
                  <a:pt x="206" y="62"/>
                </a:lnTo>
                <a:lnTo>
                  <a:pt x="202" y="62"/>
                </a:lnTo>
                <a:lnTo>
                  <a:pt x="202" y="59"/>
                </a:lnTo>
                <a:lnTo>
                  <a:pt x="198" y="56"/>
                </a:lnTo>
                <a:lnTo>
                  <a:pt x="198" y="51"/>
                </a:lnTo>
                <a:lnTo>
                  <a:pt x="196" y="47"/>
                </a:lnTo>
                <a:lnTo>
                  <a:pt x="195" y="47"/>
                </a:lnTo>
                <a:lnTo>
                  <a:pt x="196" y="51"/>
                </a:lnTo>
                <a:lnTo>
                  <a:pt x="195" y="56"/>
                </a:lnTo>
                <a:lnTo>
                  <a:pt x="192" y="59"/>
                </a:lnTo>
                <a:lnTo>
                  <a:pt x="192" y="62"/>
                </a:lnTo>
                <a:lnTo>
                  <a:pt x="108" y="62"/>
                </a:lnTo>
                <a:lnTo>
                  <a:pt x="104" y="87"/>
                </a:lnTo>
                <a:lnTo>
                  <a:pt x="0" y="87"/>
                </a:lnTo>
                <a:lnTo>
                  <a:pt x="11" y="102"/>
                </a:lnTo>
              </a:path>
            </a:pathLst>
          </a:custGeom>
          <a:solidFill>
            <a:srgbClr val="FF0000"/>
          </a:solidFill>
          <a:ln w="12700" cap="rnd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022" name="Google Shape;1022;p2"/>
          <p:cNvSpPr/>
          <p:nvPr/>
        </p:nvSpPr>
        <p:spPr>
          <a:xfrm>
            <a:off x="6400800" y="1447800"/>
            <a:ext cx="1981200" cy="609600"/>
          </a:xfrm>
          <a:prstGeom prst="wedgeRectCallout">
            <a:avLst>
              <a:gd name="adj1" fmla="val -44870"/>
              <a:gd name="adj2" fmla="val 66148"/>
            </a:avLst>
          </a:prstGeom>
          <a:solidFill>
            <a:srgbClr val="00D298"/>
          </a:solidFill>
          <a:ln w="12700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SPLIT HF Antenna St</a:t>
            </a:r>
            <a:endParaRPr/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23º43´ N 16º00´E </a:t>
            </a:r>
            <a:endParaRPr/>
          </a:p>
        </p:txBody>
      </p:sp>
      <p:sp>
        <p:nvSpPr>
          <p:cNvPr id="1023" name="Google Shape;1023;p2"/>
          <p:cNvSpPr/>
          <p:nvPr/>
        </p:nvSpPr>
        <p:spPr>
          <a:xfrm>
            <a:off x="1447800" y="1447800"/>
            <a:ext cx="2743200" cy="533400"/>
          </a:xfrm>
          <a:prstGeom prst="wedgeRectCallout">
            <a:avLst>
              <a:gd name="adj1" fmla="val 59088"/>
              <a:gd name="adj2" fmla="val -77083"/>
            </a:avLst>
          </a:prstGeom>
          <a:solidFill>
            <a:srgbClr val="00D298"/>
          </a:solidFill>
          <a:ln w="12700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UDINA Alternative St.</a:t>
            </a:r>
            <a:endParaRPr/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25º01´ N 12º00´E </a:t>
            </a:r>
            <a:endParaRPr/>
          </a:p>
        </p:txBody>
      </p:sp>
      <p:sp>
        <p:nvSpPr>
          <p:cNvPr id="1024" name="Google Shape;1024;p2"/>
          <p:cNvSpPr/>
          <p:nvPr/>
        </p:nvSpPr>
        <p:spPr>
          <a:xfrm>
            <a:off x="381000" y="2971800"/>
            <a:ext cx="1828800" cy="609600"/>
          </a:xfrm>
          <a:prstGeom prst="wedgeRectCallout">
            <a:avLst>
              <a:gd name="adj1" fmla="val 131856"/>
              <a:gd name="adj2" fmla="val -48958"/>
            </a:avLst>
          </a:prstGeom>
          <a:solidFill>
            <a:srgbClr val="00D298"/>
          </a:solidFill>
          <a:ln w="12700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ROME HF Antenna St</a:t>
            </a:r>
            <a:endParaRPr/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22º25´ N 11º45´E </a:t>
            </a:r>
            <a:endParaRPr/>
          </a:p>
        </p:txBody>
      </p:sp>
      <p:sp>
        <p:nvSpPr>
          <p:cNvPr id="1025" name="Google Shape;1025;p2"/>
          <p:cNvSpPr/>
          <p:nvPr/>
        </p:nvSpPr>
        <p:spPr>
          <a:xfrm>
            <a:off x="6172200" y="3429000"/>
            <a:ext cx="2286000" cy="533400"/>
          </a:xfrm>
          <a:prstGeom prst="wedgeRectCallout">
            <a:avLst>
              <a:gd name="adj1" fmla="val -75903"/>
              <a:gd name="adj2" fmla="val -24704"/>
            </a:avLst>
          </a:prstGeom>
          <a:solidFill>
            <a:srgbClr val="00D298"/>
          </a:solidFill>
          <a:ln w="12700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SALERNO Alternative St.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20º55´ N 14º30´E</a:t>
            </a:r>
            <a:endParaRPr/>
          </a:p>
        </p:txBody>
      </p:sp>
      <p:grpSp>
        <p:nvGrpSpPr>
          <p:cNvPr id="1026" name="Google Shape;1026;p2"/>
          <p:cNvGrpSpPr/>
          <p:nvPr/>
        </p:nvGrpSpPr>
        <p:grpSpPr>
          <a:xfrm>
            <a:off x="0" y="0"/>
            <a:ext cx="1371600" cy="685800"/>
            <a:chOff x="1296" y="2016"/>
            <a:chExt cx="2832" cy="1728"/>
          </a:xfrm>
        </p:grpSpPr>
        <p:sp>
          <p:nvSpPr>
            <p:cNvPr id="1027" name="Google Shape;1027;p2"/>
            <p:cNvSpPr/>
            <p:nvPr/>
          </p:nvSpPr>
          <p:spPr>
            <a:xfrm>
              <a:off x="1296" y="2016"/>
              <a:ext cx="2832" cy="1728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1028" name="Google Shape;1028;p2"/>
            <p:cNvSpPr/>
            <p:nvPr/>
          </p:nvSpPr>
          <p:spPr>
            <a:xfrm>
              <a:off x="1360" y="2056"/>
              <a:ext cx="1112" cy="624"/>
            </a:xfrm>
            <a:prstGeom prst="rect">
              <a:avLst/>
            </a:prstGeom>
            <a:solidFill>
              <a:srgbClr val="F32B03"/>
            </a:solidFill>
            <a:ln w="9525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pic>
          <p:nvPicPr>
            <p:cNvPr id="1029" name="Google Shape;1029;p2"/>
            <p:cNvPicPr preferRelativeResize="0"/>
            <p:nvPr/>
          </p:nvPicPr>
          <p:blipFill rotWithShape="1">
            <a:blip r:embed="rId4">
              <a:alphaModFix/>
            </a:blip>
            <a:srcRect/>
            <a:stretch/>
          </p:blipFill>
          <p:spPr>
            <a:xfrm>
              <a:off x="1697" y="2145"/>
              <a:ext cx="436" cy="41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030" name="Google Shape;1030;p2"/>
            <p:cNvSpPr/>
            <p:nvPr/>
          </p:nvSpPr>
          <p:spPr>
            <a:xfrm>
              <a:off x="2544" y="2016"/>
              <a:ext cx="336" cy="1728"/>
            </a:xfrm>
            <a:prstGeom prst="rect">
              <a:avLst/>
            </a:prstGeom>
            <a:solidFill>
              <a:srgbClr val="F32B03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1031" name="Google Shape;1031;p2"/>
            <p:cNvSpPr/>
            <p:nvPr/>
          </p:nvSpPr>
          <p:spPr>
            <a:xfrm>
              <a:off x="1296" y="2720"/>
              <a:ext cx="2832" cy="288"/>
            </a:xfrm>
            <a:prstGeom prst="rect">
              <a:avLst/>
            </a:prstGeom>
            <a:solidFill>
              <a:srgbClr val="F32B03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0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NAVY</a:t>
              </a:r>
              <a:endParaRPr/>
            </a:p>
          </p:txBody>
        </p:sp>
      </p:grp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37" name="Google Shape;1037;p3"/>
          <p:cNvPicPr preferRelativeResize="0"/>
          <p:nvPr/>
        </p:nvPicPr>
        <p:blipFill rotWithShape="1">
          <a:blip r:embed="rId3">
            <a:alphaModFix/>
          </a:blip>
          <a:srcRect r="40517" b="-469"/>
          <a:stretch/>
        </p:blipFill>
        <p:spPr>
          <a:xfrm>
            <a:off x="0" y="0"/>
            <a:ext cx="9144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038" name="Google Shape;1038;p3"/>
          <p:cNvSpPr/>
          <p:nvPr/>
        </p:nvSpPr>
        <p:spPr>
          <a:xfrm>
            <a:off x="4876800" y="5575300"/>
            <a:ext cx="838200" cy="35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40625" bIns="0" anchor="t" anchorCtr="0">
            <a:noAutofit/>
          </a:bodyPr>
          <a:lstStyle/>
          <a:p>
            <a:pPr marL="39688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20 E</a:t>
            </a:r>
            <a:endParaRPr/>
          </a:p>
        </p:txBody>
      </p:sp>
      <p:sp>
        <p:nvSpPr>
          <p:cNvPr id="1039" name="Google Shape;1039;p3"/>
          <p:cNvSpPr txBox="1"/>
          <p:nvPr/>
        </p:nvSpPr>
        <p:spPr>
          <a:xfrm>
            <a:off x="2835275" y="-46038"/>
            <a:ext cx="2576513" cy="579438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>
                <a:solidFill>
                  <a:srgbClr val="FFFF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AZ NAV SAT</a:t>
            </a:r>
            <a:endParaRPr/>
          </a:p>
        </p:txBody>
      </p:sp>
      <p:sp>
        <p:nvSpPr>
          <p:cNvPr id="1040" name="Google Shape;1040;p3"/>
          <p:cNvSpPr/>
          <p:nvPr/>
        </p:nvSpPr>
        <p:spPr>
          <a:xfrm>
            <a:off x="3581400" y="4419600"/>
            <a:ext cx="1752600" cy="609600"/>
          </a:xfrm>
          <a:prstGeom prst="wedgeRectCallout">
            <a:avLst>
              <a:gd name="adj1" fmla="val 42028"/>
              <a:gd name="adj2" fmla="val -85940"/>
            </a:avLst>
          </a:prstGeom>
          <a:solidFill>
            <a:srgbClr val="00D298"/>
          </a:solidFill>
          <a:ln w="12700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SALERNO SGB St.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1545 N 1440 E</a:t>
            </a:r>
            <a:endParaRPr/>
          </a:p>
        </p:txBody>
      </p:sp>
      <p:grpSp>
        <p:nvGrpSpPr>
          <p:cNvPr id="1041" name="Google Shape;1041;p3"/>
          <p:cNvGrpSpPr/>
          <p:nvPr/>
        </p:nvGrpSpPr>
        <p:grpSpPr>
          <a:xfrm>
            <a:off x="0" y="0"/>
            <a:ext cx="1371600" cy="685800"/>
            <a:chOff x="1296" y="2016"/>
            <a:chExt cx="2832" cy="1728"/>
          </a:xfrm>
        </p:grpSpPr>
        <p:sp>
          <p:nvSpPr>
            <p:cNvPr id="1042" name="Google Shape;1042;p3"/>
            <p:cNvSpPr/>
            <p:nvPr/>
          </p:nvSpPr>
          <p:spPr>
            <a:xfrm>
              <a:off x="1296" y="2016"/>
              <a:ext cx="2832" cy="1728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1043" name="Google Shape;1043;p3"/>
            <p:cNvSpPr/>
            <p:nvPr/>
          </p:nvSpPr>
          <p:spPr>
            <a:xfrm>
              <a:off x="1360" y="2056"/>
              <a:ext cx="1112" cy="624"/>
            </a:xfrm>
            <a:prstGeom prst="rect">
              <a:avLst/>
            </a:prstGeom>
            <a:solidFill>
              <a:srgbClr val="F32B03"/>
            </a:solidFill>
            <a:ln w="9525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pic>
          <p:nvPicPr>
            <p:cNvPr id="1044" name="Google Shape;1044;p3"/>
            <p:cNvPicPr preferRelativeResize="0"/>
            <p:nvPr/>
          </p:nvPicPr>
          <p:blipFill rotWithShape="1">
            <a:blip r:embed="rId4">
              <a:alphaModFix/>
            </a:blip>
            <a:srcRect/>
            <a:stretch/>
          </p:blipFill>
          <p:spPr>
            <a:xfrm>
              <a:off x="1697" y="2145"/>
              <a:ext cx="436" cy="41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045" name="Google Shape;1045;p3"/>
            <p:cNvSpPr/>
            <p:nvPr/>
          </p:nvSpPr>
          <p:spPr>
            <a:xfrm>
              <a:off x="2544" y="2016"/>
              <a:ext cx="336" cy="1728"/>
            </a:xfrm>
            <a:prstGeom prst="rect">
              <a:avLst/>
            </a:prstGeom>
            <a:solidFill>
              <a:srgbClr val="F32B03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1046" name="Google Shape;1046;p3"/>
            <p:cNvSpPr/>
            <p:nvPr/>
          </p:nvSpPr>
          <p:spPr>
            <a:xfrm>
              <a:off x="1296" y="2720"/>
              <a:ext cx="2832" cy="288"/>
            </a:xfrm>
            <a:prstGeom prst="rect">
              <a:avLst/>
            </a:prstGeom>
            <a:solidFill>
              <a:srgbClr val="F32B03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0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NAVY</a:t>
              </a:r>
              <a:endParaRPr/>
            </a:p>
          </p:txBody>
        </p:sp>
      </p:grpSp>
      <p:grpSp>
        <p:nvGrpSpPr>
          <p:cNvPr id="1047" name="Google Shape;1047;p3"/>
          <p:cNvGrpSpPr/>
          <p:nvPr/>
        </p:nvGrpSpPr>
        <p:grpSpPr>
          <a:xfrm>
            <a:off x="7543800" y="0"/>
            <a:ext cx="1141413" cy="1066800"/>
            <a:chOff x="1492" y="618"/>
            <a:chExt cx="480" cy="392"/>
          </a:xfrm>
        </p:grpSpPr>
        <p:sp>
          <p:nvSpPr>
            <p:cNvPr id="1048" name="Google Shape;1048;p3"/>
            <p:cNvSpPr/>
            <p:nvPr/>
          </p:nvSpPr>
          <p:spPr>
            <a:xfrm>
              <a:off x="1671" y="618"/>
              <a:ext cx="122" cy="262"/>
            </a:xfrm>
            <a:custGeom>
              <a:avLst/>
              <a:gdLst/>
              <a:ahLst/>
              <a:cxnLst/>
              <a:rect l="l" t="t" r="r" b="b"/>
              <a:pathLst>
                <a:path w="246" h="522" extrusionOk="0">
                  <a:moveTo>
                    <a:pt x="0" y="467"/>
                  </a:moveTo>
                  <a:lnTo>
                    <a:pt x="4" y="454"/>
                  </a:lnTo>
                  <a:lnTo>
                    <a:pt x="13" y="442"/>
                  </a:lnTo>
                  <a:lnTo>
                    <a:pt x="27" y="432"/>
                  </a:lnTo>
                  <a:lnTo>
                    <a:pt x="47" y="423"/>
                  </a:lnTo>
                  <a:lnTo>
                    <a:pt x="71" y="418"/>
                  </a:lnTo>
                  <a:lnTo>
                    <a:pt x="96" y="413"/>
                  </a:lnTo>
                  <a:lnTo>
                    <a:pt x="123" y="411"/>
                  </a:lnTo>
                  <a:lnTo>
                    <a:pt x="150" y="413"/>
                  </a:lnTo>
                  <a:lnTo>
                    <a:pt x="175" y="418"/>
                  </a:lnTo>
                  <a:lnTo>
                    <a:pt x="199" y="423"/>
                  </a:lnTo>
                  <a:lnTo>
                    <a:pt x="219" y="432"/>
                  </a:lnTo>
                  <a:lnTo>
                    <a:pt x="233" y="442"/>
                  </a:lnTo>
                  <a:lnTo>
                    <a:pt x="242" y="454"/>
                  </a:lnTo>
                  <a:lnTo>
                    <a:pt x="246" y="467"/>
                  </a:lnTo>
                  <a:lnTo>
                    <a:pt x="242" y="479"/>
                  </a:lnTo>
                  <a:lnTo>
                    <a:pt x="233" y="491"/>
                  </a:lnTo>
                  <a:lnTo>
                    <a:pt x="219" y="501"/>
                  </a:lnTo>
                  <a:lnTo>
                    <a:pt x="199" y="510"/>
                  </a:lnTo>
                  <a:lnTo>
                    <a:pt x="175" y="517"/>
                  </a:lnTo>
                  <a:lnTo>
                    <a:pt x="150" y="520"/>
                  </a:lnTo>
                  <a:lnTo>
                    <a:pt x="123" y="522"/>
                  </a:lnTo>
                  <a:lnTo>
                    <a:pt x="96" y="520"/>
                  </a:lnTo>
                  <a:lnTo>
                    <a:pt x="71" y="517"/>
                  </a:lnTo>
                  <a:lnTo>
                    <a:pt x="47" y="510"/>
                  </a:lnTo>
                  <a:lnTo>
                    <a:pt x="27" y="501"/>
                  </a:lnTo>
                  <a:lnTo>
                    <a:pt x="13" y="491"/>
                  </a:lnTo>
                  <a:lnTo>
                    <a:pt x="4" y="479"/>
                  </a:lnTo>
                  <a:lnTo>
                    <a:pt x="0" y="467"/>
                  </a:lnTo>
                  <a:close/>
                  <a:moveTo>
                    <a:pt x="94" y="90"/>
                  </a:moveTo>
                  <a:lnTo>
                    <a:pt x="94" y="36"/>
                  </a:lnTo>
                  <a:lnTo>
                    <a:pt x="92" y="22"/>
                  </a:lnTo>
                  <a:lnTo>
                    <a:pt x="100" y="10"/>
                  </a:lnTo>
                  <a:lnTo>
                    <a:pt x="110" y="2"/>
                  </a:lnTo>
                  <a:lnTo>
                    <a:pt x="125" y="0"/>
                  </a:lnTo>
                  <a:lnTo>
                    <a:pt x="137" y="2"/>
                  </a:lnTo>
                  <a:lnTo>
                    <a:pt x="150" y="10"/>
                  </a:lnTo>
                  <a:lnTo>
                    <a:pt x="156" y="22"/>
                  </a:lnTo>
                  <a:lnTo>
                    <a:pt x="156" y="36"/>
                  </a:lnTo>
                  <a:lnTo>
                    <a:pt x="156" y="90"/>
                  </a:lnTo>
                  <a:lnTo>
                    <a:pt x="94" y="90"/>
                  </a:lnTo>
                  <a:close/>
                </a:path>
              </a:pathLst>
            </a:custGeom>
            <a:solidFill>
              <a:srgbClr val="FF0000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1049" name="Google Shape;1049;p3"/>
            <p:cNvSpPr/>
            <p:nvPr/>
          </p:nvSpPr>
          <p:spPr>
            <a:xfrm>
              <a:off x="1774" y="793"/>
              <a:ext cx="198" cy="28"/>
            </a:xfrm>
            <a:custGeom>
              <a:avLst/>
              <a:gdLst/>
              <a:ahLst/>
              <a:cxnLst/>
              <a:rect l="l" t="t" r="r" b="b"/>
              <a:pathLst>
                <a:path w="397" h="55" extrusionOk="0">
                  <a:moveTo>
                    <a:pt x="397" y="0"/>
                  </a:moveTo>
                  <a:lnTo>
                    <a:pt x="336" y="55"/>
                  </a:lnTo>
                  <a:lnTo>
                    <a:pt x="0" y="55"/>
                  </a:lnTo>
                  <a:lnTo>
                    <a:pt x="62" y="0"/>
                  </a:lnTo>
                  <a:lnTo>
                    <a:pt x="397" y="0"/>
                  </a:lnTo>
                  <a:close/>
                </a:path>
              </a:pathLst>
            </a:custGeom>
            <a:solidFill>
              <a:srgbClr val="FF0000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1050" name="Google Shape;1050;p3"/>
            <p:cNvSpPr/>
            <p:nvPr/>
          </p:nvSpPr>
          <p:spPr>
            <a:xfrm>
              <a:off x="1717" y="852"/>
              <a:ext cx="30" cy="31"/>
            </a:xfrm>
            <a:custGeom>
              <a:avLst/>
              <a:gdLst/>
              <a:ahLst/>
              <a:cxnLst/>
              <a:rect l="l" t="t" r="r" b="b"/>
              <a:pathLst>
                <a:path w="62" h="62" extrusionOk="0">
                  <a:moveTo>
                    <a:pt x="0" y="6"/>
                  </a:moveTo>
                  <a:lnTo>
                    <a:pt x="0" y="62"/>
                  </a:lnTo>
                  <a:lnTo>
                    <a:pt x="2" y="59"/>
                  </a:lnTo>
                  <a:lnTo>
                    <a:pt x="9" y="57"/>
                  </a:lnTo>
                  <a:lnTo>
                    <a:pt x="20" y="55"/>
                  </a:lnTo>
                  <a:lnTo>
                    <a:pt x="31" y="55"/>
                  </a:lnTo>
                  <a:lnTo>
                    <a:pt x="42" y="55"/>
                  </a:lnTo>
                  <a:lnTo>
                    <a:pt x="53" y="57"/>
                  </a:lnTo>
                  <a:lnTo>
                    <a:pt x="60" y="59"/>
                  </a:lnTo>
                  <a:lnTo>
                    <a:pt x="62" y="62"/>
                  </a:lnTo>
                  <a:lnTo>
                    <a:pt x="62" y="6"/>
                  </a:lnTo>
                  <a:lnTo>
                    <a:pt x="60" y="5"/>
                  </a:lnTo>
                  <a:lnTo>
                    <a:pt x="53" y="1"/>
                  </a:lnTo>
                  <a:lnTo>
                    <a:pt x="42" y="0"/>
                  </a:lnTo>
                  <a:lnTo>
                    <a:pt x="31" y="0"/>
                  </a:lnTo>
                  <a:lnTo>
                    <a:pt x="20" y="0"/>
                  </a:lnTo>
                  <a:lnTo>
                    <a:pt x="9" y="1"/>
                  </a:lnTo>
                  <a:lnTo>
                    <a:pt x="2" y="5"/>
                  </a:lnTo>
                  <a:lnTo>
                    <a:pt x="0" y="6"/>
                  </a:lnTo>
                  <a:close/>
                </a:path>
              </a:pathLst>
            </a:custGeom>
            <a:solidFill>
              <a:srgbClr val="FF0000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1051" name="Google Shape;1051;p3"/>
            <p:cNvSpPr/>
            <p:nvPr/>
          </p:nvSpPr>
          <p:spPr>
            <a:xfrm>
              <a:off x="1747" y="859"/>
              <a:ext cx="8" cy="27"/>
            </a:xfrm>
            <a:prstGeom prst="rect">
              <a:avLst/>
            </a:prstGeom>
            <a:solidFill>
              <a:srgbClr val="FF0000"/>
            </a:solidFill>
            <a:ln w="9525" cap="flat" cmpd="sng">
              <a:solidFill>
                <a:srgbClr val="000000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1052" name="Google Shape;1052;p3"/>
            <p:cNvSpPr/>
            <p:nvPr/>
          </p:nvSpPr>
          <p:spPr>
            <a:xfrm>
              <a:off x="1671" y="659"/>
              <a:ext cx="122" cy="241"/>
            </a:xfrm>
            <a:custGeom>
              <a:avLst/>
              <a:gdLst/>
              <a:ahLst/>
              <a:cxnLst/>
              <a:rect l="l" t="t" r="r" b="b"/>
              <a:pathLst>
                <a:path w="246" h="483" extrusionOk="0">
                  <a:moveTo>
                    <a:pt x="62" y="483"/>
                  </a:moveTo>
                  <a:lnTo>
                    <a:pt x="67" y="469"/>
                  </a:lnTo>
                  <a:lnTo>
                    <a:pt x="76" y="457"/>
                  </a:lnTo>
                  <a:lnTo>
                    <a:pt x="91" y="446"/>
                  </a:lnTo>
                  <a:lnTo>
                    <a:pt x="107" y="441"/>
                  </a:lnTo>
                  <a:lnTo>
                    <a:pt x="123" y="441"/>
                  </a:lnTo>
                  <a:lnTo>
                    <a:pt x="139" y="441"/>
                  </a:lnTo>
                  <a:lnTo>
                    <a:pt x="156" y="446"/>
                  </a:lnTo>
                  <a:lnTo>
                    <a:pt x="170" y="455"/>
                  </a:lnTo>
                  <a:lnTo>
                    <a:pt x="179" y="469"/>
                  </a:lnTo>
                  <a:lnTo>
                    <a:pt x="184" y="483"/>
                  </a:lnTo>
                  <a:lnTo>
                    <a:pt x="62" y="483"/>
                  </a:lnTo>
                  <a:close/>
                  <a:moveTo>
                    <a:pt x="0" y="56"/>
                  </a:moveTo>
                  <a:lnTo>
                    <a:pt x="4" y="44"/>
                  </a:lnTo>
                  <a:lnTo>
                    <a:pt x="13" y="32"/>
                  </a:lnTo>
                  <a:lnTo>
                    <a:pt x="27" y="21"/>
                  </a:lnTo>
                  <a:lnTo>
                    <a:pt x="47" y="13"/>
                  </a:lnTo>
                  <a:lnTo>
                    <a:pt x="71" y="6"/>
                  </a:lnTo>
                  <a:lnTo>
                    <a:pt x="96" y="2"/>
                  </a:lnTo>
                  <a:lnTo>
                    <a:pt x="123" y="0"/>
                  </a:lnTo>
                  <a:lnTo>
                    <a:pt x="150" y="2"/>
                  </a:lnTo>
                  <a:lnTo>
                    <a:pt x="175" y="6"/>
                  </a:lnTo>
                  <a:lnTo>
                    <a:pt x="199" y="13"/>
                  </a:lnTo>
                  <a:lnTo>
                    <a:pt x="219" y="21"/>
                  </a:lnTo>
                  <a:lnTo>
                    <a:pt x="233" y="32"/>
                  </a:lnTo>
                  <a:lnTo>
                    <a:pt x="242" y="44"/>
                  </a:lnTo>
                  <a:lnTo>
                    <a:pt x="246" y="56"/>
                  </a:lnTo>
                  <a:lnTo>
                    <a:pt x="246" y="386"/>
                  </a:lnTo>
                  <a:lnTo>
                    <a:pt x="242" y="373"/>
                  </a:lnTo>
                  <a:lnTo>
                    <a:pt x="233" y="361"/>
                  </a:lnTo>
                  <a:lnTo>
                    <a:pt x="219" y="351"/>
                  </a:lnTo>
                  <a:lnTo>
                    <a:pt x="199" y="342"/>
                  </a:lnTo>
                  <a:lnTo>
                    <a:pt x="175" y="337"/>
                  </a:lnTo>
                  <a:lnTo>
                    <a:pt x="150" y="332"/>
                  </a:lnTo>
                  <a:lnTo>
                    <a:pt x="123" y="330"/>
                  </a:lnTo>
                  <a:lnTo>
                    <a:pt x="96" y="332"/>
                  </a:lnTo>
                  <a:lnTo>
                    <a:pt x="71" y="337"/>
                  </a:lnTo>
                  <a:lnTo>
                    <a:pt x="47" y="342"/>
                  </a:lnTo>
                  <a:lnTo>
                    <a:pt x="27" y="351"/>
                  </a:lnTo>
                  <a:lnTo>
                    <a:pt x="13" y="361"/>
                  </a:lnTo>
                  <a:lnTo>
                    <a:pt x="4" y="373"/>
                  </a:lnTo>
                  <a:lnTo>
                    <a:pt x="0" y="386"/>
                  </a:lnTo>
                  <a:lnTo>
                    <a:pt x="0" y="56"/>
                  </a:lnTo>
                  <a:close/>
                </a:path>
              </a:pathLst>
            </a:custGeom>
            <a:solidFill>
              <a:srgbClr val="FF0000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1053" name="Google Shape;1053;p3"/>
            <p:cNvSpPr/>
            <p:nvPr/>
          </p:nvSpPr>
          <p:spPr>
            <a:xfrm>
              <a:off x="1701" y="893"/>
              <a:ext cx="62" cy="14"/>
            </a:xfrm>
            <a:custGeom>
              <a:avLst/>
              <a:gdLst/>
              <a:ahLst/>
              <a:cxnLst/>
              <a:rect l="l" t="t" r="r" b="b"/>
              <a:pathLst>
                <a:path w="122" h="28" extrusionOk="0">
                  <a:moveTo>
                    <a:pt x="0" y="14"/>
                  </a:moveTo>
                  <a:lnTo>
                    <a:pt x="3" y="10"/>
                  </a:lnTo>
                  <a:lnTo>
                    <a:pt x="12" y="5"/>
                  </a:lnTo>
                  <a:lnTo>
                    <a:pt x="25" y="3"/>
                  </a:lnTo>
                  <a:lnTo>
                    <a:pt x="43" y="0"/>
                  </a:lnTo>
                  <a:lnTo>
                    <a:pt x="61" y="0"/>
                  </a:lnTo>
                  <a:lnTo>
                    <a:pt x="79" y="0"/>
                  </a:lnTo>
                  <a:lnTo>
                    <a:pt x="97" y="3"/>
                  </a:lnTo>
                  <a:lnTo>
                    <a:pt x="110" y="5"/>
                  </a:lnTo>
                  <a:lnTo>
                    <a:pt x="119" y="10"/>
                  </a:lnTo>
                  <a:lnTo>
                    <a:pt x="122" y="14"/>
                  </a:lnTo>
                  <a:lnTo>
                    <a:pt x="119" y="17"/>
                  </a:lnTo>
                  <a:lnTo>
                    <a:pt x="110" y="22"/>
                  </a:lnTo>
                  <a:lnTo>
                    <a:pt x="97" y="24"/>
                  </a:lnTo>
                  <a:lnTo>
                    <a:pt x="79" y="28"/>
                  </a:lnTo>
                  <a:lnTo>
                    <a:pt x="61" y="28"/>
                  </a:lnTo>
                  <a:lnTo>
                    <a:pt x="43" y="28"/>
                  </a:lnTo>
                  <a:lnTo>
                    <a:pt x="25" y="24"/>
                  </a:lnTo>
                  <a:lnTo>
                    <a:pt x="12" y="22"/>
                  </a:lnTo>
                  <a:lnTo>
                    <a:pt x="3" y="17"/>
                  </a:lnTo>
                  <a:lnTo>
                    <a:pt x="0" y="14"/>
                  </a:lnTo>
                  <a:close/>
                </a:path>
              </a:pathLst>
            </a:custGeom>
            <a:solidFill>
              <a:srgbClr val="FF0000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1054" name="Google Shape;1054;p3"/>
            <p:cNvSpPr/>
            <p:nvPr/>
          </p:nvSpPr>
          <p:spPr>
            <a:xfrm>
              <a:off x="1680" y="688"/>
              <a:ext cx="103" cy="141"/>
            </a:xfrm>
            <a:custGeom>
              <a:avLst/>
              <a:gdLst/>
              <a:ahLst/>
              <a:cxnLst/>
              <a:rect l="l" t="t" r="r" b="b"/>
              <a:pathLst>
                <a:path w="208" h="282" extrusionOk="0">
                  <a:moveTo>
                    <a:pt x="0" y="14"/>
                  </a:moveTo>
                  <a:lnTo>
                    <a:pt x="0" y="43"/>
                  </a:lnTo>
                  <a:lnTo>
                    <a:pt x="15" y="34"/>
                  </a:lnTo>
                  <a:lnTo>
                    <a:pt x="31" y="27"/>
                  </a:lnTo>
                  <a:lnTo>
                    <a:pt x="31" y="0"/>
                  </a:lnTo>
                  <a:lnTo>
                    <a:pt x="15" y="5"/>
                  </a:lnTo>
                  <a:lnTo>
                    <a:pt x="0" y="14"/>
                  </a:lnTo>
                  <a:close/>
                  <a:moveTo>
                    <a:pt x="130" y="125"/>
                  </a:moveTo>
                  <a:lnTo>
                    <a:pt x="130" y="152"/>
                  </a:lnTo>
                  <a:lnTo>
                    <a:pt x="148" y="154"/>
                  </a:lnTo>
                  <a:lnTo>
                    <a:pt x="166" y="159"/>
                  </a:lnTo>
                  <a:lnTo>
                    <a:pt x="166" y="132"/>
                  </a:lnTo>
                  <a:lnTo>
                    <a:pt x="148" y="128"/>
                  </a:lnTo>
                  <a:lnTo>
                    <a:pt x="130" y="125"/>
                  </a:lnTo>
                  <a:close/>
                  <a:moveTo>
                    <a:pt x="31" y="201"/>
                  </a:moveTo>
                  <a:lnTo>
                    <a:pt x="31" y="229"/>
                  </a:lnTo>
                  <a:lnTo>
                    <a:pt x="56" y="222"/>
                  </a:lnTo>
                  <a:lnTo>
                    <a:pt x="83" y="218"/>
                  </a:lnTo>
                  <a:lnTo>
                    <a:pt x="83" y="190"/>
                  </a:lnTo>
                  <a:lnTo>
                    <a:pt x="56" y="194"/>
                  </a:lnTo>
                  <a:lnTo>
                    <a:pt x="31" y="201"/>
                  </a:lnTo>
                  <a:close/>
                  <a:moveTo>
                    <a:pt x="208" y="282"/>
                  </a:moveTo>
                  <a:lnTo>
                    <a:pt x="208" y="256"/>
                  </a:lnTo>
                  <a:lnTo>
                    <a:pt x="195" y="249"/>
                  </a:lnTo>
                  <a:lnTo>
                    <a:pt x="181" y="243"/>
                  </a:lnTo>
                  <a:lnTo>
                    <a:pt x="165" y="237"/>
                  </a:lnTo>
                  <a:lnTo>
                    <a:pt x="165" y="265"/>
                  </a:lnTo>
                  <a:lnTo>
                    <a:pt x="181" y="270"/>
                  </a:lnTo>
                  <a:lnTo>
                    <a:pt x="195" y="276"/>
                  </a:lnTo>
                  <a:lnTo>
                    <a:pt x="208" y="282"/>
                  </a:lnTo>
                  <a:close/>
                </a:path>
              </a:pathLst>
            </a:custGeom>
            <a:solidFill>
              <a:srgbClr val="FF0000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1055" name="Google Shape;1055;p3"/>
            <p:cNvSpPr/>
            <p:nvPr/>
          </p:nvSpPr>
          <p:spPr>
            <a:xfrm>
              <a:off x="1680" y="688"/>
              <a:ext cx="15" cy="22"/>
            </a:xfrm>
            <a:custGeom>
              <a:avLst/>
              <a:gdLst/>
              <a:ahLst/>
              <a:cxnLst/>
              <a:rect l="l" t="t" r="r" b="b"/>
              <a:pathLst>
                <a:path w="31" h="43" extrusionOk="0">
                  <a:moveTo>
                    <a:pt x="0" y="14"/>
                  </a:moveTo>
                  <a:lnTo>
                    <a:pt x="0" y="43"/>
                  </a:lnTo>
                  <a:lnTo>
                    <a:pt x="15" y="34"/>
                  </a:lnTo>
                  <a:lnTo>
                    <a:pt x="31" y="27"/>
                  </a:lnTo>
                  <a:lnTo>
                    <a:pt x="31" y="0"/>
                  </a:lnTo>
                  <a:lnTo>
                    <a:pt x="15" y="5"/>
                  </a:lnTo>
                  <a:lnTo>
                    <a:pt x="0" y="14"/>
                  </a:lnTo>
                </a:path>
              </a:pathLst>
            </a:custGeom>
            <a:solidFill>
              <a:srgbClr val="FF0000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1056" name="Google Shape;1056;p3"/>
            <p:cNvSpPr/>
            <p:nvPr/>
          </p:nvSpPr>
          <p:spPr>
            <a:xfrm>
              <a:off x="1671" y="715"/>
              <a:ext cx="122" cy="27"/>
            </a:xfrm>
            <a:custGeom>
              <a:avLst/>
              <a:gdLst/>
              <a:ahLst/>
              <a:cxnLst/>
              <a:rect l="l" t="t" r="r" b="b"/>
              <a:pathLst>
                <a:path w="246" h="54" extrusionOk="0">
                  <a:moveTo>
                    <a:pt x="0" y="54"/>
                  </a:moveTo>
                  <a:lnTo>
                    <a:pt x="4" y="42"/>
                  </a:lnTo>
                  <a:lnTo>
                    <a:pt x="13" y="32"/>
                  </a:lnTo>
                  <a:lnTo>
                    <a:pt x="27" y="21"/>
                  </a:lnTo>
                  <a:lnTo>
                    <a:pt x="47" y="11"/>
                  </a:lnTo>
                  <a:lnTo>
                    <a:pt x="71" y="6"/>
                  </a:lnTo>
                  <a:lnTo>
                    <a:pt x="96" y="0"/>
                  </a:lnTo>
                  <a:lnTo>
                    <a:pt x="123" y="0"/>
                  </a:lnTo>
                  <a:lnTo>
                    <a:pt x="150" y="0"/>
                  </a:lnTo>
                  <a:lnTo>
                    <a:pt x="175" y="6"/>
                  </a:lnTo>
                  <a:lnTo>
                    <a:pt x="199" y="11"/>
                  </a:lnTo>
                  <a:lnTo>
                    <a:pt x="219" y="21"/>
                  </a:lnTo>
                  <a:lnTo>
                    <a:pt x="233" y="32"/>
                  </a:lnTo>
                  <a:lnTo>
                    <a:pt x="242" y="42"/>
                  </a:lnTo>
                  <a:lnTo>
                    <a:pt x="246" y="54"/>
                  </a:lnTo>
                </a:path>
              </a:pathLst>
            </a:custGeom>
            <a:solidFill>
              <a:srgbClr val="FF0000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1057" name="Google Shape;1057;p3"/>
            <p:cNvSpPr/>
            <p:nvPr/>
          </p:nvSpPr>
          <p:spPr>
            <a:xfrm>
              <a:off x="1745" y="750"/>
              <a:ext cx="18" cy="18"/>
            </a:xfrm>
            <a:custGeom>
              <a:avLst/>
              <a:gdLst/>
              <a:ahLst/>
              <a:cxnLst/>
              <a:rect l="l" t="t" r="r" b="b"/>
              <a:pathLst>
                <a:path w="36" h="34" extrusionOk="0">
                  <a:moveTo>
                    <a:pt x="0" y="0"/>
                  </a:moveTo>
                  <a:lnTo>
                    <a:pt x="0" y="27"/>
                  </a:lnTo>
                  <a:lnTo>
                    <a:pt x="18" y="29"/>
                  </a:lnTo>
                  <a:lnTo>
                    <a:pt x="36" y="34"/>
                  </a:lnTo>
                  <a:lnTo>
                    <a:pt x="36" y="7"/>
                  </a:lnTo>
                  <a:lnTo>
                    <a:pt x="18" y="3"/>
                  </a:lnTo>
                  <a:lnTo>
                    <a:pt x="0" y="0"/>
                  </a:lnTo>
                </a:path>
              </a:pathLst>
            </a:custGeom>
            <a:solidFill>
              <a:srgbClr val="FF0000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1058" name="Google Shape;1058;p3"/>
            <p:cNvSpPr/>
            <p:nvPr/>
          </p:nvSpPr>
          <p:spPr>
            <a:xfrm>
              <a:off x="1695" y="783"/>
              <a:ext cx="26" cy="19"/>
            </a:xfrm>
            <a:custGeom>
              <a:avLst/>
              <a:gdLst/>
              <a:ahLst/>
              <a:cxnLst/>
              <a:rect l="l" t="t" r="r" b="b"/>
              <a:pathLst>
                <a:path w="52" h="39" extrusionOk="0">
                  <a:moveTo>
                    <a:pt x="0" y="11"/>
                  </a:moveTo>
                  <a:lnTo>
                    <a:pt x="0" y="39"/>
                  </a:lnTo>
                  <a:lnTo>
                    <a:pt x="25" y="32"/>
                  </a:lnTo>
                  <a:lnTo>
                    <a:pt x="52" y="28"/>
                  </a:lnTo>
                  <a:lnTo>
                    <a:pt x="52" y="0"/>
                  </a:lnTo>
                  <a:lnTo>
                    <a:pt x="25" y="4"/>
                  </a:lnTo>
                  <a:lnTo>
                    <a:pt x="0" y="11"/>
                  </a:lnTo>
                </a:path>
              </a:pathLst>
            </a:custGeom>
            <a:solidFill>
              <a:srgbClr val="FF0000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1059" name="Google Shape;1059;p3"/>
            <p:cNvSpPr/>
            <p:nvPr/>
          </p:nvSpPr>
          <p:spPr>
            <a:xfrm>
              <a:off x="1671" y="769"/>
              <a:ext cx="122" cy="28"/>
            </a:xfrm>
            <a:custGeom>
              <a:avLst/>
              <a:gdLst/>
              <a:ahLst/>
              <a:cxnLst/>
              <a:rect l="l" t="t" r="r" b="b"/>
              <a:pathLst>
                <a:path w="246" h="55" extrusionOk="0">
                  <a:moveTo>
                    <a:pt x="0" y="55"/>
                  </a:moveTo>
                  <a:lnTo>
                    <a:pt x="4" y="43"/>
                  </a:lnTo>
                  <a:lnTo>
                    <a:pt x="13" y="31"/>
                  </a:lnTo>
                  <a:lnTo>
                    <a:pt x="27" y="21"/>
                  </a:lnTo>
                  <a:lnTo>
                    <a:pt x="47" y="12"/>
                  </a:lnTo>
                  <a:lnTo>
                    <a:pt x="71" y="5"/>
                  </a:lnTo>
                  <a:lnTo>
                    <a:pt x="96" y="1"/>
                  </a:lnTo>
                  <a:lnTo>
                    <a:pt x="123" y="0"/>
                  </a:lnTo>
                  <a:lnTo>
                    <a:pt x="150" y="1"/>
                  </a:lnTo>
                  <a:lnTo>
                    <a:pt x="175" y="5"/>
                  </a:lnTo>
                  <a:lnTo>
                    <a:pt x="199" y="12"/>
                  </a:lnTo>
                  <a:lnTo>
                    <a:pt x="219" y="21"/>
                  </a:lnTo>
                  <a:lnTo>
                    <a:pt x="233" y="31"/>
                  </a:lnTo>
                  <a:lnTo>
                    <a:pt x="242" y="43"/>
                  </a:lnTo>
                  <a:lnTo>
                    <a:pt x="246" y="55"/>
                  </a:lnTo>
                </a:path>
              </a:pathLst>
            </a:custGeom>
            <a:solidFill>
              <a:srgbClr val="FF0000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1060" name="Google Shape;1060;p3"/>
            <p:cNvSpPr/>
            <p:nvPr/>
          </p:nvSpPr>
          <p:spPr>
            <a:xfrm>
              <a:off x="1762" y="807"/>
              <a:ext cx="21" cy="22"/>
            </a:xfrm>
            <a:custGeom>
              <a:avLst/>
              <a:gdLst/>
              <a:ahLst/>
              <a:cxnLst/>
              <a:rect l="l" t="t" r="r" b="b"/>
              <a:pathLst>
                <a:path w="43" h="45" extrusionOk="0">
                  <a:moveTo>
                    <a:pt x="43" y="45"/>
                  </a:moveTo>
                  <a:lnTo>
                    <a:pt x="43" y="19"/>
                  </a:lnTo>
                  <a:lnTo>
                    <a:pt x="30" y="12"/>
                  </a:lnTo>
                  <a:lnTo>
                    <a:pt x="16" y="6"/>
                  </a:lnTo>
                  <a:lnTo>
                    <a:pt x="0" y="0"/>
                  </a:lnTo>
                  <a:lnTo>
                    <a:pt x="0" y="28"/>
                  </a:lnTo>
                  <a:lnTo>
                    <a:pt x="16" y="33"/>
                  </a:lnTo>
                  <a:lnTo>
                    <a:pt x="30" y="39"/>
                  </a:lnTo>
                  <a:lnTo>
                    <a:pt x="43" y="45"/>
                  </a:lnTo>
                </a:path>
              </a:pathLst>
            </a:custGeom>
            <a:solidFill>
              <a:srgbClr val="FF0000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1061" name="Google Shape;1061;p3"/>
            <p:cNvSpPr/>
            <p:nvPr/>
          </p:nvSpPr>
          <p:spPr>
            <a:xfrm>
              <a:off x="1492" y="793"/>
              <a:ext cx="198" cy="28"/>
            </a:xfrm>
            <a:custGeom>
              <a:avLst/>
              <a:gdLst/>
              <a:ahLst/>
              <a:cxnLst/>
              <a:rect l="l" t="t" r="r" b="b"/>
              <a:pathLst>
                <a:path w="397" h="55" extrusionOk="0">
                  <a:moveTo>
                    <a:pt x="397" y="0"/>
                  </a:moveTo>
                  <a:lnTo>
                    <a:pt x="336" y="55"/>
                  </a:lnTo>
                  <a:lnTo>
                    <a:pt x="0" y="55"/>
                  </a:lnTo>
                  <a:lnTo>
                    <a:pt x="61" y="0"/>
                  </a:lnTo>
                  <a:lnTo>
                    <a:pt x="397" y="0"/>
                  </a:lnTo>
                  <a:close/>
                </a:path>
              </a:pathLst>
            </a:custGeom>
            <a:solidFill>
              <a:srgbClr val="FF0000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1062" name="Google Shape;1062;p3"/>
            <p:cNvSpPr/>
            <p:nvPr/>
          </p:nvSpPr>
          <p:spPr>
            <a:xfrm>
              <a:off x="1616" y="927"/>
              <a:ext cx="232" cy="83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40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1063" name="Google Shape;1063;p3"/>
            <p:cNvSpPr/>
            <p:nvPr/>
          </p:nvSpPr>
          <p:spPr>
            <a:xfrm>
              <a:off x="1624" y="936"/>
              <a:ext cx="189" cy="56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0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Satellite</a:t>
              </a:r>
              <a:endParaRPr sz="2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064" name="Google Shape;1064;p3"/>
          <p:cNvGrpSpPr/>
          <p:nvPr/>
        </p:nvGrpSpPr>
        <p:grpSpPr>
          <a:xfrm>
            <a:off x="5029200" y="3886200"/>
            <a:ext cx="252413" cy="323850"/>
            <a:chOff x="4817" y="728"/>
            <a:chExt cx="300" cy="258"/>
          </a:xfrm>
        </p:grpSpPr>
        <p:sp>
          <p:nvSpPr>
            <p:cNvPr id="1065" name="Google Shape;1065;p3"/>
            <p:cNvSpPr/>
            <p:nvPr/>
          </p:nvSpPr>
          <p:spPr>
            <a:xfrm>
              <a:off x="4817" y="959"/>
              <a:ext cx="300" cy="27"/>
            </a:xfrm>
            <a:custGeom>
              <a:avLst/>
              <a:gdLst/>
              <a:ahLst/>
              <a:cxnLst/>
              <a:rect l="l" t="t" r="r" b="b"/>
              <a:pathLst>
                <a:path w="599" h="53" extrusionOk="0">
                  <a:moveTo>
                    <a:pt x="563" y="17"/>
                  </a:moveTo>
                  <a:lnTo>
                    <a:pt x="599" y="17"/>
                  </a:lnTo>
                  <a:lnTo>
                    <a:pt x="599" y="53"/>
                  </a:lnTo>
                  <a:lnTo>
                    <a:pt x="0" y="53"/>
                  </a:lnTo>
                  <a:lnTo>
                    <a:pt x="0" y="17"/>
                  </a:lnTo>
                  <a:lnTo>
                    <a:pt x="74" y="17"/>
                  </a:lnTo>
                  <a:lnTo>
                    <a:pt x="74" y="0"/>
                  </a:lnTo>
                  <a:lnTo>
                    <a:pt x="563" y="0"/>
                  </a:lnTo>
                  <a:lnTo>
                    <a:pt x="563" y="17"/>
                  </a:lnTo>
                  <a:close/>
                  <a:moveTo>
                    <a:pt x="74" y="17"/>
                  </a:moveTo>
                  <a:lnTo>
                    <a:pt x="552" y="17"/>
                  </a:lnTo>
                  <a:lnTo>
                    <a:pt x="74" y="17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cxnSp>
          <p:nvCxnSpPr>
            <p:cNvPr id="1066" name="Google Shape;1066;p3"/>
            <p:cNvCxnSpPr/>
            <p:nvPr/>
          </p:nvCxnSpPr>
          <p:spPr>
            <a:xfrm flipH="1">
              <a:off x="5015" y="869"/>
              <a:ext cx="40" cy="1"/>
            </a:xfrm>
            <a:prstGeom prst="straightConnector1">
              <a:avLst/>
            </a:prstGeom>
            <a:noFill/>
            <a:ln w="9525" cap="flat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sp>
          <p:nvSpPr>
            <p:cNvPr id="1067" name="Google Shape;1067;p3"/>
            <p:cNvSpPr/>
            <p:nvPr/>
          </p:nvSpPr>
          <p:spPr>
            <a:xfrm>
              <a:off x="4995" y="840"/>
              <a:ext cx="60" cy="117"/>
            </a:xfrm>
            <a:custGeom>
              <a:avLst/>
              <a:gdLst/>
              <a:ahLst/>
              <a:cxnLst/>
              <a:rect l="l" t="t" r="r" b="b"/>
              <a:pathLst>
                <a:path w="121" h="234" extrusionOk="0">
                  <a:moveTo>
                    <a:pt x="0" y="234"/>
                  </a:moveTo>
                  <a:lnTo>
                    <a:pt x="121" y="59"/>
                  </a:lnTo>
                  <a:lnTo>
                    <a:pt x="82" y="0"/>
                  </a:lnTo>
                </a:path>
              </a:pathLst>
            </a:custGeom>
            <a:noFill/>
            <a:ln w="9525" cap="flat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cxnSp>
          <p:nvCxnSpPr>
            <p:cNvPr id="1068" name="Google Shape;1068;p3"/>
            <p:cNvCxnSpPr/>
            <p:nvPr/>
          </p:nvCxnSpPr>
          <p:spPr>
            <a:xfrm rot="10800000">
              <a:off x="5015" y="869"/>
              <a:ext cx="65" cy="90"/>
            </a:xfrm>
            <a:prstGeom prst="straightConnector1">
              <a:avLst/>
            </a:prstGeom>
            <a:noFill/>
            <a:ln w="9525" cap="flat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sp>
          <p:nvSpPr>
            <p:cNvPr id="1069" name="Google Shape;1069;p3"/>
            <p:cNvSpPr/>
            <p:nvPr/>
          </p:nvSpPr>
          <p:spPr>
            <a:xfrm>
              <a:off x="4936" y="927"/>
              <a:ext cx="119" cy="30"/>
            </a:xfrm>
            <a:custGeom>
              <a:avLst/>
              <a:gdLst/>
              <a:ahLst/>
              <a:cxnLst/>
              <a:rect l="l" t="t" r="r" b="b"/>
              <a:pathLst>
                <a:path w="238" h="59" extrusionOk="0">
                  <a:moveTo>
                    <a:pt x="199" y="59"/>
                  </a:moveTo>
                  <a:lnTo>
                    <a:pt x="238" y="0"/>
                  </a:lnTo>
                  <a:lnTo>
                    <a:pt x="0" y="0"/>
                  </a:lnTo>
                  <a:lnTo>
                    <a:pt x="34" y="59"/>
                  </a:lnTo>
                </a:path>
              </a:pathLst>
            </a:custGeom>
            <a:noFill/>
            <a:ln w="9525" cap="flat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cxnSp>
          <p:nvCxnSpPr>
            <p:cNvPr id="1070" name="Google Shape;1070;p3"/>
            <p:cNvCxnSpPr/>
            <p:nvPr/>
          </p:nvCxnSpPr>
          <p:spPr>
            <a:xfrm rot="10800000" flipH="1">
              <a:off x="4911" y="879"/>
              <a:ext cx="63" cy="80"/>
            </a:xfrm>
            <a:prstGeom prst="straightConnector1">
              <a:avLst/>
            </a:prstGeom>
            <a:noFill/>
            <a:ln w="9525" cap="flat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sp>
          <p:nvSpPr>
            <p:cNvPr id="1071" name="Google Shape;1071;p3"/>
            <p:cNvSpPr/>
            <p:nvPr/>
          </p:nvSpPr>
          <p:spPr>
            <a:xfrm>
              <a:off x="4817" y="959"/>
              <a:ext cx="300" cy="27"/>
            </a:xfrm>
            <a:custGeom>
              <a:avLst/>
              <a:gdLst/>
              <a:ahLst/>
              <a:cxnLst/>
              <a:rect l="l" t="t" r="r" b="b"/>
              <a:pathLst>
                <a:path w="599" h="53" extrusionOk="0">
                  <a:moveTo>
                    <a:pt x="563" y="17"/>
                  </a:moveTo>
                  <a:lnTo>
                    <a:pt x="599" y="17"/>
                  </a:lnTo>
                  <a:lnTo>
                    <a:pt x="599" y="53"/>
                  </a:lnTo>
                  <a:lnTo>
                    <a:pt x="0" y="53"/>
                  </a:lnTo>
                  <a:lnTo>
                    <a:pt x="0" y="17"/>
                  </a:lnTo>
                  <a:lnTo>
                    <a:pt x="74" y="17"/>
                  </a:lnTo>
                  <a:lnTo>
                    <a:pt x="74" y="0"/>
                  </a:lnTo>
                  <a:lnTo>
                    <a:pt x="563" y="0"/>
                  </a:lnTo>
                  <a:lnTo>
                    <a:pt x="563" y="17"/>
                  </a:lnTo>
                </a:path>
              </a:pathLst>
            </a:custGeom>
            <a:noFill/>
            <a:ln w="9525" cap="flat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1072" name="Google Shape;1072;p3"/>
            <p:cNvSpPr/>
            <p:nvPr/>
          </p:nvSpPr>
          <p:spPr>
            <a:xfrm>
              <a:off x="4854" y="968"/>
              <a:ext cx="239" cy="1"/>
            </a:xfrm>
            <a:custGeom>
              <a:avLst/>
              <a:gdLst/>
              <a:ahLst/>
              <a:cxnLst/>
              <a:rect l="l" t="t" r="r" b="b"/>
              <a:pathLst>
                <a:path w="478" h="120000" extrusionOk="0">
                  <a:moveTo>
                    <a:pt x="0" y="0"/>
                  </a:moveTo>
                  <a:lnTo>
                    <a:pt x="478" y="0"/>
                  </a:lnTo>
                  <a:lnTo>
                    <a:pt x="0" y="0"/>
                  </a:lnTo>
                </a:path>
              </a:pathLst>
            </a:custGeom>
            <a:noFill/>
            <a:ln w="9525" cap="flat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1073" name="Google Shape;1073;p3"/>
            <p:cNvSpPr/>
            <p:nvPr/>
          </p:nvSpPr>
          <p:spPr>
            <a:xfrm>
              <a:off x="4976" y="869"/>
              <a:ext cx="38" cy="90"/>
            </a:xfrm>
            <a:prstGeom prst="rect">
              <a:avLst/>
            </a:prstGeom>
            <a:solidFill>
              <a:srgbClr val="000000"/>
            </a:solidFill>
            <a:ln w="9525" cap="flat" cmpd="sng">
              <a:solidFill>
                <a:srgbClr val="000000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1074" name="Google Shape;1074;p3"/>
            <p:cNvSpPr/>
            <p:nvPr/>
          </p:nvSpPr>
          <p:spPr>
            <a:xfrm>
              <a:off x="4817" y="728"/>
              <a:ext cx="290" cy="190"/>
            </a:xfrm>
            <a:custGeom>
              <a:avLst/>
              <a:gdLst/>
              <a:ahLst/>
              <a:cxnLst/>
              <a:rect l="l" t="t" r="r" b="b"/>
              <a:pathLst>
                <a:path w="579" h="380" extrusionOk="0">
                  <a:moveTo>
                    <a:pt x="568" y="16"/>
                  </a:moveTo>
                  <a:lnTo>
                    <a:pt x="576" y="37"/>
                  </a:lnTo>
                  <a:lnTo>
                    <a:pt x="579" y="59"/>
                  </a:lnTo>
                  <a:lnTo>
                    <a:pt x="576" y="85"/>
                  </a:lnTo>
                  <a:lnTo>
                    <a:pt x="567" y="113"/>
                  </a:lnTo>
                  <a:lnTo>
                    <a:pt x="552" y="143"/>
                  </a:lnTo>
                  <a:lnTo>
                    <a:pt x="532" y="172"/>
                  </a:lnTo>
                  <a:lnTo>
                    <a:pt x="507" y="202"/>
                  </a:lnTo>
                  <a:lnTo>
                    <a:pt x="476" y="231"/>
                  </a:lnTo>
                  <a:lnTo>
                    <a:pt x="442" y="259"/>
                  </a:lnTo>
                  <a:lnTo>
                    <a:pt x="406" y="285"/>
                  </a:lnTo>
                  <a:lnTo>
                    <a:pt x="366" y="308"/>
                  </a:lnTo>
                  <a:lnTo>
                    <a:pt x="325" y="328"/>
                  </a:lnTo>
                  <a:lnTo>
                    <a:pt x="283" y="347"/>
                  </a:lnTo>
                  <a:lnTo>
                    <a:pt x="242" y="361"/>
                  </a:lnTo>
                  <a:lnTo>
                    <a:pt x="200" y="372"/>
                  </a:lnTo>
                  <a:lnTo>
                    <a:pt x="162" y="377"/>
                  </a:lnTo>
                  <a:lnTo>
                    <a:pt x="124" y="380"/>
                  </a:lnTo>
                  <a:lnTo>
                    <a:pt x="92" y="377"/>
                  </a:lnTo>
                  <a:lnTo>
                    <a:pt x="61" y="372"/>
                  </a:lnTo>
                  <a:lnTo>
                    <a:pt x="36" y="361"/>
                  </a:lnTo>
                  <a:lnTo>
                    <a:pt x="16" y="347"/>
                  </a:lnTo>
                  <a:lnTo>
                    <a:pt x="1" y="330"/>
                  </a:lnTo>
                  <a:lnTo>
                    <a:pt x="10" y="337"/>
                  </a:lnTo>
                  <a:lnTo>
                    <a:pt x="25" y="342"/>
                  </a:lnTo>
                  <a:lnTo>
                    <a:pt x="45" y="344"/>
                  </a:lnTo>
                  <a:lnTo>
                    <a:pt x="68" y="341"/>
                  </a:lnTo>
                  <a:lnTo>
                    <a:pt x="97" y="335"/>
                  </a:lnTo>
                  <a:lnTo>
                    <a:pt x="130" y="327"/>
                  </a:lnTo>
                  <a:lnTo>
                    <a:pt x="166" y="314"/>
                  </a:lnTo>
                  <a:lnTo>
                    <a:pt x="204" y="299"/>
                  </a:lnTo>
                  <a:lnTo>
                    <a:pt x="245" y="282"/>
                  </a:lnTo>
                  <a:lnTo>
                    <a:pt x="285" y="262"/>
                  </a:lnTo>
                  <a:lnTo>
                    <a:pt x="326" y="240"/>
                  </a:lnTo>
                  <a:lnTo>
                    <a:pt x="366" y="217"/>
                  </a:lnTo>
                  <a:lnTo>
                    <a:pt x="404" y="193"/>
                  </a:lnTo>
                  <a:lnTo>
                    <a:pt x="440" y="169"/>
                  </a:lnTo>
                  <a:lnTo>
                    <a:pt x="473" y="144"/>
                  </a:lnTo>
                  <a:lnTo>
                    <a:pt x="502" y="120"/>
                  </a:lnTo>
                  <a:lnTo>
                    <a:pt x="525" y="98"/>
                  </a:lnTo>
                  <a:lnTo>
                    <a:pt x="545" y="77"/>
                  </a:lnTo>
                  <a:lnTo>
                    <a:pt x="559" y="58"/>
                  </a:lnTo>
                  <a:lnTo>
                    <a:pt x="568" y="40"/>
                  </a:lnTo>
                  <a:lnTo>
                    <a:pt x="570" y="26"/>
                  </a:lnTo>
                  <a:lnTo>
                    <a:pt x="568" y="16"/>
                  </a:lnTo>
                  <a:close/>
                  <a:moveTo>
                    <a:pt x="568" y="16"/>
                  </a:moveTo>
                  <a:lnTo>
                    <a:pt x="559" y="7"/>
                  </a:lnTo>
                  <a:lnTo>
                    <a:pt x="545" y="2"/>
                  </a:lnTo>
                  <a:lnTo>
                    <a:pt x="525" y="0"/>
                  </a:lnTo>
                  <a:lnTo>
                    <a:pt x="502" y="4"/>
                  </a:lnTo>
                  <a:lnTo>
                    <a:pt x="473" y="9"/>
                  </a:lnTo>
                  <a:lnTo>
                    <a:pt x="438" y="18"/>
                  </a:lnTo>
                  <a:lnTo>
                    <a:pt x="404" y="30"/>
                  </a:lnTo>
                  <a:lnTo>
                    <a:pt x="364" y="46"/>
                  </a:lnTo>
                  <a:lnTo>
                    <a:pt x="325" y="63"/>
                  </a:lnTo>
                  <a:lnTo>
                    <a:pt x="285" y="82"/>
                  </a:lnTo>
                  <a:lnTo>
                    <a:pt x="243" y="105"/>
                  </a:lnTo>
                  <a:lnTo>
                    <a:pt x="204" y="127"/>
                  </a:lnTo>
                  <a:lnTo>
                    <a:pt x="166" y="151"/>
                  </a:lnTo>
                  <a:lnTo>
                    <a:pt x="130" y="176"/>
                  </a:lnTo>
                  <a:lnTo>
                    <a:pt x="97" y="200"/>
                  </a:lnTo>
                  <a:lnTo>
                    <a:pt x="68" y="224"/>
                  </a:lnTo>
                  <a:lnTo>
                    <a:pt x="45" y="247"/>
                  </a:lnTo>
                  <a:lnTo>
                    <a:pt x="25" y="268"/>
                  </a:lnTo>
                  <a:lnTo>
                    <a:pt x="10" y="287"/>
                  </a:lnTo>
                  <a:lnTo>
                    <a:pt x="1" y="304"/>
                  </a:lnTo>
                  <a:lnTo>
                    <a:pt x="0" y="318"/>
                  </a:lnTo>
                  <a:lnTo>
                    <a:pt x="1" y="330"/>
                  </a:lnTo>
                  <a:lnTo>
                    <a:pt x="10" y="337"/>
                  </a:lnTo>
                  <a:lnTo>
                    <a:pt x="25" y="342"/>
                  </a:lnTo>
                  <a:lnTo>
                    <a:pt x="45" y="344"/>
                  </a:lnTo>
                  <a:lnTo>
                    <a:pt x="68" y="341"/>
                  </a:lnTo>
                  <a:lnTo>
                    <a:pt x="97" y="335"/>
                  </a:lnTo>
                  <a:lnTo>
                    <a:pt x="130" y="327"/>
                  </a:lnTo>
                  <a:lnTo>
                    <a:pt x="166" y="314"/>
                  </a:lnTo>
                  <a:lnTo>
                    <a:pt x="204" y="299"/>
                  </a:lnTo>
                  <a:lnTo>
                    <a:pt x="245" y="282"/>
                  </a:lnTo>
                  <a:lnTo>
                    <a:pt x="285" y="262"/>
                  </a:lnTo>
                  <a:lnTo>
                    <a:pt x="326" y="240"/>
                  </a:lnTo>
                  <a:lnTo>
                    <a:pt x="366" y="217"/>
                  </a:lnTo>
                  <a:lnTo>
                    <a:pt x="404" y="193"/>
                  </a:lnTo>
                  <a:lnTo>
                    <a:pt x="440" y="169"/>
                  </a:lnTo>
                  <a:lnTo>
                    <a:pt x="473" y="144"/>
                  </a:lnTo>
                  <a:lnTo>
                    <a:pt x="502" y="120"/>
                  </a:lnTo>
                  <a:lnTo>
                    <a:pt x="525" y="98"/>
                  </a:lnTo>
                  <a:lnTo>
                    <a:pt x="545" y="77"/>
                  </a:lnTo>
                  <a:lnTo>
                    <a:pt x="559" y="58"/>
                  </a:lnTo>
                  <a:lnTo>
                    <a:pt x="568" y="40"/>
                  </a:lnTo>
                  <a:lnTo>
                    <a:pt x="570" y="26"/>
                  </a:lnTo>
                  <a:lnTo>
                    <a:pt x="568" y="16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cxnSp>
          <p:nvCxnSpPr>
            <p:cNvPr id="1075" name="Google Shape;1075;p3"/>
            <p:cNvCxnSpPr/>
            <p:nvPr/>
          </p:nvCxnSpPr>
          <p:spPr>
            <a:xfrm rot="10800000" flipH="1">
              <a:off x="4911" y="733"/>
              <a:ext cx="189" cy="1"/>
            </a:xfrm>
            <a:prstGeom prst="straightConnector1">
              <a:avLst/>
            </a:prstGeom>
            <a:noFill/>
            <a:ln w="9525" cap="flat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076" name="Google Shape;1076;p3"/>
            <p:cNvCxnSpPr/>
            <p:nvPr/>
          </p:nvCxnSpPr>
          <p:spPr>
            <a:xfrm>
              <a:off x="4911" y="734"/>
              <a:ext cx="68" cy="111"/>
            </a:xfrm>
            <a:prstGeom prst="straightConnector1">
              <a:avLst/>
            </a:prstGeom>
            <a:noFill/>
            <a:ln w="9525" cap="flat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077" name="Google Shape;1077;p3"/>
            <p:cNvCxnSpPr/>
            <p:nvPr/>
          </p:nvCxnSpPr>
          <p:spPr>
            <a:xfrm flipH="1">
              <a:off x="4818" y="734"/>
              <a:ext cx="93" cy="155"/>
            </a:xfrm>
            <a:prstGeom prst="straightConnector1">
              <a:avLst/>
            </a:prstGeom>
            <a:noFill/>
            <a:ln w="9525" cap="flat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sp>
          <p:nvSpPr>
            <p:cNvPr id="1078" name="Google Shape;1078;p3"/>
            <p:cNvSpPr/>
            <p:nvPr/>
          </p:nvSpPr>
          <p:spPr>
            <a:xfrm>
              <a:off x="4940" y="816"/>
              <a:ext cx="71" cy="43"/>
            </a:xfrm>
            <a:custGeom>
              <a:avLst/>
              <a:gdLst/>
              <a:ahLst/>
              <a:cxnLst/>
              <a:rect l="l" t="t" r="r" b="b"/>
              <a:pathLst>
                <a:path w="141" h="85" extrusionOk="0">
                  <a:moveTo>
                    <a:pt x="141" y="4"/>
                  </a:moveTo>
                  <a:lnTo>
                    <a:pt x="135" y="0"/>
                  </a:lnTo>
                  <a:lnTo>
                    <a:pt x="125" y="0"/>
                  </a:lnTo>
                  <a:lnTo>
                    <a:pt x="108" y="4"/>
                  </a:lnTo>
                  <a:lnTo>
                    <a:pt x="90" y="11"/>
                  </a:lnTo>
                  <a:lnTo>
                    <a:pt x="70" y="21"/>
                  </a:lnTo>
                  <a:lnTo>
                    <a:pt x="51" y="32"/>
                  </a:lnTo>
                  <a:lnTo>
                    <a:pt x="32" y="44"/>
                  </a:lnTo>
                  <a:lnTo>
                    <a:pt x="16" y="56"/>
                  </a:lnTo>
                  <a:lnTo>
                    <a:pt x="5" y="66"/>
                  </a:lnTo>
                  <a:lnTo>
                    <a:pt x="0" y="75"/>
                  </a:lnTo>
                  <a:lnTo>
                    <a:pt x="0" y="82"/>
                  </a:lnTo>
                  <a:lnTo>
                    <a:pt x="5" y="85"/>
                  </a:lnTo>
                  <a:lnTo>
                    <a:pt x="16" y="85"/>
                  </a:lnTo>
                  <a:lnTo>
                    <a:pt x="32" y="82"/>
                  </a:lnTo>
                  <a:lnTo>
                    <a:pt x="51" y="75"/>
                  </a:lnTo>
                  <a:lnTo>
                    <a:pt x="70" y="65"/>
                  </a:lnTo>
                  <a:lnTo>
                    <a:pt x="90" y="54"/>
                  </a:lnTo>
                  <a:lnTo>
                    <a:pt x="108" y="42"/>
                  </a:lnTo>
                  <a:lnTo>
                    <a:pt x="125" y="30"/>
                  </a:lnTo>
                  <a:lnTo>
                    <a:pt x="135" y="20"/>
                  </a:lnTo>
                  <a:lnTo>
                    <a:pt x="141" y="11"/>
                  </a:lnTo>
                  <a:lnTo>
                    <a:pt x="141" y="4"/>
                  </a:lnTo>
                  <a:close/>
                </a:path>
              </a:pathLst>
            </a:custGeom>
            <a:solidFill>
              <a:srgbClr val="000000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</p:grpSp>
      <p:grpSp>
        <p:nvGrpSpPr>
          <p:cNvPr id="1079" name="Google Shape;1079;p3"/>
          <p:cNvGrpSpPr/>
          <p:nvPr/>
        </p:nvGrpSpPr>
        <p:grpSpPr>
          <a:xfrm>
            <a:off x="5867400" y="3657600"/>
            <a:ext cx="252413" cy="323850"/>
            <a:chOff x="4817" y="728"/>
            <a:chExt cx="300" cy="258"/>
          </a:xfrm>
        </p:grpSpPr>
        <p:sp>
          <p:nvSpPr>
            <p:cNvPr id="1080" name="Google Shape;1080;p3"/>
            <p:cNvSpPr/>
            <p:nvPr/>
          </p:nvSpPr>
          <p:spPr>
            <a:xfrm>
              <a:off x="4817" y="959"/>
              <a:ext cx="300" cy="27"/>
            </a:xfrm>
            <a:custGeom>
              <a:avLst/>
              <a:gdLst/>
              <a:ahLst/>
              <a:cxnLst/>
              <a:rect l="l" t="t" r="r" b="b"/>
              <a:pathLst>
                <a:path w="599" h="53" extrusionOk="0">
                  <a:moveTo>
                    <a:pt x="563" y="17"/>
                  </a:moveTo>
                  <a:lnTo>
                    <a:pt x="599" y="17"/>
                  </a:lnTo>
                  <a:lnTo>
                    <a:pt x="599" y="53"/>
                  </a:lnTo>
                  <a:lnTo>
                    <a:pt x="0" y="53"/>
                  </a:lnTo>
                  <a:lnTo>
                    <a:pt x="0" y="17"/>
                  </a:lnTo>
                  <a:lnTo>
                    <a:pt x="74" y="17"/>
                  </a:lnTo>
                  <a:lnTo>
                    <a:pt x="74" y="0"/>
                  </a:lnTo>
                  <a:lnTo>
                    <a:pt x="563" y="0"/>
                  </a:lnTo>
                  <a:lnTo>
                    <a:pt x="563" y="17"/>
                  </a:lnTo>
                  <a:close/>
                  <a:moveTo>
                    <a:pt x="74" y="17"/>
                  </a:moveTo>
                  <a:lnTo>
                    <a:pt x="552" y="17"/>
                  </a:lnTo>
                  <a:lnTo>
                    <a:pt x="74" y="17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cxnSp>
          <p:nvCxnSpPr>
            <p:cNvPr id="1081" name="Google Shape;1081;p3"/>
            <p:cNvCxnSpPr/>
            <p:nvPr/>
          </p:nvCxnSpPr>
          <p:spPr>
            <a:xfrm flipH="1">
              <a:off x="5015" y="869"/>
              <a:ext cx="40" cy="1"/>
            </a:xfrm>
            <a:prstGeom prst="straightConnector1">
              <a:avLst/>
            </a:prstGeom>
            <a:noFill/>
            <a:ln w="9525" cap="flat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sp>
          <p:nvSpPr>
            <p:cNvPr id="1082" name="Google Shape;1082;p3"/>
            <p:cNvSpPr/>
            <p:nvPr/>
          </p:nvSpPr>
          <p:spPr>
            <a:xfrm>
              <a:off x="4995" y="840"/>
              <a:ext cx="60" cy="117"/>
            </a:xfrm>
            <a:custGeom>
              <a:avLst/>
              <a:gdLst/>
              <a:ahLst/>
              <a:cxnLst/>
              <a:rect l="l" t="t" r="r" b="b"/>
              <a:pathLst>
                <a:path w="121" h="234" extrusionOk="0">
                  <a:moveTo>
                    <a:pt x="0" y="234"/>
                  </a:moveTo>
                  <a:lnTo>
                    <a:pt x="121" y="59"/>
                  </a:lnTo>
                  <a:lnTo>
                    <a:pt x="82" y="0"/>
                  </a:lnTo>
                </a:path>
              </a:pathLst>
            </a:custGeom>
            <a:noFill/>
            <a:ln w="9525" cap="flat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cxnSp>
          <p:nvCxnSpPr>
            <p:cNvPr id="1083" name="Google Shape;1083;p3"/>
            <p:cNvCxnSpPr/>
            <p:nvPr/>
          </p:nvCxnSpPr>
          <p:spPr>
            <a:xfrm rot="10800000">
              <a:off x="5015" y="869"/>
              <a:ext cx="65" cy="90"/>
            </a:xfrm>
            <a:prstGeom prst="straightConnector1">
              <a:avLst/>
            </a:prstGeom>
            <a:noFill/>
            <a:ln w="9525" cap="flat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sp>
          <p:nvSpPr>
            <p:cNvPr id="1084" name="Google Shape;1084;p3"/>
            <p:cNvSpPr/>
            <p:nvPr/>
          </p:nvSpPr>
          <p:spPr>
            <a:xfrm>
              <a:off x="4936" y="927"/>
              <a:ext cx="119" cy="30"/>
            </a:xfrm>
            <a:custGeom>
              <a:avLst/>
              <a:gdLst/>
              <a:ahLst/>
              <a:cxnLst/>
              <a:rect l="l" t="t" r="r" b="b"/>
              <a:pathLst>
                <a:path w="238" h="59" extrusionOk="0">
                  <a:moveTo>
                    <a:pt x="199" y="59"/>
                  </a:moveTo>
                  <a:lnTo>
                    <a:pt x="238" y="0"/>
                  </a:lnTo>
                  <a:lnTo>
                    <a:pt x="0" y="0"/>
                  </a:lnTo>
                  <a:lnTo>
                    <a:pt x="34" y="59"/>
                  </a:lnTo>
                </a:path>
              </a:pathLst>
            </a:custGeom>
            <a:noFill/>
            <a:ln w="9525" cap="flat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cxnSp>
          <p:nvCxnSpPr>
            <p:cNvPr id="1085" name="Google Shape;1085;p3"/>
            <p:cNvCxnSpPr/>
            <p:nvPr/>
          </p:nvCxnSpPr>
          <p:spPr>
            <a:xfrm rot="10800000" flipH="1">
              <a:off x="4911" y="879"/>
              <a:ext cx="63" cy="80"/>
            </a:xfrm>
            <a:prstGeom prst="straightConnector1">
              <a:avLst/>
            </a:prstGeom>
            <a:noFill/>
            <a:ln w="9525" cap="flat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sp>
          <p:nvSpPr>
            <p:cNvPr id="1086" name="Google Shape;1086;p3"/>
            <p:cNvSpPr/>
            <p:nvPr/>
          </p:nvSpPr>
          <p:spPr>
            <a:xfrm>
              <a:off x="4817" y="959"/>
              <a:ext cx="300" cy="27"/>
            </a:xfrm>
            <a:custGeom>
              <a:avLst/>
              <a:gdLst/>
              <a:ahLst/>
              <a:cxnLst/>
              <a:rect l="l" t="t" r="r" b="b"/>
              <a:pathLst>
                <a:path w="599" h="53" extrusionOk="0">
                  <a:moveTo>
                    <a:pt x="563" y="17"/>
                  </a:moveTo>
                  <a:lnTo>
                    <a:pt x="599" y="17"/>
                  </a:lnTo>
                  <a:lnTo>
                    <a:pt x="599" y="53"/>
                  </a:lnTo>
                  <a:lnTo>
                    <a:pt x="0" y="53"/>
                  </a:lnTo>
                  <a:lnTo>
                    <a:pt x="0" y="17"/>
                  </a:lnTo>
                  <a:lnTo>
                    <a:pt x="74" y="17"/>
                  </a:lnTo>
                  <a:lnTo>
                    <a:pt x="74" y="0"/>
                  </a:lnTo>
                  <a:lnTo>
                    <a:pt x="563" y="0"/>
                  </a:lnTo>
                  <a:lnTo>
                    <a:pt x="563" y="17"/>
                  </a:lnTo>
                </a:path>
              </a:pathLst>
            </a:custGeom>
            <a:noFill/>
            <a:ln w="9525" cap="flat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1087" name="Google Shape;1087;p3"/>
            <p:cNvSpPr/>
            <p:nvPr/>
          </p:nvSpPr>
          <p:spPr>
            <a:xfrm>
              <a:off x="4854" y="968"/>
              <a:ext cx="239" cy="1"/>
            </a:xfrm>
            <a:custGeom>
              <a:avLst/>
              <a:gdLst/>
              <a:ahLst/>
              <a:cxnLst/>
              <a:rect l="l" t="t" r="r" b="b"/>
              <a:pathLst>
                <a:path w="478" h="120000" extrusionOk="0">
                  <a:moveTo>
                    <a:pt x="0" y="0"/>
                  </a:moveTo>
                  <a:lnTo>
                    <a:pt x="478" y="0"/>
                  </a:lnTo>
                  <a:lnTo>
                    <a:pt x="0" y="0"/>
                  </a:lnTo>
                </a:path>
              </a:pathLst>
            </a:custGeom>
            <a:noFill/>
            <a:ln w="9525" cap="flat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1088" name="Google Shape;1088;p3"/>
            <p:cNvSpPr/>
            <p:nvPr/>
          </p:nvSpPr>
          <p:spPr>
            <a:xfrm>
              <a:off x="4976" y="869"/>
              <a:ext cx="38" cy="90"/>
            </a:xfrm>
            <a:prstGeom prst="rect">
              <a:avLst/>
            </a:prstGeom>
            <a:solidFill>
              <a:srgbClr val="000000"/>
            </a:solidFill>
            <a:ln w="9525" cap="flat" cmpd="sng">
              <a:solidFill>
                <a:srgbClr val="000000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1089" name="Google Shape;1089;p3"/>
            <p:cNvSpPr/>
            <p:nvPr/>
          </p:nvSpPr>
          <p:spPr>
            <a:xfrm>
              <a:off x="4817" y="728"/>
              <a:ext cx="290" cy="190"/>
            </a:xfrm>
            <a:custGeom>
              <a:avLst/>
              <a:gdLst/>
              <a:ahLst/>
              <a:cxnLst/>
              <a:rect l="l" t="t" r="r" b="b"/>
              <a:pathLst>
                <a:path w="579" h="380" extrusionOk="0">
                  <a:moveTo>
                    <a:pt x="568" y="16"/>
                  </a:moveTo>
                  <a:lnTo>
                    <a:pt x="576" y="37"/>
                  </a:lnTo>
                  <a:lnTo>
                    <a:pt x="579" y="59"/>
                  </a:lnTo>
                  <a:lnTo>
                    <a:pt x="576" y="85"/>
                  </a:lnTo>
                  <a:lnTo>
                    <a:pt x="567" y="113"/>
                  </a:lnTo>
                  <a:lnTo>
                    <a:pt x="552" y="143"/>
                  </a:lnTo>
                  <a:lnTo>
                    <a:pt x="532" y="172"/>
                  </a:lnTo>
                  <a:lnTo>
                    <a:pt x="507" y="202"/>
                  </a:lnTo>
                  <a:lnTo>
                    <a:pt x="476" y="231"/>
                  </a:lnTo>
                  <a:lnTo>
                    <a:pt x="442" y="259"/>
                  </a:lnTo>
                  <a:lnTo>
                    <a:pt x="406" y="285"/>
                  </a:lnTo>
                  <a:lnTo>
                    <a:pt x="366" y="308"/>
                  </a:lnTo>
                  <a:lnTo>
                    <a:pt x="325" y="328"/>
                  </a:lnTo>
                  <a:lnTo>
                    <a:pt x="283" y="347"/>
                  </a:lnTo>
                  <a:lnTo>
                    <a:pt x="242" y="361"/>
                  </a:lnTo>
                  <a:lnTo>
                    <a:pt x="200" y="372"/>
                  </a:lnTo>
                  <a:lnTo>
                    <a:pt x="162" y="377"/>
                  </a:lnTo>
                  <a:lnTo>
                    <a:pt x="124" y="380"/>
                  </a:lnTo>
                  <a:lnTo>
                    <a:pt x="92" y="377"/>
                  </a:lnTo>
                  <a:lnTo>
                    <a:pt x="61" y="372"/>
                  </a:lnTo>
                  <a:lnTo>
                    <a:pt x="36" y="361"/>
                  </a:lnTo>
                  <a:lnTo>
                    <a:pt x="16" y="347"/>
                  </a:lnTo>
                  <a:lnTo>
                    <a:pt x="1" y="330"/>
                  </a:lnTo>
                  <a:lnTo>
                    <a:pt x="10" y="337"/>
                  </a:lnTo>
                  <a:lnTo>
                    <a:pt x="25" y="342"/>
                  </a:lnTo>
                  <a:lnTo>
                    <a:pt x="45" y="344"/>
                  </a:lnTo>
                  <a:lnTo>
                    <a:pt x="68" y="341"/>
                  </a:lnTo>
                  <a:lnTo>
                    <a:pt x="97" y="335"/>
                  </a:lnTo>
                  <a:lnTo>
                    <a:pt x="130" y="327"/>
                  </a:lnTo>
                  <a:lnTo>
                    <a:pt x="166" y="314"/>
                  </a:lnTo>
                  <a:lnTo>
                    <a:pt x="204" y="299"/>
                  </a:lnTo>
                  <a:lnTo>
                    <a:pt x="245" y="282"/>
                  </a:lnTo>
                  <a:lnTo>
                    <a:pt x="285" y="262"/>
                  </a:lnTo>
                  <a:lnTo>
                    <a:pt x="326" y="240"/>
                  </a:lnTo>
                  <a:lnTo>
                    <a:pt x="366" y="217"/>
                  </a:lnTo>
                  <a:lnTo>
                    <a:pt x="404" y="193"/>
                  </a:lnTo>
                  <a:lnTo>
                    <a:pt x="440" y="169"/>
                  </a:lnTo>
                  <a:lnTo>
                    <a:pt x="473" y="144"/>
                  </a:lnTo>
                  <a:lnTo>
                    <a:pt x="502" y="120"/>
                  </a:lnTo>
                  <a:lnTo>
                    <a:pt x="525" y="98"/>
                  </a:lnTo>
                  <a:lnTo>
                    <a:pt x="545" y="77"/>
                  </a:lnTo>
                  <a:lnTo>
                    <a:pt x="559" y="58"/>
                  </a:lnTo>
                  <a:lnTo>
                    <a:pt x="568" y="40"/>
                  </a:lnTo>
                  <a:lnTo>
                    <a:pt x="570" y="26"/>
                  </a:lnTo>
                  <a:lnTo>
                    <a:pt x="568" y="16"/>
                  </a:lnTo>
                  <a:close/>
                  <a:moveTo>
                    <a:pt x="568" y="16"/>
                  </a:moveTo>
                  <a:lnTo>
                    <a:pt x="559" y="7"/>
                  </a:lnTo>
                  <a:lnTo>
                    <a:pt x="545" y="2"/>
                  </a:lnTo>
                  <a:lnTo>
                    <a:pt x="525" y="0"/>
                  </a:lnTo>
                  <a:lnTo>
                    <a:pt x="502" y="4"/>
                  </a:lnTo>
                  <a:lnTo>
                    <a:pt x="473" y="9"/>
                  </a:lnTo>
                  <a:lnTo>
                    <a:pt x="438" y="18"/>
                  </a:lnTo>
                  <a:lnTo>
                    <a:pt x="404" y="30"/>
                  </a:lnTo>
                  <a:lnTo>
                    <a:pt x="364" y="46"/>
                  </a:lnTo>
                  <a:lnTo>
                    <a:pt x="325" y="63"/>
                  </a:lnTo>
                  <a:lnTo>
                    <a:pt x="285" y="82"/>
                  </a:lnTo>
                  <a:lnTo>
                    <a:pt x="243" y="105"/>
                  </a:lnTo>
                  <a:lnTo>
                    <a:pt x="204" y="127"/>
                  </a:lnTo>
                  <a:lnTo>
                    <a:pt x="166" y="151"/>
                  </a:lnTo>
                  <a:lnTo>
                    <a:pt x="130" y="176"/>
                  </a:lnTo>
                  <a:lnTo>
                    <a:pt x="97" y="200"/>
                  </a:lnTo>
                  <a:lnTo>
                    <a:pt x="68" y="224"/>
                  </a:lnTo>
                  <a:lnTo>
                    <a:pt x="45" y="247"/>
                  </a:lnTo>
                  <a:lnTo>
                    <a:pt x="25" y="268"/>
                  </a:lnTo>
                  <a:lnTo>
                    <a:pt x="10" y="287"/>
                  </a:lnTo>
                  <a:lnTo>
                    <a:pt x="1" y="304"/>
                  </a:lnTo>
                  <a:lnTo>
                    <a:pt x="0" y="318"/>
                  </a:lnTo>
                  <a:lnTo>
                    <a:pt x="1" y="330"/>
                  </a:lnTo>
                  <a:lnTo>
                    <a:pt x="10" y="337"/>
                  </a:lnTo>
                  <a:lnTo>
                    <a:pt x="25" y="342"/>
                  </a:lnTo>
                  <a:lnTo>
                    <a:pt x="45" y="344"/>
                  </a:lnTo>
                  <a:lnTo>
                    <a:pt x="68" y="341"/>
                  </a:lnTo>
                  <a:lnTo>
                    <a:pt x="97" y="335"/>
                  </a:lnTo>
                  <a:lnTo>
                    <a:pt x="130" y="327"/>
                  </a:lnTo>
                  <a:lnTo>
                    <a:pt x="166" y="314"/>
                  </a:lnTo>
                  <a:lnTo>
                    <a:pt x="204" y="299"/>
                  </a:lnTo>
                  <a:lnTo>
                    <a:pt x="245" y="282"/>
                  </a:lnTo>
                  <a:lnTo>
                    <a:pt x="285" y="262"/>
                  </a:lnTo>
                  <a:lnTo>
                    <a:pt x="326" y="240"/>
                  </a:lnTo>
                  <a:lnTo>
                    <a:pt x="366" y="217"/>
                  </a:lnTo>
                  <a:lnTo>
                    <a:pt x="404" y="193"/>
                  </a:lnTo>
                  <a:lnTo>
                    <a:pt x="440" y="169"/>
                  </a:lnTo>
                  <a:lnTo>
                    <a:pt x="473" y="144"/>
                  </a:lnTo>
                  <a:lnTo>
                    <a:pt x="502" y="120"/>
                  </a:lnTo>
                  <a:lnTo>
                    <a:pt x="525" y="98"/>
                  </a:lnTo>
                  <a:lnTo>
                    <a:pt x="545" y="77"/>
                  </a:lnTo>
                  <a:lnTo>
                    <a:pt x="559" y="58"/>
                  </a:lnTo>
                  <a:lnTo>
                    <a:pt x="568" y="40"/>
                  </a:lnTo>
                  <a:lnTo>
                    <a:pt x="570" y="26"/>
                  </a:lnTo>
                  <a:lnTo>
                    <a:pt x="568" y="16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cxnSp>
          <p:nvCxnSpPr>
            <p:cNvPr id="1090" name="Google Shape;1090;p3"/>
            <p:cNvCxnSpPr/>
            <p:nvPr/>
          </p:nvCxnSpPr>
          <p:spPr>
            <a:xfrm rot="10800000" flipH="1">
              <a:off x="4911" y="733"/>
              <a:ext cx="189" cy="1"/>
            </a:xfrm>
            <a:prstGeom prst="straightConnector1">
              <a:avLst/>
            </a:prstGeom>
            <a:noFill/>
            <a:ln w="9525" cap="flat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091" name="Google Shape;1091;p3"/>
            <p:cNvCxnSpPr/>
            <p:nvPr/>
          </p:nvCxnSpPr>
          <p:spPr>
            <a:xfrm>
              <a:off x="4911" y="734"/>
              <a:ext cx="68" cy="111"/>
            </a:xfrm>
            <a:prstGeom prst="straightConnector1">
              <a:avLst/>
            </a:prstGeom>
            <a:noFill/>
            <a:ln w="9525" cap="flat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092" name="Google Shape;1092;p3"/>
            <p:cNvCxnSpPr/>
            <p:nvPr/>
          </p:nvCxnSpPr>
          <p:spPr>
            <a:xfrm flipH="1">
              <a:off x="4818" y="734"/>
              <a:ext cx="93" cy="155"/>
            </a:xfrm>
            <a:prstGeom prst="straightConnector1">
              <a:avLst/>
            </a:prstGeom>
            <a:noFill/>
            <a:ln w="9525" cap="flat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sp>
          <p:nvSpPr>
            <p:cNvPr id="1093" name="Google Shape;1093;p3"/>
            <p:cNvSpPr/>
            <p:nvPr/>
          </p:nvSpPr>
          <p:spPr>
            <a:xfrm>
              <a:off x="4940" y="816"/>
              <a:ext cx="71" cy="43"/>
            </a:xfrm>
            <a:custGeom>
              <a:avLst/>
              <a:gdLst/>
              <a:ahLst/>
              <a:cxnLst/>
              <a:rect l="l" t="t" r="r" b="b"/>
              <a:pathLst>
                <a:path w="141" h="85" extrusionOk="0">
                  <a:moveTo>
                    <a:pt x="141" y="4"/>
                  </a:moveTo>
                  <a:lnTo>
                    <a:pt x="135" y="0"/>
                  </a:lnTo>
                  <a:lnTo>
                    <a:pt x="125" y="0"/>
                  </a:lnTo>
                  <a:lnTo>
                    <a:pt x="108" y="4"/>
                  </a:lnTo>
                  <a:lnTo>
                    <a:pt x="90" y="11"/>
                  </a:lnTo>
                  <a:lnTo>
                    <a:pt x="70" y="21"/>
                  </a:lnTo>
                  <a:lnTo>
                    <a:pt x="51" y="32"/>
                  </a:lnTo>
                  <a:lnTo>
                    <a:pt x="32" y="44"/>
                  </a:lnTo>
                  <a:lnTo>
                    <a:pt x="16" y="56"/>
                  </a:lnTo>
                  <a:lnTo>
                    <a:pt x="5" y="66"/>
                  </a:lnTo>
                  <a:lnTo>
                    <a:pt x="0" y="75"/>
                  </a:lnTo>
                  <a:lnTo>
                    <a:pt x="0" y="82"/>
                  </a:lnTo>
                  <a:lnTo>
                    <a:pt x="5" y="85"/>
                  </a:lnTo>
                  <a:lnTo>
                    <a:pt x="16" y="85"/>
                  </a:lnTo>
                  <a:lnTo>
                    <a:pt x="32" y="82"/>
                  </a:lnTo>
                  <a:lnTo>
                    <a:pt x="51" y="75"/>
                  </a:lnTo>
                  <a:lnTo>
                    <a:pt x="70" y="65"/>
                  </a:lnTo>
                  <a:lnTo>
                    <a:pt x="90" y="54"/>
                  </a:lnTo>
                  <a:lnTo>
                    <a:pt x="108" y="42"/>
                  </a:lnTo>
                  <a:lnTo>
                    <a:pt x="125" y="30"/>
                  </a:lnTo>
                  <a:lnTo>
                    <a:pt x="135" y="20"/>
                  </a:lnTo>
                  <a:lnTo>
                    <a:pt x="141" y="11"/>
                  </a:lnTo>
                  <a:lnTo>
                    <a:pt x="141" y="4"/>
                  </a:lnTo>
                  <a:close/>
                </a:path>
              </a:pathLst>
            </a:custGeom>
            <a:solidFill>
              <a:srgbClr val="000000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</p:grpSp>
      <p:grpSp>
        <p:nvGrpSpPr>
          <p:cNvPr id="1094" name="Google Shape;1094;p3"/>
          <p:cNvGrpSpPr/>
          <p:nvPr/>
        </p:nvGrpSpPr>
        <p:grpSpPr>
          <a:xfrm>
            <a:off x="3810000" y="3352800"/>
            <a:ext cx="252413" cy="323850"/>
            <a:chOff x="4817" y="728"/>
            <a:chExt cx="300" cy="258"/>
          </a:xfrm>
        </p:grpSpPr>
        <p:sp>
          <p:nvSpPr>
            <p:cNvPr id="1095" name="Google Shape;1095;p3"/>
            <p:cNvSpPr/>
            <p:nvPr/>
          </p:nvSpPr>
          <p:spPr>
            <a:xfrm>
              <a:off x="4817" y="959"/>
              <a:ext cx="300" cy="27"/>
            </a:xfrm>
            <a:custGeom>
              <a:avLst/>
              <a:gdLst/>
              <a:ahLst/>
              <a:cxnLst/>
              <a:rect l="l" t="t" r="r" b="b"/>
              <a:pathLst>
                <a:path w="599" h="53" extrusionOk="0">
                  <a:moveTo>
                    <a:pt x="563" y="17"/>
                  </a:moveTo>
                  <a:lnTo>
                    <a:pt x="599" y="17"/>
                  </a:lnTo>
                  <a:lnTo>
                    <a:pt x="599" y="53"/>
                  </a:lnTo>
                  <a:lnTo>
                    <a:pt x="0" y="53"/>
                  </a:lnTo>
                  <a:lnTo>
                    <a:pt x="0" y="17"/>
                  </a:lnTo>
                  <a:lnTo>
                    <a:pt x="74" y="17"/>
                  </a:lnTo>
                  <a:lnTo>
                    <a:pt x="74" y="0"/>
                  </a:lnTo>
                  <a:lnTo>
                    <a:pt x="563" y="0"/>
                  </a:lnTo>
                  <a:lnTo>
                    <a:pt x="563" y="17"/>
                  </a:lnTo>
                  <a:close/>
                  <a:moveTo>
                    <a:pt x="74" y="17"/>
                  </a:moveTo>
                  <a:lnTo>
                    <a:pt x="552" y="17"/>
                  </a:lnTo>
                  <a:lnTo>
                    <a:pt x="74" y="17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cxnSp>
          <p:nvCxnSpPr>
            <p:cNvPr id="1096" name="Google Shape;1096;p3"/>
            <p:cNvCxnSpPr/>
            <p:nvPr/>
          </p:nvCxnSpPr>
          <p:spPr>
            <a:xfrm flipH="1">
              <a:off x="5015" y="869"/>
              <a:ext cx="40" cy="1"/>
            </a:xfrm>
            <a:prstGeom prst="straightConnector1">
              <a:avLst/>
            </a:prstGeom>
            <a:noFill/>
            <a:ln w="9525" cap="flat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sp>
          <p:nvSpPr>
            <p:cNvPr id="1097" name="Google Shape;1097;p3"/>
            <p:cNvSpPr/>
            <p:nvPr/>
          </p:nvSpPr>
          <p:spPr>
            <a:xfrm>
              <a:off x="4995" y="840"/>
              <a:ext cx="60" cy="117"/>
            </a:xfrm>
            <a:custGeom>
              <a:avLst/>
              <a:gdLst/>
              <a:ahLst/>
              <a:cxnLst/>
              <a:rect l="l" t="t" r="r" b="b"/>
              <a:pathLst>
                <a:path w="121" h="234" extrusionOk="0">
                  <a:moveTo>
                    <a:pt x="0" y="234"/>
                  </a:moveTo>
                  <a:lnTo>
                    <a:pt x="121" y="59"/>
                  </a:lnTo>
                  <a:lnTo>
                    <a:pt x="82" y="0"/>
                  </a:lnTo>
                </a:path>
              </a:pathLst>
            </a:custGeom>
            <a:noFill/>
            <a:ln w="9525" cap="flat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cxnSp>
          <p:nvCxnSpPr>
            <p:cNvPr id="1098" name="Google Shape;1098;p3"/>
            <p:cNvCxnSpPr/>
            <p:nvPr/>
          </p:nvCxnSpPr>
          <p:spPr>
            <a:xfrm rot="10800000">
              <a:off x="5015" y="869"/>
              <a:ext cx="65" cy="90"/>
            </a:xfrm>
            <a:prstGeom prst="straightConnector1">
              <a:avLst/>
            </a:prstGeom>
            <a:noFill/>
            <a:ln w="9525" cap="flat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sp>
          <p:nvSpPr>
            <p:cNvPr id="1099" name="Google Shape;1099;p3"/>
            <p:cNvSpPr/>
            <p:nvPr/>
          </p:nvSpPr>
          <p:spPr>
            <a:xfrm>
              <a:off x="4936" y="927"/>
              <a:ext cx="119" cy="30"/>
            </a:xfrm>
            <a:custGeom>
              <a:avLst/>
              <a:gdLst/>
              <a:ahLst/>
              <a:cxnLst/>
              <a:rect l="l" t="t" r="r" b="b"/>
              <a:pathLst>
                <a:path w="238" h="59" extrusionOk="0">
                  <a:moveTo>
                    <a:pt x="199" y="59"/>
                  </a:moveTo>
                  <a:lnTo>
                    <a:pt x="238" y="0"/>
                  </a:lnTo>
                  <a:lnTo>
                    <a:pt x="0" y="0"/>
                  </a:lnTo>
                  <a:lnTo>
                    <a:pt x="34" y="59"/>
                  </a:lnTo>
                </a:path>
              </a:pathLst>
            </a:custGeom>
            <a:noFill/>
            <a:ln w="9525" cap="flat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cxnSp>
          <p:nvCxnSpPr>
            <p:cNvPr id="1100" name="Google Shape;1100;p3"/>
            <p:cNvCxnSpPr/>
            <p:nvPr/>
          </p:nvCxnSpPr>
          <p:spPr>
            <a:xfrm rot="10800000" flipH="1">
              <a:off x="4911" y="879"/>
              <a:ext cx="63" cy="80"/>
            </a:xfrm>
            <a:prstGeom prst="straightConnector1">
              <a:avLst/>
            </a:prstGeom>
            <a:noFill/>
            <a:ln w="9525" cap="flat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sp>
          <p:nvSpPr>
            <p:cNvPr id="1101" name="Google Shape;1101;p3"/>
            <p:cNvSpPr/>
            <p:nvPr/>
          </p:nvSpPr>
          <p:spPr>
            <a:xfrm>
              <a:off x="4817" y="959"/>
              <a:ext cx="300" cy="27"/>
            </a:xfrm>
            <a:custGeom>
              <a:avLst/>
              <a:gdLst/>
              <a:ahLst/>
              <a:cxnLst/>
              <a:rect l="l" t="t" r="r" b="b"/>
              <a:pathLst>
                <a:path w="599" h="53" extrusionOk="0">
                  <a:moveTo>
                    <a:pt x="563" y="17"/>
                  </a:moveTo>
                  <a:lnTo>
                    <a:pt x="599" y="17"/>
                  </a:lnTo>
                  <a:lnTo>
                    <a:pt x="599" y="53"/>
                  </a:lnTo>
                  <a:lnTo>
                    <a:pt x="0" y="53"/>
                  </a:lnTo>
                  <a:lnTo>
                    <a:pt x="0" y="17"/>
                  </a:lnTo>
                  <a:lnTo>
                    <a:pt x="74" y="17"/>
                  </a:lnTo>
                  <a:lnTo>
                    <a:pt x="74" y="0"/>
                  </a:lnTo>
                  <a:lnTo>
                    <a:pt x="563" y="0"/>
                  </a:lnTo>
                  <a:lnTo>
                    <a:pt x="563" y="17"/>
                  </a:lnTo>
                </a:path>
              </a:pathLst>
            </a:custGeom>
            <a:noFill/>
            <a:ln w="9525" cap="flat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1102" name="Google Shape;1102;p3"/>
            <p:cNvSpPr/>
            <p:nvPr/>
          </p:nvSpPr>
          <p:spPr>
            <a:xfrm>
              <a:off x="4854" y="968"/>
              <a:ext cx="239" cy="1"/>
            </a:xfrm>
            <a:custGeom>
              <a:avLst/>
              <a:gdLst/>
              <a:ahLst/>
              <a:cxnLst/>
              <a:rect l="l" t="t" r="r" b="b"/>
              <a:pathLst>
                <a:path w="478" h="120000" extrusionOk="0">
                  <a:moveTo>
                    <a:pt x="0" y="0"/>
                  </a:moveTo>
                  <a:lnTo>
                    <a:pt x="478" y="0"/>
                  </a:lnTo>
                  <a:lnTo>
                    <a:pt x="0" y="0"/>
                  </a:lnTo>
                </a:path>
              </a:pathLst>
            </a:custGeom>
            <a:noFill/>
            <a:ln w="9525" cap="flat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1103" name="Google Shape;1103;p3"/>
            <p:cNvSpPr/>
            <p:nvPr/>
          </p:nvSpPr>
          <p:spPr>
            <a:xfrm>
              <a:off x="4976" y="869"/>
              <a:ext cx="38" cy="90"/>
            </a:xfrm>
            <a:prstGeom prst="rect">
              <a:avLst/>
            </a:prstGeom>
            <a:solidFill>
              <a:srgbClr val="000000"/>
            </a:solidFill>
            <a:ln w="9525" cap="flat" cmpd="sng">
              <a:solidFill>
                <a:srgbClr val="000000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1104" name="Google Shape;1104;p3"/>
            <p:cNvSpPr/>
            <p:nvPr/>
          </p:nvSpPr>
          <p:spPr>
            <a:xfrm>
              <a:off x="4817" y="728"/>
              <a:ext cx="290" cy="190"/>
            </a:xfrm>
            <a:custGeom>
              <a:avLst/>
              <a:gdLst/>
              <a:ahLst/>
              <a:cxnLst/>
              <a:rect l="l" t="t" r="r" b="b"/>
              <a:pathLst>
                <a:path w="579" h="380" extrusionOk="0">
                  <a:moveTo>
                    <a:pt x="568" y="16"/>
                  </a:moveTo>
                  <a:lnTo>
                    <a:pt x="576" y="37"/>
                  </a:lnTo>
                  <a:lnTo>
                    <a:pt x="579" y="59"/>
                  </a:lnTo>
                  <a:lnTo>
                    <a:pt x="576" y="85"/>
                  </a:lnTo>
                  <a:lnTo>
                    <a:pt x="567" y="113"/>
                  </a:lnTo>
                  <a:lnTo>
                    <a:pt x="552" y="143"/>
                  </a:lnTo>
                  <a:lnTo>
                    <a:pt x="532" y="172"/>
                  </a:lnTo>
                  <a:lnTo>
                    <a:pt x="507" y="202"/>
                  </a:lnTo>
                  <a:lnTo>
                    <a:pt x="476" y="231"/>
                  </a:lnTo>
                  <a:lnTo>
                    <a:pt x="442" y="259"/>
                  </a:lnTo>
                  <a:lnTo>
                    <a:pt x="406" y="285"/>
                  </a:lnTo>
                  <a:lnTo>
                    <a:pt x="366" y="308"/>
                  </a:lnTo>
                  <a:lnTo>
                    <a:pt x="325" y="328"/>
                  </a:lnTo>
                  <a:lnTo>
                    <a:pt x="283" y="347"/>
                  </a:lnTo>
                  <a:lnTo>
                    <a:pt x="242" y="361"/>
                  </a:lnTo>
                  <a:lnTo>
                    <a:pt x="200" y="372"/>
                  </a:lnTo>
                  <a:lnTo>
                    <a:pt x="162" y="377"/>
                  </a:lnTo>
                  <a:lnTo>
                    <a:pt x="124" y="380"/>
                  </a:lnTo>
                  <a:lnTo>
                    <a:pt x="92" y="377"/>
                  </a:lnTo>
                  <a:lnTo>
                    <a:pt x="61" y="372"/>
                  </a:lnTo>
                  <a:lnTo>
                    <a:pt x="36" y="361"/>
                  </a:lnTo>
                  <a:lnTo>
                    <a:pt x="16" y="347"/>
                  </a:lnTo>
                  <a:lnTo>
                    <a:pt x="1" y="330"/>
                  </a:lnTo>
                  <a:lnTo>
                    <a:pt x="10" y="337"/>
                  </a:lnTo>
                  <a:lnTo>
                    <a:pt x="25" y="342"/>
                  </a:lnTo>
                  <a:lnTo>
                    <a:pt x="45" y="344"/>
                  </a:lnTo>
                  <a:lnTo>
                    <a:pt x="68" y="341"/>
                  </a:lnTo>
                  <a:lnTo>
                    <a:pt x="97" y="335"/>
                  </a:lnTo>
                  <a:lnTo>
                    <a:pt x="130" y="327"/>
                  </a:lnTo>
                  <a:lnTo>
                    <a:pt x="166" y="314"/>
                  </a:lnTo>
                  <a:lnTo>
                    <a:pt x="204" y="299"/>
                  </a:lnTo>
                  <a:lnTo>
                    <a:pt x="245" y="282"/>
                  </a:lnTo>
                  <a:lnTo>
                    <a:pt x="285" y="262"/>
                  </a:lnTo>
                  <a:lnTo>
                    <a:pt x="326" y="240"/>
                  </a:lnTo>
                  <a:lnTo>
                    <a:pt x="366" y="217"/>
                  </a:lnTo>
                  <a:lnTo>
                    <a:pt x="404" y="193"/>
                  </a:lnTo>
                  <a:lnTo>
                    <a:pt x="440" y="169"/>
                  </a:lnTo>
                  <a:lnTo>
                    <a:pt x="473" y="144"/>
                  </a:lnTo>
                  <a:lnTo>
                    <a:pt x="502" y="120"/>
                  </a:lnTo>
                  <a:lnTo>
                    <a:pt x="525" y="98"/>
                  </a:lnTo>
                  <a:lnTo>
                    <a:pt x="545" y="77"/>
                  </a:lnTo>
                  <a:lnTo>
                    <a:pt x="559" y="58"/>
                  </a:lnTo>
                  <a:lnTo>
                    <a:pt x="568" y="40"/>
                  </a:lnTo>
                  <a:lnTo>
                    <a:pt x="570" y="26"/>
                  </a:lnTo>
                  <a:lnTo>
                    <a:pt x="568" y="16"/>
                  </a:lnTo>
                  <a:close/>
                  <a:moveTo>
                    <a:pt x="568" y="16"/>
                  </a:moveTo>
                  <a:lnTo>
                    <a:pt x="559" y="7"/>
                  </a:lnTo>
                  <a:lnTo>
                    <a:pt x="545" y="2"/>
                  </a:lnTo>
                  <a:lnTo>
                    <a:pt x="525" y="0"/>
                  </a:lnTo>
                  <a:lnTo>
                    <a:pt x="502" y="4"/>
                  </a:lnTo>
                  <a:lnTo>
                    <a:pt x="473" y="9"/>
                  </a:lnTo>
                  <a:lnTo>
                    <a:pt x="438" y="18"/>
                  </a:lnTo>
                  <a:lnTo>
                    <a:pt x="404" y="30"/>
                  </a:lnTo>
                  <a:lnTo>
                    <a:pt x="364" y="46"/>
                  </a:lnTo>
                  <a:lnTo>
                    <a:pt x="325" y="63"/>
                  </a:lnTo>
                  <a:lnTo>
                    <a:pt x="285" y="82"/>
                  </a:lnTo>
                  <a:lnTo>
                    <a:pt x="243" y="105"/>
                  </a:lnTo>
                  <a:lnTo>
                    <a:pt x="204" y="127"/>
                  </a:lnTo>
                  <a:lnTo>
                    <a:pt x="166" y="151"/>
                  </a:lnTo>
                  <a:lnTo>
                    <a:pt x="130" y="176"/>
                  </a:lnTo>
                  <a:lnTo>
                    <a:pt x="97" y="200"/>
                  </a:lnTo>
                  <a:lnTo>
                    <a:pt x="68" y="224"/>
                  </a:lnTo>
                  <a:lnTo>
                    <a:pt x="45" y="247"/>
                  </a:lnTo>
                  <a:lnTo>
                    <a:pt x="25" y="268"/>
                  </a:lnTo>
                  <a:lnTo>
                    <a:pt x="10" y="287"/>
                  </a:lnTo>
                  <a:lnTo>
                    <a:pt x="1" y="304"/>
                  </a:lnTo>
                  <a:lnTo>
                    <a:pt x="0" y="318"/>
                  </a:lnTo>
                  <a:lnTo>
                    <a:pt x="1" y="330"/>
                  </a:lnTo>
                  <a:lnTo>
                    <a:pt x="10" y="337"/>
                  </a:lnTo>
                  <a:lnTo>
                    <a:pt x="25" y="342"/>
                  </a:lnTo>
                  <a:lnTo>
                    <a:pt x="45" y="344"/>
                  </a:lnTo>
                  <a:lnTo>
                    <a:pt x="68" y="341"/>
                  </a:lnTo>
                  <a:lnTo>
                    <a:pt x="97" y="335"/>
                  </a:lnTo>
                  <a:lnTo>
                    <a:pt x="130" y="327"/>
                  </a:lnTo>
                  <a:lnTo>
                    <a:pt x="166" y="314"/>
                  </a:lnTo>
                  <a:lnTo>
                    <a:pt x="204" y="299"/>
                  </a:lnTo>
                  <a:lnTo>
                    <a:pt x="245" y="282"/>
                  </a:lnTo>
                  <a:lnTo>
                    <a:pt x="285" y="262"/>
                  </a:lnTo>
                  <a:lnTo>
                    <a:pt x="326" y="240"/>
                  </a:lnTo>
                  <a:lnTo>
                    <a:pt x="366" y="217"/>
                  </a:lnTo>
                  <a:lnTo>
                    <a:pt x="404" y="193"/>
                  </a:lnTo>
                  <a:lnTo>
                    <a:pt x="440" y="169"/>
                  </a:lnTo>
                  <a:lnTo>
                    <a:pt x="473" y="144"/>
                  </a:lnTo>
                  <a:lnTo>
                    <a:pt x="502" y="120"/>
                  </a:lnTo>
                  <a:lnTo>
                    <a:pt x="525" y="98"/>
                  </a:lnTo>
                  <a:lnTo>
                    <a:pt x="545" y="77"/>
                  </a:lnTo>
                  <a:lnTo>
                    <a:pt x="559" y="58"/>
                  </a:lnTo>
                  <a:lnTo>
                    <a:pt x="568" y="40"/>
                  </a:lnTo>
                  <a:lnTo>
                    <a:pt x="570" y="26"/>
                  </a:lnTo>
                  <a:lnTo>
                    <a:pt x="568" y="16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cxnSp>
          <p:nvCxnSpPr>
            <p:cNvPr id="1105" name="Google Shape;1105;p3"/>
            <p:cNvCxnSpPr/>
            <p:nvPr/>
          </p:nvCxnSpPr>
          <p:spPr>
            <a:xfrm rot="10800000" flipH="1">
              <a:off x="4911" y="733"/>
              <a:ext cx="189" cy="1"/>
            </a:xfrm>
            <a:prstGeom prst="straightConnector1">
              <a:avLst/>
            </a:prstGeom>
            <a:noFill/>
            <a:ln w="9525" cap="flat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106" name="Google Shape;1106;p3"/>
            <p:cNvCxnSpPr/>
            <p:nvPr/>
          </p:nvCxnSpPr>
          <p:spPr>
            <a:xfrm>
              <a:off x="4911" y="734"/>
              <a:ext cx="68" cy="111"/>
            </a:xfrm>
            <a:prstGeom prst="straightConnector1">
              <a:avLst/>
            </a:prstGeom>
            <a:noFill/>
            <a:ln w="9525" cap="flat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107" name="Google Shape;1107;p3"/>
            <p:cNvCxnSpPr/>
            <p:nvPr/>
          </p:nvCxnSpPr>
          <p:spPr>
            <a:xfrm flipH="1">
              <a:off x="4818" y="734"/>
              <a:ext cx="93" cy="155"/>
            </a:xfrm>
            <a:prstGeom prst="straightConnector1">
              <a:avLst/>
            </a:prstGeom>
            <a:noFill/>
            <a:ln w="9525" cap="flat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sp>
          <p:nvSpPr>
            <p:cNvPr id="1108" name="Google Shape;1108;p3"/>
            <p:cNvSpPr/>
            <p:nvPr/>
          </p:nvSpPr>
          <p:spPr>
            <a:xfrm>
              <a:off x="4940" y="816"/>
              <a:ext cx="71" cy="43"/>
            </a:xfrm>
            <a:custGeom>
              <a:avLst/>
              <a:gdLst/>
              <a:ahLst/>
              <a:cxnLst/>
              <a:rect l="l" t="t" r="r" b="b"/>
              <a:pathLst>
                <a:path w="141" h="85" extrusionOk="0">
                  <a:moveTo>
                    <a:pt x="141" y="4"/>
                  </a:moveTo>
                  <a:lnTo>
                    <a:pt x="135" y="0"/>
                  </a:lnTo>
                  <a:lnTo>
                    <a:pt x="125" y="0"/>
                  </a:lnTo>
                  <a:lnTo>
                    <a:pt x="108" y="4"/>
                  </a:lnTo>
                  <a:lnTo>
                    <a:pt x="90" y="11"/>
                  </a:lnTo>
                  <a:lnTo>
                    <a:pt x="70" y="21"/>
                  </a:lnTo>
                  <a:lnTo>
                    <a:pt x="51" y="32"/>
                  </a:lnTo>
                  <a:lnTo>
                    <a:pt x="32" y="44"/>
                  </a:lnTo>
                  <a:lnTo>
                    <a:pt x="16" y="56"/>
                  </a:lnTo>
                  <a:lnTo>
                    <a:pt x="5" y="66"/>
                  </a:lnTo>
                  <a:lnTo>
                    <a:pt x="0" y="75"/>
                  </a:lnTo>
                  <a:lnTo>
                    <a:pt x="0" y="82"/>
                  </a:lnTo>
                  <a:lnTo>
                    <a:pt x="5" y="85"/>
                  </a:lnTo>
                  <a:lnTo>
                    <a:pt x="16" y="85"/>
                  </a:lnTo>
                  <a:lnTo>
                    <a:pt x="32" y="82"/>
                  </a:lnTo>
                  <a:lnTo>
                    <a:pt x="51" y="75"/>
                  </a:lnTo>
                  <a:lnTo>
                    <a:pt x="70" y="65"/>
                  </a:lnTo>
                  <a:lnTo>
                    <a:pt x="90" y="54"/>
                  </a:lnTo>
                  <a:lnTo>
                    <a:pt x="108" y="42"/>
                  </a:lnTo>
                  <a:lnTo>
                    <a:pt x="125" y="30"/>
                  </a:lnTo>
                  <a:lnTo>
                    <a:pt x="135" y="20"/>
                  </a:lnTo>
                  <a:lnTo>
                    <a:pt x="141" y="11"/>
                  </a:lnTo>
                  <a:lnTo>
                    <a:pt x="141" y="4"/>
                  </a:lnTo>
                  <a:close/>
                </a:path>
              </a:pathLst>
            </a:custGeom>
            <a:solidFill>
              <a:srgbClr val="000000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</p:grpSp>
      <p:grpSp>
        <p:nvGrpSpPr>
          <p:cNvPr id="1109" name="Google Shape;1109;p3"/>
          <p:cNvGrpSpPr/>
          <p:nvPr/>
        </p:nvGrpSpPr>
        <p:grpSpPr>
          <a:xfrm>
            <a:off x="4572000" y="2743200"/>
            <a:ext cx="252413" cy="323850"/>
            <a:chOff x="4817" y="728"/>
            <a:chExt cx="300" cy="258"/>
          </a:xfrm>
        </p:grpSpPr>
        <p:sp>
          <p:nvSpPr>
            <p:cNvPr id="1110" name="Google Shape;1110;p3"/>
            <p:cNvSpPr/>
            <p:nvPr/>
          </p:nvSpPr>
          <p:spPr>
            <a:xfrm>
              <a:off x="4817" y="959"/>
              <a:ext cx="300" cy="27"/>
            </a:xfrm>
            <a:custGeom>
              <a:avLst/>
              <a:gdLst/>
              <a:ahLst/>
              <a:cxnLst/>
              <a:rect l="l" t="t" r="r" b="b"/>
              <a:pathLst>
                <a:path w="599" h="53" extrusionOk="0">
                  <a:moveTo>
                    <a:pt x="563" y="17"/>
                  </a:moveTo>
                  <a:lnTo>
                    <a:pt x="599" y="17"/>
                  </a:lnTo>
                  <a:lnTo>
                    <a:pt x="599" y="53"/>
                  </a:lnTo>
                  <a:lnTo>
                    <a:pt x="0" y="53"/>
                  </a:lnTo>
                  <a:lnTo>
                    <a:pt x="0" y="17"/>
                  </a:lnTo>
                  <a:lnTo>
                    <a:pt x="74" y="17"/>
                  </a:lnTo>
                  <a:lnTo>
                    <a:pt x="74" y="0"/>
                  </a:lnTo>
                  <a:lnTo>
                    <a:pt x="563" y="0"/>
                  </a:lnTo>
                  <a:lnTo>
                    <a:pt x="563" y="17"/>
                  </a:lnTo>
                  <a:close/>
                  <a:moveTo>
                    <a:pt x="74" y="17"/>
                  </a:moveTo>
                  <a:lnTo>
                    <a:pt x="552" y="17"/>
                  </a:lnTo>
                  <a:lnTo>
                    <a:pt x="74" y="17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cxnSp>
          <p:nvCxnSpPr>
            <p:cNvPr id="1111" name="Google Shape;1111;p3"/>
            <p:cNvCxnSpPr/>
            <p:nvPr/>
          </p:nvCxnSpPr>
          <p:spPr>
            <a:xfrm flipH="1">
              <a:off x="5015" y="869"/>
              <a:ext cx="40" cy="1"/>
            </a:xfrm>
            <a:prstGeom prst="straightConnector1">
              <a:avLst/>
            </a:prstGeom>
            <a:noFill/>
            <a:ln w="9525" cap="flat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sp>
          <p:nvSpPr>
            <p:cNvPr id="1112" name="Google Shape;1112;p3"/>
            <p:cNvSpPr/>
            <p:nvPr/>
          </p:nvSpPr>
          <p:spPr>
            <a:xfrm>
              <a:off x="4995" y="840"/>
              <a:ext cx="60" cy="117"/>
            </a:xfrm>
            <a:custGeom>
              <a:avLst/>
              <a:gdLst/>
              <a:ahLst/>
              <a:cxnLst/>
              <a:rect l="l" t="t" r="r" b="b"/>
              <a:pathLst>
                <a:path w="121" h="234" extrusionOk="0">
                  <a:moveTo>
                    <a:pt x="0" y="234"/>
                  </a:moveTo>
                  <a:lnTo>
                    <a:pt x="121" y="59"/>
                  </a:lnTo>
                  <a:lnTo>
                    <a:pt x="82" y="0"/>
                  </a:lnTo>
                </a:path>
              </a:pathLst>
            </a:custGeom>
            <a:noFill/>
            <a:ln w="9525" cap="flat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cxnSp>
          <p:nvCxnSpPr>
            <p:cNvPr id="1113" name="Google Shape;1113;p3"/>
            <p:cNvCxnSpPr/>
            <p:nvPr/>
          </p:nvCxnSpPr>
          <p:spPr>
            <a:xfrm rot="10800000">
              <a:off x="5015" y="869"/>
              <a:ext cx="65" cy="90"/>
            </a:xfrm>
            <a:prstGeom prst="straightConnector1">
              <a:avLst/>
            </a:prstGeom>
            <a:noFill/>
            <a:ln w="9525" cap="flat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sp>
          <p:nvSpPr>
            <p:cNvPr id="1114" name="Google Shape;1114;p3"/>
            <p:cNvSpPr/>
            <p:nvPr/>
          </p:nvSpPr>
          <p:spPr>
            <a:xfrm>
              <a:off x="4936" y="927"/>
              <a:ext cx="119" cy="30"/>
            </a:xfrm>
            <a:custGeom>
              <a:avLst/>
              <a:gdLst/>
              <a:ahLst/>
              <a:cxnLst/>
              <a:rect l="l" t="t" r="r" b="b"/>
              <a:pathLst>
                <a:path w="238" h="59" extrusionOk="0">
                  <a:moveTo>
                    <a:pt x="199" y="59"/>
                  </a:moveTo>
                  <a:lnTo>
                    <a:pt x="238" y="0"/>
                  </a:lnTo>
                  <a:lnTo>
                    <a:pt x="0" y="0"/>
                  </a:lnTo>
                  <a:lnTo>
                    <a:pt x="34" y="59"/>
                  </a:lnTo>
                </a:path>
              </a:pathLst>
            </a:custGeom>
            <a:noFill/>
            <a:ln w="9525" cap="flat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cxnSp>
          <p:nvCxnSpPr>
            <p:cNvPr id="1115" name="Google Shape;1115;p3"/>
            <p:cNvCxnSpPr/>
            <p:nvPr/>
          </p:nvCxnSpPr>
          <p:spPr>
            <a:xfrm rot="10800000" flipH="1">
              <a:off x="4911" y="879"/>
              <a:ext cx="63" cy="80"/>
            </a:xfrm>
            <a:prstGeom prst="straightConnector1">
              <a:avLst/>
            </a:prstGeom>
            <a:noFill/>
            <a:ln w="9525" cap="flat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sp>
          <p:nvSpPr>
            <p:cNvPr id="1116" name="Google Shape;1116;p3"/>
            <p:cNvSpPr/>
            <p:nvPr/>
          </p:nvSpPr>
          <p:spPr>
            <a:xfrm>
              <a:off x="4817" y="959"/>
              <a:ext cx="300" cy="27"/>
            </a:xfrm>
            <a:custGeom>
              <a:avLst/>
              <a:gdLst/>
              <a:ahLst/>
              <a:cxnLst/>
              <a:rect l="l" t="t" r="r" b="b"/>
              <a:pathLst>
                <a:path w="599" h="53" extrusionOk="0">
                  <a:moveTo>
                    <a:pt x="563" y="17"/>
                  </a:moveTo>
                  <a:lnTo>
                    <a:pt x="599" y="17"/>
                  </a:lnTo>
                  <a:lnTo>
                    <a:pt x="599" y="53"/>
                  </a:lnTo>
                  <a:lnTo>
                    <a:pt x="0" y="53"/>
                  </a:lnTo>
                  <a:lnTo>
                    <a:pt x="0" y="17"/>
                  </a:lnTo>
                  <a:lnTo>
                    <a:pt x="74" y="17"/>
                  </a:lnTo>
                  <a:lnTo>
                    <a:pt x="74" y="0"/>
                  </a:lnTo>
                  <a:lnTo>
                    <a:pt x="563" y="0"/>
                  </a:lnTo>
                  <a:lnTo>
                    <a:pt x="563" y="17"/>
                  </a:lnTo>
                </a:path>
              </a:pathLst>
            </a:custGeom>
            <a:noFill/>
            <a:ln w="9525" cap="flat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1117" name="Google Shape;1117;p3"/>
            <p:cNvSpPr/>
            <p:nvPr/>
          </p:nvSpPr>
          <p:spPr>
            <a:xfrm>
              <a:off x="4854" y="968"/>
              <a:ext cx="239" cy="1"/>
            </a:xfrm>
            <a:custGeom>
              <a:avLst/>
              <a:gdLst/>
              <a:ahLst/>
              <a:cxnLst/>
              <a:rect l="l" t="t" r="r" b="b"/>
              <a:pathLst>
                <a:path w="478" h="120000" extrusionOk="0">
                  <a:moveTo>
                    <a:pt x="0" y="0"/>
                  </a:moveTo>
                  <a:lnTo>
                    <a:pt x="478" y="0"/>
                  </a:lnTo>
                  <a:lnTo>
                    <a:pt x="0" y="0"/>
                  </a:lnTo>
                </a:path>
              </a:pathLst>
            </a:custGeom>
            <a:noFill/>
            <a:ln w="9525" cap="flat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1118" name="Google Shape;1118;p3"/>
            <p:cNvSpPr/>
            <p:nvPr/>
          </p:nvSpPr>
          <p:spPr>
            <a:xfrm>
              <a:off x="4976" y="869"/>
              <a:ext cx="38" cy="90"/>
            </a:xfrm>
            <a:prstGeom prst="rect">
              <a:avLst/>
            </a:prstGeom>
            <a:solidFill>
              <a:srgbClr val="000000"/>
            </a:solidFill>
            <a:ln w="9525" cap="flat" cmpd="sng">
              <a:solidFill>
                <a:srgbClr val="000000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1119" name="Google Shape;1119;p3"/>
            <p:cNvSpPr/>
            <p:nvPr/>
          </p:nvSpPr>
          <p:spPr>
            <a:xfrm>
              <a:off x="4817" y="728"/>
              <a:ext cx="290" cy="190"/>
            </a:xfrm>
            <a:custGeom>
              <a:avLst/>
              <a:gdLst/>
              <a:ahLst/>
              <a:cxnLst/>
              <a:rect l="l" t="t" r="r" b="b"/>
              <a:pathLst>
                <a:path w="579" h="380" extrusionOk="0">
                  <a:moveTo>
                    <a:pt x="568" y="16"/>
                  </a:moveTo>
                  <a:lnTo>
                    <a:pt x="576" y="37"/>
                  </a:lnTo>
                  <a:lnTo>
                    <a:pt x="579" y="59"/>
                  </a:lnTo>
                  <a:lnTo>
                    <a:pt x="576" y="85"/>
                  </a:lnTo>
                  <a:lnTo>
                    <a:pt x="567" y="113"/>
                  </a:lnTo>
                  <a:lnTo>
                    <a:pt x="552" y="143"/>
                  </a:lnTo>
                  <a:lnTo>
                    <a:pt x="532" y="172"/>
                  </a:lnTo>
                  <a:lnTo>
                    <a:pt x="507" y="202"/>
                  </a:lnTo>
                  <a:lnTo>
                    <a:pt x="476" y="231"/>
                  </a:lnTo>
                  <a:lnTo>
                    <a:pt x="442" y="259"/>
                  </a:lnTo>
                  <a:lnTo>
                    <a:pt x="406" y="285"/>
                  </a:lnTo>
                  <a:lnTo>
                    <a:pt x="366" y="308"/>
                  </a:lnTo>
                  <a:lnTo>
                    <a:pt x="325" y="328"/>
                  </a:lnTo>
                  <a:lnTo>
                    <a:pt x="283" y="347"/>
                  </a:lnTo>
                  <a:lnTo>
                    <a:pt x="242" y="361"/>
                  </a:lnTo>
                  <a:lnTo>
                    <a:pt x="200" y="372"/>
                  </a:lnTo>
                  <a:lnTo>
                    <a:pt x="162" y="377"/>
                  </a:lnTo>
                  <a:lnTo>
                    <a:pt x="124" y="380"/>
                  </a:lnTo>
                  <a:lnTo>
                    <a:pt x="92" y="377"/>
                  </a:lnTo>
                  <a:lnTo>
                    <a:pt x="61" y="372"/>
                  </a:lnTo>
                  <a:lnTo>
                    <a:pt x="36" y="361"/>
                  </a:lnTo>
                  <a:lnTo>
                    <a:pt x="16" y="347"/>
                  </a:lnTo>
                  <a:lnTo>
                    <a:pt x="1" y="330"/>
                  </a:lnTo>
                  <a:lnTo>
                    <a:pt x="10" y="337"/>
                  </a:lnTo>
                  <a:lnTo>
                    <a:pt x="25" y="342"/>
                  </a:lnTo>
                  <a:lnTo>
                    <a:pt x="45" y="344"/>
                  </a:lnTo>
                  <a:lnTo>
                    <a:pt x="68" y="341"/>
                  </a:lnTo>
                  <a:lnTo>
                    <a:pt x="97" y="335"/>
                  </a:lnTo>
                  <a:lnTo>
                    <a:pt x="130" y="327"/>
                  </a:lnTo>
                  <a:lnTo>
                    <a:pt x="166" y="314"/>
                  </a:lnTo>
                  <a:lnTo>
                    <a:pt x="204" y="299"/>
                  </a:lnTo>
                  <a:lnTo>
                    <a:pt x="245" y="282"/>
                  </a:lnTo>
                  <a:lnTo>
                    <a:pt x="285" y="262"/>
                  </a:lnTo>
                  <a:lnTo>
                    <a:pt x="326" y="240"/>
                  </a:lnTo>
                  <a:lnTo>
                    <a:pt x="366" y="217"/>
                  </a:lnTo>
                  <a:lnTo>
                    <a:pt x="404" y="193"/>
                  </a:lnTo>
                  <a:lnTo>
                    <a:pt x="440" y="169"/>
                  </a:lnTo>
                  <a:lnTo>
                    <a:pt x="473" y="144"/>
                  </a:lnTo>
                  <a:lnTo>
                    <a:pt x="502" y="120"/>
                  </a:lnTo>
                  <a:lnTo>
                    <a:pt x="525" y="98"/>
                  </a:lnTo>
                  <a:lnTo>
                    <a:pt x="545" y="77"/>
                  </a:lnTo>
                  <a:lnTo>
                    <a:pt x="559" y="58"/>
                  </a:lnTo>
                  <a:lnTo>
                    <a:pt x="568" y="40"/>
                  </a:lnTo>
                  <a:lnTo>
                    <a:pt x="570" y="26"/>
                  </a:lnTo>
                  <a:lnTo>
                    <a:pt x="568" y="16"/>
                  </a:lnTo>
                  <a:close/>
                  <a:moveTo>
                    <a:pt x="568" y="16"/>
                  </a:moveTo>
                  <a:lnTo>
                    <a:pt x="559" y="7"/>
                  </a:lnTo>
                  <a:lnTo>
                    <a:pt x="545" y="2"/>
                  </a:lnTo>
                  <a:lnTo>
                    <a:pt x="525" y="0"/>
                  </a:lnTo>
                  <a:lnTo>
                    <a:pt x="502" y="4"/>
                  </a:lnTo>
                  <a:lnTo>
                    <a:pt x="473" y="9"/>
                  </a:lnTo>
                  <a:lnTo>
                    <a:pt x="438" y="18"/>
                  </a:lnTo>
                  <a:lnTo>
                    <a:pt x="404" y="30"/>
                  </a:lnTo>
                  <a:lnTo>
                    <a:pt x="364" y="46"/>
                  </a:lnTo>
                  <a:lnTo>
                    <a:pt x="325" y="63"/>
                  </a:lnTo>
                  <a:lnTo>
                    <a:pt x="285" y="82"/>
                  </a:lnTo>
                  <a:lnTo>
                    <a:pt x="243" y="105"/>
                  </a:lnTo>
                  <a:lnTo>
                    <a:pt x="204" y="127"/>
                  </a:lnTo>
                  <a:lnTo>
                    <a:pt x="166" y="151"/>
                  </a:lnTo>
                  <a:lnTo>
                    <a:pt x="130" y="176"/>
                  </a:lnTo>
                  <a:lnTo>
                    <a:pt x="97" y="200"/>
                  </a:lnTo>
                  <a:lnTo>
                    <a:pt x="68" y="224"/>
                  </a:lnTo>
                  <a:lnTo>
                    <a:pt x="45" y="247"/>
                  </a:lnTo>
                  <a:lnTo>
                    <a:pt x="25" y="268"/>
                  </a:lnTo>
                  <a:lnTo>
                    <a:pt x="10" y="287"/>
                  </a:lnTo>
                  <a:lnTo>
                    <a:pt x="1" y="304"/>
                  </a:lnTo>
                  <a:lnTo>
                    <a:pt x="0" y="318"/>
                  </a:lnTo>
                  <a:lnTo>
                    <a:pt x="1" y="330"/>
                  </a:lnTo>
                  <a:lnTo>
                    <a:pt x="10" y="337"/>
                  </a:lnTo>
                  <a:lnTo>
                    <a:pt x="25" y="342"/>
                  </a:lnTo>
                  <a:lnTo>
                    <a:pt x="45" y="344"/>
                  </a:lnTo>
                  <a:lnTo>
                    <a:pt x="68" y="341"/>
                  </a:lnTo>
                  <a:lnTo>
                    <a:pt x="97" y="335"/>
                  </a:lnTo>
                  <a:lnTo>
                    <a:pt x="130" y="327"/>
                  </a:lnTo>
                  <a:lnTo>
                    <a:pt x="166" y="314"/>
                  </a:lnTo>
                  <a:lnTo>
                    <a:pt x="204" y="299"/>
                  </a:lnTo>
                  <a:lnTo>
                    <a:pt x="245" y="282"/>
                  </a:lnTo>
                  <a:lnTo>
                    <a:pt x="285" y="262"/>
                  </a:lnTo>
                  <a:lnTo>
                    <a:pt x="326" y="240"/>
                  </a:lnTo>
                  <a:lnTo>
                    <a:pt x="366" y="217"/>
                  </a:lnTo>
                  <a:lnTo>
                    <a:pt x="404" y="193"/>
                  </a:lnTo>
                  <a:lnTo>
                    <a:pt x="440" y="169"/>
                  </a:lnTo>
                  <a:lnTo>
                    <a:pt x="473" y="144"/>
                  </a:lnTo>
                  <a:lnTo>
                    <a:pt x="502" y="120"/>
                  </a:lnTo>
                  <a:lnTo>
                    <a:pt x="525" y="98"/>
                  </a:lnTo>
                  <a:lnTo>
                    <a:pt x="545" y="77"/>
                  </a:lnTo>
                  <a:lnTo>
                    <a:pt x="559" y="58"/>
                  </a:lnTo>
                  <a:lnTo>
                    <a:pt x="568" y="40"/>
                  </a:lnTo>
                  <a:lnTo>
                    <a:pt x="570" y="26"/>
                  </a:lnTo>
                  <a:lnTo>
                    <a:pt x="568" y="16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cxnSp>
          <p:nvCxnSpPr>
            <p:cNvPr id="1120" name="Google Shape;1120;p3"/>
            <p:cNvCxnSpPr/>
            <p:nvPr/>
          </p:nvCxnSpPr>
          <p:spPr>
            <a:xfrm rot="10800000" flipH="1">
              <a:off x="4911" y="733"/>
              <a:ext cx="189" cy="1"/>
            </a:xfrm>
            <a:prstGeom prst="straightConnector1">
              <a:avLst/>
            </a:prstGeom>
            <a:noFill/>
            <a:ln w="9525" cap="flat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121" name="Google Shape;1121;p3"/>
            <p:cNvCxnSpPr/>
            <p:nvPr/>
          </p:nvCxnSpPr>
          <p:spPr>
            <a:xfrm>
              <a:off x="4911" y="734"/>
              <a:ext cx="68" cy="111"/>
            </a:xfrm>
            <a:prstGeom prst="straightConnector1">
              <a:avLst/>
            </a:prstGeom>
            <a:noFill/>
            <a:ln w="9525" cap="flat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122" name="Google Shape;1122;p3"/>
            <p:cNvCxnSpPr/>
            <p:nvPr/>
          </p:nvCxnSpPr>
          <p:spPr>
            <a:xfrm flipH="1">
              <a:off x="4818" y="734"/>
              <a:ext cx="93" cy="155"/>
            </a:xfrm>
            <a:prstGeom prst="straightConnector1">
              <a:avLst/>
            </a:prstGeom>
            <a:noFill/>
            <a:ln w="9525" cap="flat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sp>
          <p:nvSpPr>
            <p:cNvPr id="1123" name="Google Shape;1123;p3"/>
            <p:cNvSpPr/>
            <p:nvPr/>
          </p:nvSpPr>
          <p:spPr>
            <a:xfrm>
              <a:off x="4940" y="816"/>
              <a:ext cx="71" cy="43"/>
            </a:xfrm>
            <a:custGeom>
              <a:avLst/>
              <a:gdLst/>
              <a:ahLst/>
              <a:cxnLst/>
              <a:rect l="l" t="t" r="r" b="b"/>
              <a:pathLst>
                <a:path w="141" h="85" extrusionOk="0">
                  <a:moveTo>
                    <a:pt x="141" y="4"/>
                  </a:moveTo>
                  <a:lnTo>
                    <a:pt x="135" y="0"/>
                  </a:lnTo>
                  <a:lnTo>
                    <a:pt x="125" y="0"/>
                  </a:lnTo>
                  <a:lnTo>
                    <a:pt x="108" y="4"/>
                  </a:lnTo>
                  <a:lnTo>
                    <a:pt x="90" y="11"/>
                  </a:lnTo>
                  <a:lnTo>
                    <a:pt x="70" y="21"/>
                  </a:lnTo>
                  <a:lnTo>
                    <a:pt x="51" y="32"/>
                  </a:lnTo>
                  <a:lnTo>
                    <a:pt x="32" y="44"/>
                  </a:lnTo>
                  <a:lnTo>
                    <a:pt x="16" y="56"/>
                  </a:lnTo>
                  <a:lnTo>
                    <a:pt x="5" y="66"/>
                  </a:lnTo>
                  <a:lnTo>
                    <a:pt x="0" y="75"/>
                  </a:lnTo>
                  <a:lnTo>
                    <a:pt x="0" y="82"/>
                  </a:lnTo>
                  <a:lnTo>
                    <a:pt x="5" y="85"/>
                  </a:lnTo>
                  <a:lnTo>
                    <a:pt x="16" y="85"/>
                  </a:lnTo>
                  <a:lnTo>
                    <a:pt x="32" y="82"/>
                  </a:lnTo>
                  <a:lnTo>
                    <a:pt x="51" y="75"/>
                  </a:lnTo>
                  <a:lnTo>
                    <a:pt x="70" y="65"/>
                  </a:lnTo>
                  <a:lnTo>
                    <a:pt x="90" y="54"/>
                  </a:lnTo>
                  <a:lnTo>
                    <a:pt x="108" y="42"/>
                  </a:lnTo>
                  <a:lnTo>
                    <a:pt x="125" y="30"/>
                  </a:lnTo>
                  <a:lnTo>
                    <a:pt x="135" y="20"/>
                  </a:lnTo>
                  <a:lnTo>
                    <a:pt x="141" y="11"/>
                  </a:lnTo>
                  <a:lnTo>
                    <a:pt x="141" y="4"/>
                  </a:lnTo>
                  <a:close/>
                </a:path>
              </a:pathLst>
            </a:custGeom>
            <a:solidFill>
              <a:srgbClr val="000000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</p:grpSp>
      <p:grpSp>
        <p:nvGrpSpPr>
          <p:cNvPr id="1124" name="Google Shape;1124;p3"/>
          <p:cNvGrpSpPr/>
          <p:nvPr/>
        </p:nvGrpSpPr>
        <p:grpSpPr>
          <a:xfrm>
            <a:off x="3733800" y="2438400"/>
            <a:ext cx="252413" cy="323850"/>
            <a:chOff x="4817" y="728"/>
            <a:chExt cx="300" cy="258"/>
          </a:xfrm>
        </p:grpSpPr>
        <p:sp>
          <p:nvSpPr>
            <p:cNvPr id="1125" name="Google Shape;1125;p3"/>
            <p:cNvSpPr/>
            <p:nvPr/>
          </p:nvSpPr>
          <p:spPr>
            <a:xfrm>
              <a:off x="4817" y="959"/>
              <a:ext cx="300" cy="27"/>
            </a:xfrm>
            <a:custGeom>
              <a:avLst/>
              <a:gdLst/>
              <a:ahLst/>
              <a:cxnLst/>
              <a:rect l="l" t="t" r="r" b="b"/>
              <a:pathLst>
                <a:path w="599" h="53" extrusionOk="0">
                  <a:moveTo>
                    <a:pt x="563" y="17"/>
                  </a:moveTo>
                  <a:lnTo>
                    <a:pt x="599" y="17"/>
                  </a:lnTo>
                  <a:lnTo>
                    <a:pt x="599" y="53"/>
                  </a:lnTo>
                  <a:lnTo>
                    <a:pt x="0" y="53"/>
                  </a:lnTo>
                  <a:lnTo>
                    <a:pt x="0" y="17"/>
                  </a:lnTo>
                  <a:lnTo>
                    <a:pt x="74" y="17"/>
                  </a:lnTo>
                  <a:lnTo>
                    <a:pt x="74" y="0"/>
                  </a:lnTo>
                  <a:lnTo>
                    <a:pt x="563" y="0"/>
                  </a:lnTo>
                  <a:lnTo>
                    <a:pt x="563" y="17"/>
                  </a:lnTo>
                  <a:close/>
                  <a:moveTo>
                    <a:pt x="74" y="17"/>
                  </a:moveTo>
                  <a:lnTo>
                    <a:pt x="552" y="17"/>
                  </a:lnTo>
                  <a:lnTo>
                    <a:pt x="74" y="17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cxnSp>
          <p:nvCxnSpPr>
            <p:cNvPr id="1126" name="Google Shape;1126;p3"/>
            <p:cNvCxnSpPr/>
            <p:nvPr/>
          </p:nvCxnSpPr>
          <p:spPr>
            <a:xfrm flipH="1">
              <a:off x="5015" y="869"/>
              <a:ext cx="40" cy="1"/>
            </a:xfrm>
            <a:prstGeom prst="straightConnector1">
              <a:avLst/>
            </a:prstGeom>
            <a:noFill/>
            <a:ln w="9525" cap="flat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sp>
          <p:nvSpPr>
            <p:cNvPr id="1127" name="Google Shape;1127;p3"/>
            <p:cNvSpPr/>
            <p:nvPr/>
          </p:nvSpPr>
          <p:spPr>
            <a:xfrm>
              <a:off x="4995" y="840"/>
              <a:ext cx="60" cy="117"/>
            </a:xfrm>
            <a:custGeom>
              <a:avLst/>
              <a:gdLst/>
              <a:ahLst/>
              <a:cxnLst/>
              <a:rect l="l" t="t" r="r" b="b"/>
              <a:pathLst>
                <a:path w="121" h="234" extrusionOk="0">
                  <a:moveTo>
                    <a:pt x="0" y="234"/>
                  </a:moveTo>
                  <a:lnTo>
                    <a:pt x="121" y="59"/>
                  </a:lnTo>
                  <a:lnTo>
                    <a:pt x="82" y="0"/>
                  </a:lnTo>
                </a:path>
              </a:pathLst>
            </a:custGeom>
            <a:noFill/>
            <a:ln w="9525" cap="flat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cxnSp>
          <p:nvCxnSpPr>
            <p:cNvPr id="1128" name="Google Shape;1128;p3"/>
            <p:cNvCxnSpPr/>
            <p:nvPr/>
          </p:nvCxnSpPr>
          <p:spPr>
            <a:xfrm rot="10800000">
              <a:off x="5015" y="869"/>
              <a:ext cx="65" cy="90"/>
            </a:xfrm>
            <a:prstGeom prst="straightConnector1">
              <a:avLst/>
            </a:prstGeom>
            <a:noFill/>
            <a:ln w="9525" cap="flat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sp>
          <p:nvSpPr>
            <p:cNvPr id="1129" name="Google Shape;1129;p3"/>
            <p:cNvSpPr/>
            <p:nvPr/>
          </p:nvSpPr>
          <p:spPr>
            <a:xfrm>
              <a:off x="4936" y="927"/>
              <a:ext cx="119" cy="30"/>
            </a:xfrm>
            <a:custGeom>
              <a:avLst/>
              <a:gdLst/>
              <a:ahLst/>
              <a:cxnLst/>
              <a:rect l="l" t="t" r="r" b="b"/>
              <a:pathLst>
                <a:path w="238" h="59" extrusionOk="0">
                  <a:moveTo>
                    <a:pt x="199" y="59"/>
                  </a:moveTo>
                  <a:lnTo>
                    <a:pt x="238" y="0"/>
                  </a:lnTo>
                  <a:lnTo>
                    <a:pt x="0" y="0"/>
                  </a:lnTo>
                  <a:lnTo>
                    <a:pt x="34" y="59"/>
                  </a:lnTo>
                </a:path>
              </a:pathLst>
            </a:custGeom>
            <a:noFill/>
            <a:ln w="9525" cap="flat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cxnSp>
          <p:nvCxnSpPr>
            <p:cNvPr id="1130" name="Google Shape;1130;p3"/>
            <p:cNvCxnSpPr/>
            <p:nvPr/>
          </p:nvCxnSpPr>
          <p:spPr>
            <a:xfrm rot="10800000" flipH="1">
              <a:off x="4911" y="879"/>
              <a:ext cx="63" cy="80"/>
            </a:xfrm>
            <a:prstGeom prst="straightConnector1">
              <a:avLst/>
            </a:prstGeom>
            <a:noFill/>
            <a:ln w="9525" cap="flat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sp>
          <p:nvSpPr>
            <p:cNvPr id="1131" name="Google Shape;1131;p3"/>
            <p:cNvSpPr/>
            <p:nvPr/>
          </p:nvSpPr>
          <p:spPr>
            <a:xfrm>
              <a:off x="4817" y="959"/>
              <a:ext cx="300" cy="27"/>
            </a:xfrm>
            <a:custGeom>
              <a:avLst/>
              <a:gdLst/>
              <a:ahLst/>
              <a:cxnLst/>
              <a:rect l="l" t="t" r="r" b="b"/>
              <a:pathLst>
                <a:path w="599" h="53" extrusionOk="0">
                  <a:moveTo>
                    <a:pt x="563" y="17"/>
                  </a:moveTo>
                  <a:lnTo>
                    <a:pt x="599" y="17"/>
                  </a:lnTo>
                  <a:lnTo>
                    <a:pt x="599" y="53"/>
                  </a:lnTo>
                  <a:lnTo>
                    <a:pt x="0" y="53"/>
                  </a:lnTo>
                  <a:lnTo>
                    <a:pt x="0" y="17"/>
                  </a:lnTo>
                  <a:lnTo>
                    <a:pt x="74" y="17"/>
                  </a:lnTo>
                  <a:lnTo>
                    <a:pt x="74" y="0"/>
                  </a:lnTo>
                  <a:lnTo>
                    <a:pt x="563" y="0"/>
                  </a:lnTo>
                  <a:lnTo>
                    <a:pt x="563" y="17"/>
                  </a:lnTo>
                </a:path>
              </a:pathLst>
            </a:custGeom>
            <a:noFill/>
            <a:ln w="9525" cap="flat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1132" name="Google Shape;1132;p3"/>
            <p:cNvSpPr/>
            <p:nvPr/>
          </p:nvSpPr>
          <p:spPr>
            <a:xfrm>
              <a:off x="4854" y="968"/>
              <a:ext cx="239" cy="1"/>
            </a:xfrm>
            <a:custGeom>
              <a:avLst/>
              <a:gdLst/>
              <a:ahLst/>
              <a:cxnLst/>
              <a:rect l="l" t="t" r="r" b="b"/>
              <a:pathLst>
                <a:path w="478" h="120000" extrusionOk="0">
                  <a:moveTo>
                    <a:pt x="0" y="0"/>
                  </a:moveTo>
                  <a:lnTo>
                    <a:pt x="478" y="0"/>
                  </a:lnTo>
                  <a:lnTo>
                    <a:pt x="0" y="0"/>
                  </a:lnTo>
                </a:path>
              </a:pathLst>
            </a:custGeom>
            <a:noFill/>
            <a:ln w="9525" cap="flat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1133" name="Google Shape;1133;p3"/>
            <p:cNvSpPr/>
            <p:nvPr/>
          </p:nvSpPr>
          <p:spPr>
            <a:xfrm>
              <a:off x="4976" y="869"/>
              <a:ext cx="38" cy="90"/>
            </a:xfrm>
            <a:prstGeom prst="rect">
              <a:avLst/>
            </a:prstGeom>
            <a:solidFill>
              <a:srgbClr val="000000"/>
            </a:solidFill>
            <a:ln w="9525" cap="flat" cmpd="sng">
              <a:solidFill>
                <a:srgbClr val="000000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1134" name="Google Shape;1134;p3"/>
            <p:cNvSpPr/>
            <p:nvPr/>
          </p:nvSpPr>
          <p:spPr>
            <a:xfrm>
              <a:off x="4817" y="728"/>
              <a:ext cx="290" cy="190"/>
            </a:xfrm>
            <a:custGeom>
              <a:avLst/>
              <a:gdLst/>
              <a:ahLst/>
              <a:cxnLst/>
              <a:rect l="l" t="t" r="r" b="b"/>
              <a:pathLst>
                <a:path w="579" h="380" extrusionOk="0">
                  <a:moveTo>
                    <a:pt x="568" y="16"/>
                  </a:moveTo>
                  <a:lnTo>
                    <a:pt x="576" y="37"/>
                  </a:lnTo>
                  <a:lnTo>
                    <a:pt x="579" y="59"/>
                  </a:lnTo>
                  <a:lnTo>
                    <a:pt x="576" y="85"/>
                  </a:lnTo>
                  <a:lnTo>
                    <a:pt x="567" y="113"/>
                  </a:lnTo>
                  <a:lnTo>
                    <a:pt x="552" y="143"/>
                  </a:lnTo>
                  <a:lnTo>
                    <a:pt x="532" y="172"/>
                  </a:lnTo>
                  <a:lnTo>
                    <a:pt x="507" y="202"/>
                  </a:lnTo>
                  <a:lnTo>
                    <a:pt x="476" y="231"/>
                  </a:lnTo>
                  <a:lnTo>
                    <a:pt x="442" y="259"/>
                  </a:lnTo>
                  <a:lnTo>
                    <a:pt x="406" y="285"/>
                  </a:lnTo>
                  <a:lnTo>
                    <a:pt x="366" y="308"/>
                  </a:lnTo>
                  <a:lnTo>
                    <a:pt x="325" y="328"/>
                  </a:lnTo>
                  <a:lnTo>
                    <a:pt x="283" y="347"/>
                  </a:lnTo>
                  <a:lnTo>
                    <a:pt x="242" y="361"/>
                  </a:lnTo>
                  <a:lnTo>
                    <a:pt x="200" y="372"/>
                  </a:lnTo>
                  <a:lnTo>
                    <a:pt x="162" y="377"/>
                  </a:lnTo>
                  <a:lnTo>
                    <a:pt x="124" y="380"/>
                  </a:lnTo>
                  <a:lnTo>
                    <a:pt x="92" y="377"/>
                  </a:lnTo>
                  <a:lnTo>
                    <a:pt x="61" y="372"/>
                  </a:lnTo>
                  <a:lnTo>
                    <a:pt x="36" y="361"/>
                  </a:lnTo>
                  <a:lnTo>
                    <a:pt x="16" y="347"/>
                  </a:lnTo>
                  <a:lnTo>
                    <a:pt x="1" y="330"/>
                  </a:lnTo>
                  <a:lnTo>
                    <a:pt x="10" y="337"/>
                  </a:lnTo>
                  <a:lnTo>
                    <a:pt x="25" y="342"/>
                  </a:lnTo>
                  <a:lnTo>
                    <a:pt x="45" y="344"/>
                  </a:lnTo>
                  <a:lnTo>
                    <a:pt x="68" y="341"/>
                  </a:lnTo>
                  <a:lnTo>
                    <a:pt x="97" y="335"/>
                  </a:lnTo>
                  <a:lnTo>
                    <a:pt x="130" y="327"/>
                  </a:lnTo>
                  <a:lnTo>
                    <a:pt x="166" y="314"/>
                  </a:lnTo>
                  <a:lnTo>
                    <a:pt x="204" y="299"/>
                  </a:lnTo>
                  <a:lnTo>
                    <a:pt x="245" y="282"/>
                  </a:lnTo>
                  <a:lnTo>
                    <a:pt x="285" y="262"/>
                  </a:lnTo>
                  <a:lnTo>
                    <a:pt x="326" y="240"/>
                  </a:lnTo>
                  <a:lnTo>
                    <a:pt x="366" y="217"/>
                  </a:lnTo>
                  <a:lnTo>
                    <a:pt x="404" y="193"/>
                  </a:lnTo>
                  <a:lnTo>
                    <a:pt x="440" y="169"/>
                  </a:lnTo>
                  <a:lnTo>
                    <a:pt x="473" y="144"/>
                  </a:lnTo>
                  <a:lnTo>
                    <a:pt x="502" y="120"/>
                  </a:lnTo>
                  <a:lnTo>
                    <a:pt x="525" y="98"/>
                  </a:lnTo>
                  <a:lnTo>
                    <a:pt x="545" y="77"/>
                  </a:lnTo>
                  <a:lnTo>
                    <a:pt x="559" y="58"/>
                  </a:lnTo>
                  <a:lnTo>
                    <a:pt x="568" y="40"/>
                  </a:lnTo>
                  <a:lnTo>
                    <a:pt x="570" y="26"/>
                  </a:lnTo>
                  <a:lnTo>
                    <a:pt x="568" y="16"/>
                  </a:lnTo>
                  <a:close/>
                  <a:moveTo>
                    <a:pt x="568" y="16"/>
                  </a:moveTo>
                  <a:lnTo>
                    <a:pt x="559" y="7"/>
                  </a:lnTo>
                  <a:lnTo>
                    <a:pt x="545" y="2"/>
                  </a:lnTo>
                  <a:lnTo>
                    <a:pt x="525" y="0"/>
                  </a:lnTo>
                  <a:lnTo>
                    <a:pt x="502" y="4"/>
                  </a:lnTo>
                  <a:lnTo>
                    <a:pt x="473" y="9"/>
                  </a:lnTo>
                  <a:lnTo>
                    <a:pt x="438" y="18"/>
                  </a:lnTo>
                  <a:lnTo>
                    <a:pt x="404" y="30"/>
                  </a:lnTo>
                  <a:lnTo>
                    <a:pt x="364" y="46"/>
                  </a:lnTo>
                  <a:lnTo>
                    <a:pt x="325" y="63"/>
                  </a:lnTo>
                  <a:lnTo>
                    <a:pt x="285" y="82"/>
                  </a:lnTo>
                  <a:lnTo>
                    <a:pt x="243" y="105"/>
                  </a:lnTo>
                  <a:lnTo>
                    <a:pt x="204" y="127"/>
                  </a:lnTo>
                  <a:lnTo>
                    <a:pt x="166" y="151"/>
                  </a:lnTo>
                  <a:lnTo>
                    <a:pt x="130" y="176"/>
                  </a:lnTo>
                  <a:lnTo>
                    <a:pt x="97" y="200"/>
                  </a:lnTo>
                  <a:lnTo>
                    <a:pt x="68" y="224"/>
                  </a:lnTo>
                  <a:lnTo>
                    <a:pt x="45" y="247"/>
                  </a:lnTo>
                  <a:lnTo>
                    <a:pt x="25" y="268"/>
                  </a:lnTo>
                  <a:lnTo>
                    <a:pt x="10" y="287"/>
                  </a:lnTo>
                  <a:lnTo>
                    <a:pt x="1" y="304"/>
                  </a:lnTo>
                  <a:lnTo>
                    <a:pt x="0" y="318"/>
                  </a:lnTo>
                  <a:lnTo>
                    <a:pt x="1" y="330"/>
                  </a:lnTo>
                  <a:lnTo>
                    <a:pt x="10" y="337"/>
                  </a:lnTo>
                  <a:lnTo>
                    <a:pt x="25" y="342"/>
                  </a:lnTo>
                  <a:lnTo>
                    <a:pt x="45" y="344"/>
                  </a:lnTo>
                  <a:lnTo>
                    <a:pt x="68" y="341"/>
                  </a:lnTo>
                  <a:lnTo>
                    <a:pt x="97" y="335"/>
                  </a:lnTo>
                  <a:lnTo>
                    <a:pt x="130" y="327"/>
                  </a:lnTo>
                  <a:lnTo>
                    <a:pt x="166" y="314"/>
                  </a:lnTo>
                  <a:lnTo>
                    <a:pt x="204" y="299"/>
                  </a:lnTo>
                  <a:lnTo>
                    <a:pt x="245" y="282"/>
                  </a:lnTo>
                  <a:lnTo>
                    <a:pt x="285" y="262"/>
                  </a:lnTo>
                  <a:lnTo>
                    <a:pt x="326" y="240"/>
                  </a:lnTo>
                  <a:lnTo>
                    <a:pt x="366" y="217"/>
                  </a:lnTo>
                  <a:lnTo>
                    <a:pt x="404" y="193"/>
                  </a:lnTo>
                  <a:lnTo>
                    <a:pt x="440" y="169"/>
                  </a:lnTo>
                  <a:lnTo>
                    <a:pt x="473" y="144"/>
                  </a:lnTo>
                  <a:lnTo>
                    <a:pt x="502" y="120"/>
                  </a:lnTo>
                  <a:lnTo>
                    <a:pt x="525" y="98"/>
                  </a:lnTo>
                  <a:lnTo>
                    <a:pt x="545" y="77"/>
                  </a:lnTo>
                  <a:lnTo>
                    <a:pt x="559" y="58"/>
                  </a:lnTo>
                  <a:lnTo>
                    <a:pt x="568" y="40"/>
                  </a:lnTo>
                  <a:lnTo>
                    <a:pt x="570" y="26"/>
                  </a:lnTo>
                  <a:lnTo>
                    <a:pt x="568" y="16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cxnSp>
          <p:nvCxnSpPr>
            <p:cNvPr id="1135" name="Google Shape;1135;p3"/>
            <p:cNvCxnSpPr/>
            <p:nvPr/>
          </p:nvCxnSpPr>
          <p:spPr>
            <a:xfrm rot="10800000" flipH="1">
              <a:off x="4911" y="733"/>
              <a:ext cx="189" cy="1"/>
            </a:xfrm>
            <a:prstGeom prst="straightConnector1">
              <a:avLst/>
            </a:prstGeom>
            <a:noFill/>
            <a:ln w="9525" cap="flat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136" name="Google Shape;1136;p3"/>
            <p:cNvCxnSpPr/>
            <p:nvPr/>
          </p:nvCxnSpPr>
          <p:spPr>
            <a:xfrm>
              <a:off x="4911" y="734"/>
              <a:ext cx="68" cy="111"/>
            </a:xfrm>
            <a:prstGeom prst="straightConnector1">
              <a:avLst/>
            </a:prstGeom>
            <a:noFill/>
            <a:ln w="9525" cap="flat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137" name="Google Shape;1137;p3"/>
            <p:cNvCxnSpPr/>
            <p:nvPr/>
          </p:nvCxnSpPr>
          <p:spPr>
            <a:xfrm flipH="1">
              <a:off x="4818" y="734"/>
              <a:ext cx="93" cy="155"/>
            </a:xfrm>
            <a:prstGeom prst="straightConnector1">
              <a:avLst/>
            </a:prstGeom>
            <a:noFill/>
            <a:ln w="9525" cap="flat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sp>
          <p:nvSpPr>
            <p:cNvPr id="1138" name="Google Shape;1138;p3"/>
            <p:cNvSpPr/>
            <p:nvPr/>
          </p:nvSpPr>
          <p:spPr>
            <a:xfrm>
              <a:off x="4940" y="816"/>
              <a:ext cx="71" cy="43"/>
            </a:xfrm>
            <a:custGeom>
              <a:avLst/>
              <a:gdLst/>
              <a:ahLst/>
              <a:cxnLst/>
              <a:rect l="l" t="t" r="r" b="b"/>
              <a:pathLst>
                <a:path w="141" h="85" extrusionOk="0">
                  <a:moveTo>
                    <a:pt x="141" y="4"/>
                  </a:moveTo>
                  <a:lnTo>
                    <a:pt x="135" y="0"/>
                  </a:lnTo>
                  <a:lnTo>
                    <a:pt x="125" y="0"/>
                  </a:lnTo>
                  <a:lnTo>
                    <a:pt x="108" y="4"/>
                  </a:lnTo>
                  <a:lnTo>
                    <a:pt x="90" y="11"/>
                  </a:lnTo>
                  <a:lnTo>
                    <a:pt x="70" y="21"/>
                  </a:lnTo>
                  <a:lnTo>
                    <a:pt x="51" y="32"/>
                  </a:lnTo>
                  <a:lnTo>
                    <a:pt x="32" y="44"/>
                  </a:lnTo>
                  <a:lnTo>
                    <a:pt x="16" y="56"/>
                  </a:lnTo>
                  <a:lnTo>
                    <a:pt x="5" y="66"/>
                  </a:lnTo>
                  <a:lnTo>
                    <a:pt x="0" y="75"/>
                  </a:lnTo>
                  <a:lnTo>
                    <a:pt x="0" y="82"/>
                  </a:lnTo>
                  <a:lnTo>
                    <a:pt x="5" y="85"/>
                  </a:lnTo>
                  <a:lnTo>
                    <a:pt x="16" y="85"/>
                  </a:lnTo>
                  <a:lnTo>
                    <a:pt x="32" y="82"/>
                  </a:lnTo>
                  <a:lnTo>
                    <a:pt x="51" y="75"/>
                  </a:lnTo>
                  <a:lnTo>
                    <a:pt x="70" y="65"/>
                  </a:lnTo>
                  <a:lnTo>
                    <a:pt x="90" y="54"/>
                  </a:lnTo>
                  <a:lnTo>
                    <a:pt x="108" y="42"/>
                  </a:lnTo>
                  <a:lnTo>
                    <a:pt x="125" y="30"/>
                  </a:lnTo>
                  <a:lnTo>
                    <a:pt x="135" y="20"/>
                  </a:lnTo>
                  <a:lnTo>
                    <a:pt x="141" y="11"/>
                  </a:lnTo>
                  <a:lnTo>
                    <a:pt x="141" y="4"/>
                  </a:lnTo>
                  <a:close/>
                </a:path>
              </a:pathLst>
            </a:custGeom>
            <a:solidFill>
              <a:srgbClr val="000000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</p:grpSp>
      <p:grpSp>
        <p:nvGrpSpPr>
          <p:cNvPr id="1139" name="Google Shape;1139;p3"/>
          <p:cNvGrpSpPr/>
          <p:nvPr/>
        </p:nvGrpSpPr>
        <p:grpSpPr>
          <a:xfrm>
            <a:off x="3581400" y="1752600"/>
            <a:ext cx="252413" cy="323850"/>
            <a:chOff x="4817" y="728"/>
            <a:chExt cx="300" cy="258"/>
          </a:xfrm>
        </p:grpSpPr>
        <p:sp>
          <p:nvSpPr>
            <p:cNvPr id="1140" name="Google Shape;1140;p3"/>
            <p:cNvSpPr/>
            <p:nvPr/>
          </p:nvSpPr>
          <p:spPr>
            <a:xfrm>
              <a:off x="4817" y="959"/>
              <a:ext cx="300" cy="27"/>
            </a:xfrm>
            <a:custGeom>
              <a:avLst/>
              <a:gdLst/>
              <a:ahLst/>
              <a:cxnLst/>
              <a:rect l="l" t="t" r="r" b="b"/>
              <a:pathLst>
                <a:path w="599" h="53" extrusionOk="0">
                  <a:moveTo>
                    <a:pt x="563" y="17"/>
                  </a:moveTo>
                  <a:lnTo>
                    <a:pt x="599" y="17"/>
                  </a:lnTo>
                  <a:lnTo>
                    <a:pt x="599" y="53"/>
                  </a:lnTo>
                  <a:lnTo>
                    <a:pt x="0" y="53"/>
                  </a:lnTo>
                  <a:lnTo>
                    <a:pt x="0" y="17"/>
                  </a:lnTo>
                  <a:lnTo>
                    <a:pt x="74" y="17"/>
                  </a:lnTo>
                  <a:lnTo>
                    <a:pt x="74" y="0"/>
                  </a:lnTo>
                  <a:lnTo>
                    <a:pt x="563" y="0"/>
                  </a:lnTo>
                  <a:lnTo>
                    <a:pt x="563" y="17"/>
                  </a:lnTo>
                  <a:close/>
                  <a:moveTo>
                    <a:pt x="74" y="17"/>
                  </a:moveTo>
                  <a:lnTo>
                    <a:pt x="552" y="17"/>
                  </a:lnTo>
                  <a:lnTo>
                    <a:pt x="74" y="17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cxnSp>
          <p:nvCxnSpPr>
            <p:cNvPr id="1141" name="Google Shape;1141;p3"/>
            <p:cNvCxnSpPr/>
            <p:nvPr/>
          </p:nvCxnSpPr>
          <p:spPr>
            <a:xfrm flipH="1">
              <a:off x="5015" y="869"/>
              <a:ext cx="40" cy="1"/>
            </a:xfrm>
            <a:prstGeom prst="straightConnector1">
              <a:avLst/>
            </a:prstGeom>
            <a:noFill/>
            <a:ln w="9525" cap="flat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sp>
          <p:nvSpPr>
            <p:cNvPr id="1142" name="Google Shape;1142;p3"/>
            <p:cNvSpPr/>
            <p:nvPr/>
          </p:nvSpPr>
          <p:spPr>
            <a:xfrm>
              <a:off x="4995" y="840"/>
              <a:ext cx="60" cy="117"/>
            </a:xfrm>
            <a:custGeom>
              <a:avLst/>
              <a:gdLst/>
              <a:ahLst/>
              <a:cxnLst/>
              <a:rect l="l" t="t" r="r" b="b"/>
              <a:pathLst>
                <a:path w="121" h="234" extrusionOk="0">
                  <a:moveTo>
                    <a:pt x="0" y="234"/>
                  </a:moveTo>
                  <a:lnTo>
                    <a:pt x="121" y="59"/>
                  </a:lnTo>
                  <a:lnTo>
                    <a:pt x="82" y="0"/>
                  </a:lnTo>
                </a:path>
              </a:pathLst>
            </a:custGeom>
            <a:noFill/>
            <a:ln w="9525" cap="flat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cxnSp>
          <p:nvCxnSpPr>
            <p:cNvPr id="1143" name="Google Shape;1143;p3"/>
            <p:cNvCxnSpPr/>
            <p:nvPr/>
          </p:nvCxnSpPr>
          <p:spPr>
            <a:xfrm rot="10800000">
              <a:off x="5015" y="869"/>
              <a:ext cx="65" cy="90"/>
            </a:xfrm>
            <a:prstGeom prst="straightConnector1">
              <a:avLst/>
            </a:prstGeom>
            <a:noFill/>
            <a:ln w="9525" cap="flat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sp>
          <p:nvSpPr>
            <p:cNvPr id="1144" name="Google Shape;1144;p3"/>
            <p:cNvSpPr/>
            <p:nvPr/>
          </p:nvSpPr>
          <p:spPr>
            <a:xfrm>
              <a:off x="4936" y="927"/>
              <a:ext cx="119" cy="30"/>
            </a:xfrm>
            <a:custGeom>
              <a:avLst/>
              <a:gdLst/>
              <a:ahLst/>
              <a:cxnLst/>
              <a:rect l="l" t="t" r="r" b="b"/>
              <a:pathLst>
                <a:path w="238" h="59" extrusionOk="0">
                  <a:moveTo>
                    <a:pt x="199" y="59"/>
                  </a:moveTo>
                  <a:lnTo>
                    <a:pt x="238" y="0"/>
                  </a:lnTo>
                  <a:lnTo>
                    <a:pt x="0" y="0"/>
                  </a:lnTo>
                  <a:lnTo>
                    <a:pt x="34" y="59"/>
                  </a:lnTo>
                </a:path>
              </a:pathLst>
            </a:custGeom>
            <a:noFill/>
            <a:ln w="9525" cap="flat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cxnSp>
          <p:nvCxnSpPr>
            <p:cNvPr id="1145" name="Google Shape;1145;p3"/>
            <p:cNvCxnSpPr/>
            <p:nvPr/>
          </p:nvCxnSpPr>
          <p:spPr>
            <a:xfrm rot="10800000" flipH="1">
              <a:off x="4911" y="879"/>
              <a:ext cx="63" cy="80"/>
            </a:xfrm>
            <a:prstGeom prst="straightConnector1">
              <a:avLst/>
            </a:prstGeom>
            <a:noFill/>
            <a:ln w="9525" cap="flat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sp>
          <p:nvSpPr>
            <p:cNvPr id="1146" name="Google Shape;1146;p3"/>
            <p:cNvSpPr/>
            <p:nvPr/>
          </p:nvSpPr>
          <p:spPr>
            <a:xfrm>
              <a:off x="4817" y="959"/>
              <a:ext cx="300" cy="27"/>
            </a:xfrm>
            <a:custGeom>
              <a:avLst/>
              <a:gdLst/>
              <a:ahLst/>
              <a:cxnLst/>
              <a:rect l="l" t="t" r="r" b="b"/>
              <a:pathLst>
                <a:path w="599" h="53" extrusionOk="0">
                  <a:moveTo>
                    <a:pt x="563" y="17"/>
                  </a:moveTo>
                  <a:lnTo>
                    <a:pt x="599" y="17"/>
                  </a:lnTo>
                  <a:lnTo>
                    <a:pt x="599" y="53"/>
                  </a:lnTo>
                  <a:lnTo>
                    <a:pt x="0" y="53"/>
                  </a:lnTo>
                  <a:lnTo>
                    <a:pt x="0" y="17"/>
                  </a:lnTo>
                  <a:lnTo>
                    <a:pt x="74" y="17"/>
                  </a:lnTo>
                  <a:lnTo>
                    <a:pt x="74" y="0"/>
                  </a:lnTo>
                  <a:lnTo>
                    <a:pt x="563" y="0"/>
                  </a:lnTo>
                  <a:lnTo>
                    <a:pt x="563" y="17"/>
                  </a:lnTo>
                </a:path>
              </a:pathLst>
            </a:custGeom>
            <a:noFill/>
            <a:ln w="9525" cap="flat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1147" name="Google Shape;1147;p3"/>
            <p:cNvSpPr/>
            <p:nvPr/>
          </p:nvSpPr>
          <p:spPr>
            <a:xfrm>
              <a:off x="4854" y="968"/>
              <a:ext cx="239" cy="1"/>
            </a:xfrm>
            <a:custGeom>
              <a:avLst/>
              <a:gdLst/>
              <a:ahLst/>
              <a:cxnLst/>
              <a:rect l="l" t="t" r="r" b="b"/>
              <a:pathLst>
                <a:path w="478" h="120000" extrusionOk="0">
                  <a:moveTo>
                    <a:pt x="0" y="0"/>
                  </a:moveTo>
                  <a:lnTo>
                    <a:pt x="478" y="0"/>
                  </a:lnTo>
                  <a:lnTo>
                    <a:pt x="0" y="0"/>
                  </a:lnTo>
                </a:path>
              </a:pathLst>
            </a:custGeom>
            <a:noFill/>
            <a:ln w="9525" cap="flat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1148" name="Google Shape;1148;p3"/>
            <p:cNvSpPr/>
            <p:nvPr/>
          </p:nvSpPr>
          <p:spPr>
            <a:xfrm>
              <a:off x="4976" y="869"/>
              <a:ext cx="38" cy="90"/>
            </a:xfrm>
            <a:prstGeom prst="rect">
              <a:avLst/>
            </a:prstGeom>
            <a:solidFill>
              <a:srgbClr val="000000"/>
            </a:solidFill>
            <a:ln w="9525" cap="flat" cmpd="sng">
              <a:solidFill>
                <a:srgbClr val="000000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1149" name="Google Shape;1149;p3"/>
            <p:cNvSpPr/>
            <p:nvPr/>
          </p:nvSpPr>
          <p:spPr>
            <a:xfrm>
              <a:off x="4817" y="728"/>
              <a:ext cx="290" cy="190"/>
            </a:xfrm>
            <a:custGeom>
              <a:avLst/>
              <a:gdLst/>
              <a:ahLst/>
              <a:cxnLst/>
              <a:rect l="l" t="t" r="r" b="b"/>
              <a:pathLst>
                <a:path w="579" h="380" extrusionOk="0">
                  <a:moveTo>
                    <a:pt x="568" y="16"/>
                  </a:moveTo>
                  <a:lnTo>
                    <a:pt x="576" y="37"/>
                  </a:lnTo>
                  <a:lnTo>
                    <a:pt x="579" y="59"/>
                  </a:lnTo>
                  <a:lnTo>
                    <a:pt x="576" y="85"/>
                  </a:lnTo>
                  <a:lnTo>
                    <a:pt x="567" y="113"/>
                  </a:lnTo>
                  <a:lnTo>
                    <a:pt x="552" y="143"/>
                  </a:lnTo>
                  <a:lnTo>
                    <a:pt x="532" y="172"/>
                  </a:lnTo>
                  <a:lnTo>
                    <a:pt x="507" y="202"/>
                  </a:lnTo>
                  <a:lnTo>
                    <a:pt x="476" y="231"/>
                  </a:lnTo>
                  <a:lnTo>
                    <a:pt x="442" y="259"/>
                  </a:lnTo>
                  <a:lnTo>
                    <a:pt x="406" y="285"/>
                  </a:lnTo>
                  <a:lnTo>
                    <a:pt x="366" y="308"/>
                  </a:lnTo>
                  <a:lnTo>
                    <a:pt x="325" y="328"/>
                  </a:lnTo>
                  <a:lnTo>
                    <a:pt x="283" y="347"/>
                  </a:lnTo>
                  <a:lnTo>
                    <a:pt x="242" y="361"/>
                  </a:lnTo>
                  <a:lnTo>
                    <a:pt x="200" y="372"/>
                  </a:lnTo>
                  <a:lnTo>
                    <a:pt x="162" y="377"/>
                  </a:lnTo>
                  <a:lnTo>
                    <a:pt x="124" y="380"/>
                  </a:lnTo>
                  <a:lnTo>
                    <a:pt x="92" y="377"/>
                  </a:lnTo>
                  <a:lnTo>
                    <a:pt x="61" y="372"/>
                  </a:lnTo>
                  <a:lnTo>
                    <a:pt x="36" y="361"/>
                  </a:lnTo>
                  <a:lnTo>
                    <a:pt x="16" y="347"/>
                  </a:lnTo>
                  <a:lnTo>
                    <a:pt x="1" y="330"/>
                  </a:lnTo>
                  <a:lnTo>
                    <a:pt x="10" y="337"/>
                  </a:lnTo>
                  <a:lnTo>
                    <a:pt x="25" y="342"/>
                  </a:lnTo>
                  <a:lnTo>
                    <a:pt x="45" y="344"/>
                  </a:lnTo>
                  <a:lnTo>
                    <a:pt x="68" y="341"/>
                  </a:lnTo>
                  <a:lnTo>
                    <a:pt x="97" y="335"/>
                  </a:lnTo>
                  <a:lnTo>
                    <a:pt x="130" y="327"/>
                  </a:lnTo>
                  <a:lnTo>
                    <a:pt x="166" y="314"/>
                  </a:lnTo>
                  <a:lnTo>
                    <a:pt x="204" y="299"/>
                  </a:lnTo>
                  <a:lnTo>
                    <a:pt x="245" y="282"/>
                  </a:lnTo>
                  <a:lnTo>
                    <a:pt x="285" y="262"/>
                  </a:lnTo>
                  <a:lnTo>
                    <a:pt x="326" y="240"/>
                  </a:lnTo>
                  <a:lnTo>
                    <a:pt x="366" y="217"/>
                  </a:lnTo>
                  <a:lnTo>
                    <a:pt x="404" y="193"/>
                  </a:lnTo>
                  <a:lnTo>
                    <a:pt x="440" y="169"/>
                  </a:lnTo>
                  <a:lnTo>
                    <a:pt x="473" y="144"/>
                  </a:lnTo>
                  <a:lnTo>
                    <a:pt x="502" y="120"/>
                  </a:lnTo>
                  <a:lnTo>
                    <a:pt x="525" y="98"/>
                  </a:lnTo>
                  <a:lnTo>
                    <a:pt x="545" y="77"/>
                  </a:lnTo>
                  <a:lnTo>
                    <a:pt x="559" y="58"/>
                  </a:lnTo>
                  <a:lnTo>
                    <a:pt x="568" y="40"/>
                  </a:lnTo>
                  <a:lnTo>
                    <a:pt x="570" y="26"/>
                  </a:lnTo>
                  <a:lnTo>
                    <a:pt x="568" y="16"/>
                  </a:lnTo>
                  <a:close/>
                  <a:moveTo>
                    <a:pt x="568" y="16"/>
                  </a:moveTo>
                  <a:lnTo>
                    <a:pt x="559" y="7"/>
                  </a:lnTo>
                  <a:lnTo>
                    <a:pt x="545" y="2"/>
                  </a:lnTo>
                  <a:lnTo>
                    <a:pt x="525" y="0"/>
                  </a:lnTo>
                  <a:lnTo>
                    <a:pt x="502" y="4"/>
                  </a:lnTo>
                  <a:lnTo>
                    <a:pt x="473" y="9"/>
                  </a:lnTo>
                  <a:lnTo>
                    <a:pt x="438" y="18"/>
                  </a:lnTo>
                  <a:lnTo>
                    <a:pt x="404" y="30"/>
                  </a:lnTo>
                  <a:lnTo>
                    <a:pt x="364" y="46"/>
                  </a:lnTo>
                  <a:lnTo>
                    <a:pt x="325" y="63"/>
                  </a:lnTo>
                  <a:lnTo>
                    <a:pt x="285" y="82"/>
                  </a:lnTo>
                  <a:lnTo>
                    <a:pt x="243" y="105"/>
                  </a:lnTo>
                  <a:lnTo>
                    <a:pt x="204" y="127"/>
                  </a:lnTo>
                  <a:lnTo>
                    <a:pt x="166" y="151"/>
                  </a:lnTo>
                  <a:lnTo>
                    <a:pt x="130" y="176"/>
                  </a:lnTo>
                  <a:lnTo>
                    <a:pt x="97" y="200"/>
                  </a:lnTo>
                  <a:lnTo>
                    <a:pt x="68" y="224"/>
                  </a:lnTo>
                  <a:lnTo>
                    <a:pt x="45" y="247"/>
                  </a:lnTo>
                  <a:lnTo>
                    <a:pt x="25" y="268"/>
                  </a:lnTo>
                  <a:lnTo>
                    <a:pt x="10" y="287"/>
                  </a:lnTo>
                  <a:lnTo>
                    <a:pt x="1" y="304"/>
                  </a:lnTo>
                  <a:lnTo>
                    <a:pt x="0" y="318"/>
                  </a:lnTo>
                  <a:lnTo>
                    <a:pt x="1" y="330"/>
                  </a:lnTo>
                  <a:lnTo>
                    <a:pt x="10" y="337"/>
                  </a:lnTo>
                  <a:lnTo>
                    <a:pt x="25" y="342"/>
                  </a:lnTo>
                  <a:lnTo>
                    <a:pt x="45" y="344"/>
                  </a:lnTo>
                  <a:lnTo>
                    <a:pt x="68" y="341"/>
                  </a:lnTo>
                  <a:lnTo>
                    <a:pt x="97" y="335"/>
                  </a:lnTo>
                  <a:lnTo>
                    <a:pt x="130" y="327"/>
                  </a:lnTo>
                  <a:lnTo>
                    <a:pt x="166" y="314"/>
                  </a:lnTo>
                  <a:lnTo>
                    <a:pt x="204" y="299"/>
                  </a:lnTo>
                  <a:lnTo>
                    <a:pt x="245" y="282"/>
                  </a:lnTo>
                  <a:lnTo>
                    <a:pt x="285" y="262"/>
                  </a:lnTo>
                  <a:lnTo>
                    <a:pt x="326" y="240"/>
                  </a:lnTo>
                  <a:lnTo>
                    <a:pt x="366" y="217"/>
                  </a:lnTo>
                  <a:lnTo>
                    <a:pt x="404" y="193"/>
                  </a:lnTo>
                  <a:lnTo>
                    <a:pt x="440" y="169"/>
                  </a:lnTo>
                  <a:lnTo>
                    <a:pt x="473" y="144"/>
                  </a:lnTo>
                  <a:lnTo>
                    <a:pt x="502" y="120"/>
                  </a:lnTo>
                  <a:lnTo>
                    <a:pt x="525" y="98"/>
                  </a:lnTo>
                  <a:lnTo>
                    <a:pt x="545" y="77"/>
                  </a:lnTo>
                  <a:lnTo>
                    <a:pt x="559" y="58"/>
                  </a:lnTo>
                  <a:lnTo>
                    <a:pt x="568" y="40"/>
                  </a:lnTo>
                  <a:lnTo>
                    <a:pt x="570" y="26"/>
                  </a:lnTo>
                  <a:lnTo>
                    <a:pt x="568" y="16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cxnSp>
          <p:nvCxnSpPr>
            <p:cNvPr id="1150" name="Google Shape;1150;p3"/>
            <p:cNvCxnSpPr/>
            <p:nvPr/>
          </p:nvCxnSpPr>
          <p:spPr>
            <a:xfrm rot="10800000" flipH="1">
              <a:off x="4911" y="733"/>
              <a:ext cx="189" cy="1"/>
            </a:xfrm>
            <a:prstGeom prst="straightConnector1">
              <a:avLst/>
            </a:prstGeom>
            <a:noFill/>
            <a:ln w="9525" cap="flat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151" name="Google Shape;1151;p3"/>
            <p:cNvCxnSpPr/>
            <p:nvPr/>
          </p:nvCxnSpPr>
          <p:spPr>
            <a:xfrm>
              <a:off x="4911" y="734"/>
              <a:ext cx="68" cy="111"/>
            </a:xfrm>
            <a:prstGeom prst="straightConnector1">
              <a:avLst/>
            </a:prstGeom>
            <a:noFill/>
            <a:ln w="9525" cap="flat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152" name="Google Shape;1152;p3"/>
            <p:cNvCxnSpPr/>
            <p:nvPr/>
          </p:nvCxnSpPr>
          <p:spPr>
            <a:xfrm flipH="1">
              <a:off x="4818" y="734"/>
              <a:ext cx="93" cy="155"/>
            </a:xfrm>
            <a:prstGeom prst="straightConnector1">
              <a:avLst/>
            </a:prstGeom>
            <a:noFill/>
            <a:ln w="9525" cap="flat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sp>
          <p:nvSpPr>
            <p:cNvPr id="1153" name="Google Shape;1153;p3"/>
            <p:cNvSpPr/>
            <p:nvPr/>
          </p:nvSpPr>
          <p:spPr>
            <a:xfrm>
              <a:off x="4940" y="816"/>
              <a:ext cx="71" cy="43"/>
            </a:xfrm>
            <a:custGeom>
              <a:avLst/>
              <a:gdLst/>
              <a:ahLst/>
              <a:cxnLst/>
              <a:rect l="l" t="t" r="r" b="b"/>
              <a:pathLst>
                <a:path w="141" h="85" extrusionOk="0">
                  <a:moveTo>
                    <a:pt x="141" y="4"/>
                  </a:moveTo>
                  <a:lnTo>
                    <a:pt x="135" y="0"/>
                  </a:lnTo>
                  <a:lnTo>
                    <a:pt x="125" y="0"/>
                  </a:lnTo>
                  <a:lnTo>
                    <a:pt x="108" y="4"/>
                  </a:lnTo>
                  <a:lnTo>
                    <a:pt x="90" y="11"/>
                  </a:lnTo>
                  <a:lnTo>
                    <a:pt x="70" y="21"/>
                  </a:lnTo>
                  <a:lnTo>
                    <a:pt x="51" y="32"/>
                  </a:lnTo>
                  <a:lnTo>
                    <a:pt x="32" y="44"/>
                  </a:lnTo>
                  <a:lnTo>
                    <a:pt x="16" y="56"/>
                  </a:lnTo>
                  <a:lnTo>
                    <a:pt x="5" y="66"/>
                  </a:lnTo>
                  <a:lnTo>
                    <a:pt x="0" y="75"/>
                  </a:lnTo>
                  <a:lnTo>
                    <a:pt x="0" y="82"/>
                  </a:lnTo>
                  <a:lnTo>
                    <a:pt x="5" y="85"/>
                  </a:lnTo>
                  <a:lnTo>
                    <a:pt x="16" y="85"/>
                  </a:lnTo>
                  <a:lnTo>
                    <a:pt x="32" y="82"/>
                  </a:lnTo>
                  <a:lnTo>
                    <a:pt x="51" y="75"/>
                  </a:lnTo>
                  <a:lnTo>
                    <a:pt x="70" y="65"/>
                  </a:lnTo>
                  <a:lnTo>
                    <a:pt x="90" y="54"/>
                  </a:lnTo>
                  <a:lnTo>
                    <a:pt x="108" y="42"/>
                  </a:lnTo>
                  <a:lnTo>
                    <a:pt x="125" y="30"/>
                  </a:lnTo>
                  <a:lnTo>
                    <a:pt x="135" y="20"/>
                  </a:lnTo>
                  <a:lnTo>
                    <a:pt x="141" y="11"/>
                  </a:lnTo>
                  <a:lnTo>
                    <a:pt x="141" y="4"/>
                  </a:lnTo>
                  <a:close/>
                </a:path>
              </a:pathLst>
            </a:custGeom>
            <a:solidFill>
              <a:srgbClr val="000000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</p:grpSp>
      <p:grpSp>
        <p:nvGrpSpPr>
          <p:cNvPr id="1154" name="Google Shape;1154;p3"/>
          <p:cNvGrpSpPr/>
          <p:nvPr/>
        </p:nvGrpSpPr>
        <p:grpSpPr>
          <a:xfrm>
            <a:off x="4343400" y="1524000"/>
            <a:ext cx="252413" cy="323850"/>
            <a:chOff x="4817" y="728"/>
            <a:chExt cx="300" cy="258"/>
          </a:xfrm>
        </p:grpSpPr>
        <p:sp>
          <p:nvSpPr>
            <p:cNvPr id="1155" name="Google Shape;1155;p3"/>
            <p:cNvSpPr/>
            <p:nvPr/>
          </p:nvSpPr>
          <p:spPr>
            <a:xfrm>
              <a:off x="4817" y="959"/>
              <a:ext cx="300" cy="27"/>
            </a:xfrm>
            <a:custGeom>
              <a:avLst/>
              <a:gdLst/>
              <a:ahLst/>
              <a:cxnLst/>
              <a:rect l="l" t="t" r="r" b="b"/>
              <a:pathLst>
                <a:path w="599" h="53" extrusionOk="0">
                  <a:moveTo>
                    <a:pt x="563" y="17"/>
                  </a:moveTo>
                  <a:lnTo>
                    <a:pt x="599" y="17"/>
                  </a:lnTo>
                  <a:lnTo>
                    <a:pt x="599" y="53"/>
                  </a:lnTo>
                  <a:lnTo>
                    <a:pt x="0" y="53"/>
                  </a:lnTo>
                  <a:lnTo>
                    <a:pt x="0" y="17"/>
                  </a:lnTo>
                  <a:lnTo>
                    <a:pt x="74" y="17"/>
                  </a:lnTo>
                  <a:lnTo>
                    <a:pt x="74" y="0"/>
                  </a:lnTo>
                  <a:lnTo>
                    <a:pt x="563" y="0"/>
                  </a:lnTo>
                  <a:lnTo>
                    <a:pt x="563" y="17"/>
                  </a:lnTo>
                  <a:close/>
                  <a:moveTo>
                    <a:pt x="74" y="17"/>
                  </a:moveTo>
                  <a:lnTo>
                    <a:pt x="552" y="17"/>
                  </a:lnTo>
                  <a:lnTo>
                    <a:pt x="74" y="17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cxnSp>
          <p:nvCxnSpPr>
            <p:cNvPr id="1156" name="Google Shape;1156;p3"/>
            <p:cNvCxnSpPr/>
            <p:nvPr/>
          </p:nvCxnSpPr>
          <p:spPr>
            <a:xfrm flipH="1">
              <a:off x="5015" y="869"/>
              <a:ext cx="40" cy="1"/>
            </a:xfrm>
            <a:prstGeom prst="straightConnector1">
              <a:avLst/>
            </a:prstGeom>
            <a:noFill/>
            <a:ln w="9525" cap="flat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sp>
          <p:nvSpPr>
            <p:cNvPr id="1157" name="Google Shape;1157;p3"/>
            <p:cNvSpPr/>
            <p:nvPr/>
          </p:nvSpPr>
          <p:spPr>
            <a:xfrm>
              <a:off x="4995" y="840"/>
              <a:ext cx="60" cy="117"/>
            </a:xfrm>
            <a:custGeom>
              <a:avLst/>
              <a:gdLst/>
              <a:ahLst/>
              <a:cxnLst/>
              <a:rect l="l" t="t" r="r" b="b"/>
              <a:pathLst>
                <a:path w="121" h="234" extrusionOk="0">
                  <a:moveTo>
                    <a:pt x="0" y="234"/>
                  </a:moveTo>
                  <a:lnTo>
                    <a:pt x="121" y="59"/>
                  </a:lnTo>
                  <a:lnTo>
                    <a:pt x="82" y="0"/>
                  </a:lnTo>
                </a:path>
              </a:pathLst>
            </a:custGeom>
            <a:noFill/>
            <a:ln w="9525" cap="flat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cxnSp>
          <p:nvCxnSpPr>
            <p:cNvPr id="1158" name="Google Shape;1158;p3"/>
            <p:cNvCxnSpPr/>
            <p:nvPr/>
          </p:nvCxnSpPr>
          <p:spPr>
            <a:xfrm rot="10800000">
              <a:off x="5015" y="869"/>
              <a:ext cx="65" cy="90"/>
            </a:xfrm>
            <a:prstGeom prst="straightConnector1">
              <a:avLst/>
            </a:prstGeom>
            <a:noFill/>
            <a:ln w="9525" cap="flat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sp>
          <p:nvSpPr>
            <p:cNvPr id="1159" name="Google Shape;1159;p3"/>
            <p:cNvSpPr/>
            <p:nvPr/>
          </p:nvSpPr>
          <p:spPr>
            <a:xfrm>
              <a:off x="4936" y="927"/>
              <a:ext cx="119" cy="30"/>
            </a:xfrm>
            <a:custGeom>
              <a:avLst/>
              <a:gdLst/>
              <a:ahLst/>
              <a:cxnLst/>
              <a:rect l="l" t="t" r="r" b="b"/>
              <a:pathLst>
                <a:path w="238" h="59" extrusionOk="0">
                  <a:moveTo>
                    <a:pt x="199" y="59"/>
                  </a:moveTo>
                  <a:lnTo>
                    <a:pt x="238" y="0"/>
                  </a:lnTo>
                  <a:lnTo>
                    <a:pt x="0" y="0"/>
                  </a:lnTo>
                  <a:lnTo>
                    <a:pt x="34" y="59"/>
                  </a:lnTo>
                </a:path>
              </a:pathLst>
            </a:custGeom>
            <a:noFill/>
            <a:ln w="9525" cap="flat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cxnSp>
          <p:nvCxnSpPr>
            <p:cNvPr id="1160" name="Google Shape;1160;p3"/>
            <p:cNvCxnSpPr/>
            <p:nvPr/>
          </p:nvCxnSpPr>
          <p:spPr>
            <a:xfrm rot="10800000" flipH="1">
              <a:off x="4911" y="879"/>
              <a:ext cx="63" cy="80"/>
            </a:xfrm>
            <a:prstGeom prst="straightConnector1">
              <a:avLst/>
            </a:prstGeom>
            <a:noFill/>
            <a:ln w="9525" cap="flat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sp>
          <p:nvSpPr>
            <p:cNvPr id="1161" name="Google Shape;1161;p3"/>
            <p:cNvSpPr/>
            <p:nvPr/>
          </p:nvSpPr>
          <p:spPr>
            <a:xfrm>
              <a:off x="4817" y="959"/>
              <a:ext cx="300" cy="27"/>
            </a:xfrm>
            <a:custGeom>
              <a:avLst/>
              <a:gdLst/>
              <a:ahLst/>
              <a:cxnLst/>
              <a:rect l="l" t="t" r="r" b="b"/>
              <a:pathLst>
                <a:path w="599" h="53" extrusionOk="0">
                  <a:moveTo>
                    <a:pt x="563" y="17"/>
                  </a:moveTo>
                  <a:lnTo>
                    <a:pt x="599" y="17"/>
                  </a:lnTo>
                  <a:lnTo>
                    <a:pt x="599" y="53"/>
                  </a:lnTo>
                  <a:lnTo>
                    <a:pt x="0" y="53"/>
                  </a:lnTo>
                  <a:lnTo>
                    <a:pt x="0" y="17"/>
                  </a:lnTo>
                  <a:lnTo>
                    <a:pt x="74" y="17"/>
                  </a:lnTo>
                  <a:lnTo>
                    <a:pt x="74" y="0"/>
                  </a:lnTo>
                  <a:lnTo>
                    <a:pt x="563" y="0"/>
                  </a:lnTo>
                  <a:lnTo>
                    <a:pt x="563" y="17"/>
                  </a:lnTo>
                </a:path>
              </a:pathLst>
            </a:custGeom>
            <a:noFill/>
            <a:ln w="9525" cap="flat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1162" name="Google Shape;1162;p3"/>
            <p:cNvSpPr/>
            <p:nvPr/>
          </p:nvSpPr>
          <p:spPr>
            <a:xfrm>
              <a:off x="4854" y="968"/>
              <a:ext cx="239" cy="1"/>
            </a:xfrm>
            <a:custGeom>
              <a:avLst/>
              <a:gdLst/>
              <a:ahLst/>
              <a:cxnLst/>
              <a:rect l="l" t="t" r="r" b="b"/>
              <a:pathLst>
                <a:path w="478" h="120000" extrusionOk="0">
                  <a:moveTo>
                    <a:pt x="0" y="0"/>
                  </a:moveTo>
                  <a:lnTo>
                    <a:pt x="478" y="0"/>
                  </a:lnTo>
                  <a:lnTo>
                    <a:pt x="0" y="0"/>
                  </a:lnTo>
                </a:path>
              </a:pathLst>
            </a:custGeom>
            <a:noFill/>
            <a:ln w="9525" cap="flat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1163" name="Google Shape;1163;p3"/>
            <p:cNvSpPr/>
            <p:nvPr/>
          </p:nvSpPr>
          <p:spPr>
            <a:xfrm>
              <a:off x="4976" y="869"/>
              <a:ext cx="38" cy="90"/>
            </a:xfrm>
            <a:prstGeom prst="rect">
              <a:avLst/>
            </a:prstGeom>
            <a:solidFill>
              <a:srgbClr val="000000"/>
            </a:solidFill>
            <a:ln w="9525" cap="flat" cmpd="sng">
              <a:solidFill>
                <a:srgbClr val="000000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1164" name="Google Shape;1164;p3"/>
            <p:cNvSpPr/>
            <p:nvPr/>
          </p:nvSpPr>
          <p:spPr>
            <a:xfrm>
              <a:off x="4817" y="728"/>
              <a:ext cx="290" cy="190"/>
            </a:xfrm>
            <a:custGeom>
              <a:avLst/>
              <a:gdLst/>
              <a:ahLst/>
              <a:cxnLst/>
              <a:rect l="l" t="t" r="r" b="b"/>
              <a:pathLst>
                <a:path w="579" h="380" extrusionOk="0">
                  <a:moveTo>
                    <a:pt x="568" y="16"/>
                  </a:moveTo>
                  <a:lnTo>
                    <a:pt x="576" y="37"/>
                  </a:lnTo>
                  <a:lnTo>
                    <a:pt x="579" y="59"/>
                  </a:lnTo>
                  <a:lnTo>
                    <a:pt x="576" y="85"/>
                  </a:lnTo>
                  <a:lnTo>
                    <a:pt x="567" y="113"/>
                  </a:lnTo>
                  <a:lnTo>
                    <a:pt x="552" y="143"/>
                  </a:lnTo>
                  <a:lnTo>
                    <a:pt x="532" y="172"/>
                  </a:lnTo>
                  <a:lnTo>
                    <a:pt x="507" y="202"/>
                  </a:lnTo>
                  <a:lnTo>
                    <a:pt x="476" y="231"/>
                  </a:lnTo>
                  <a:lnTo>
                    <a:pt x="442" y="259"/>
                  </a:lnTo>
                  <a:lnTo>
                    <a:pt x="406" y="285"/>
                  </a:lnTo>
                  <a:lnTo>
                    <a:pt x="366" y="308"/>
                  </a:lnTo>
                  <a:lnTo>
                    <a:pt x="325" y="328"/>
                  </a:lnTo>
                  <a:lnTo>
                    <a:pt x="283" y="347"/>
                  </a:lnTo>
                  <a:lnTo>
                    <a:pt x="242" y="361"/>
                  </a:lnTo>
                  <a:lnTo>
                    <a:pt x="200" y="372"/>
                  </a:lnTo>
                  <a:lnTo>
                    <a:pt x="162" y="377"/>
                  </a:lnTo>
                  <a:lnTo>
                    <a:pt x="124" y="380"/>
                  </a:lnTo>
                  <a:lnTo>
                    <a:pt x="92" y="377"/>
                  </a:lnTo>
                  <a:lnTo>
                    <a:pt x="61" y="372"/>
                  </a:lnTo>
                  <a:lnTo>
                    <a:pt x="36" y="361"/>
                  </a:lnTo>
                  <a:lnTo>
                    <a:pt x="16" y="347"/>
                  </a:lnTo>
                  <a:lnTo>
                    <a:pt x="1" y="330"/>
                  </a:lnTo>
                  <a:lnTo>
                    <a:pt x="10" y="337"/>
                  </a:lnTo>
                  <a:lnTo>
                    <a:pt x="25" y="342"/>
                  </a:lnTo>
                  <a:lnTo>
                    <a:pt x="45" y="344"/>
                  </a:lnTo>
                  <a:lnTo>
                    <a:pt x="68" y="341"/>
                  </a:lnTo>
                  <a:lnTo>
                    <a:pt x="97" y="335"/>
                  </a:lnTo>
                  <a:lnTo>
                    <a:pt x="130" y="327"/>
                  </a:lnTo>
                  <a:lnTo>
                    <a:pt x="166" y="314"/>
                  </a:lnTo>
                  <a:lnTo>
                    <a:pt x="204" y="299"/>
                  </a:lnTo>
                  <a:lnTo>
                    <a:pt x="245" y="282"/>
                  </a:lnTo>
                  <a:lnTo>
                    <a:pt x="285" y="262"/>
                  </a:lnTo>
                  <a:lnTo>
                    <a:pt x="326" y="240"/>
                  </a:lnTo>
                  <a:lnTo>
                    <a:pt x="366" y="217"/>
                  </a:lnTo>
                  <a:lnTo>
                    <a:pt x="404" y="193"/>
                  </a:lnTo>
                  <a:lnTo>
                    <a:pt x="440" y="169"/>
                  </a:lnTo>
                  <a:lnTo>
                    <a:pt x="473" y="144"/>
                  </a:lnTo>
                  <a:lnTo>
                    <a:pt x="502" y="120"/>
                  </a:lnTo>
                  <a:lnTo>
                    <a:pt x="525" y="98"/>
                  </a:lnTo>
                  <a:lnTo>
                    <a:pt x="545" y="77"/>
                  </a:lnTo>
                  <a:lnTo>
                    <a:pt x="559" y="58"/>
                  </a:lnTo>
                  <a:lnTo>
                    <a:pt x="568" y="40"/>
                  </a:lnTo>
                  <a:lnTo>
                    <a:pt x="570" y="26"/>
                  </a:lnTo>
                  <a:lnTo>
                    <a:pt x="568" y="16"/>
                  </a:lnTo>
                  <a:close/>
                  <a:moveTo>
                    <a:pt x="568" y="16"/>
                  </a:moveTo>
                  <a:lnTo>
                    <a:pt x="559" y="7"/>
                  </a:lnTo>
                  <a:lnTo>
                    <a:pt x="545" y="2"/>
                  </a:lnTo>
                  <a:lnTo>
                    <a:pt x="525" y="0"/>
                  </a:lnTo>
                  <a:lnTo>
                    <a:pt x="502" y="4"/>
                  </a:lnTo>
                  <a:lnTo>
                    <a:pt x="473" y="9"/>
                  </a:lnTo>
                  <a:lnTo>
                    <a:pt x="438" y="18"/>
                  </a:lnTo>
                  <a:lnTo>
                    <a:pt x="404" y="30"/>
                  </a:lnTo>
                  <a:lnTo>
                    <a:pt x="364" y="46"/>
                  </a:lnTo>
                  <a:lnTo>
                    <a:pt x="325" y="63"/>
                  </a:lnTo>
                  <a:lnTo>
                    <a:pt x="285" y="82"/>
                  </a:lnTo>
                  <a:lnTo>
                    <a:pt x="243" y="105"/>
                  </a:lnTo>
                  <a:lnTo>
                    <a:pt x="204" y="127"/>
                  </a:lnTo>
                  <a:lnTo>
                    <a:pt x="166" y="151"/>
                  </a:lnTo>
                  <a:lnTo>
                    <a:pt x="130" y="176"/>
                  </a:lnTo>
                  <a:lnTo>
                    <a:pt x="97" y="200"/>
                  </a:lnTo>
                  <a:lnTo>
                    <a:pt x="68" y="224"/>
                  </a:lnTo>
                  <a:lnTo>
                    <a:pt x="45" y="247"/>
                  </a:lnTo>
                  <a:lnTo>
                    <a:pt x="25" y="268"/>
                  </a:lnTo>
                  <a:lnTo>
                    <a:pt x="10" y="287"/>
                  </a:lnTo>
                  <a:lnTo>
                    <a:pt x="1" y="304"/>
                  </a:lnTo>
                  <a:lnTo>
                    <a:pt x="0" y="318"/>
                  </a:lnTo>
                  <a:lnTo>
                    <a:pt x="1" y="330"/>
                  </a:lnTo>
                  <a:lnTo>
                    <a:pt x="10" y="337"/>
                  </a:lnTo>
                  <a:lnTo>
                    <a:pt x="25" y="342"/>
                  </a:lnTo>
                  <a:lnTo>
                    <a:pt x="45" y="344"/>
                  </a:lnTo>
                  <a:lnTo>
                    <a:pt x="68" y="341"/>
                  </a:lnTo>
                  <a:lnTo>
                    <a:pt x="97" y="335"/>
                  </a:lnTo>
                  <a:lnTo>
                    <a:pt x="130" y="327"/>
                  </a:lnTo>
                  <a:lnTo>
                    <a:pt x="166" y="314"/>
                  </a:lnTo>
                  <a:lnTo>
                    <a:pt x="204" y="299"/>
                  </a:lnTo>
                  <a:lnTo>
                    <a:pt x="245" y="282"/>
                  </a:lnTo>
                  <a:lnTo>
                    <a:pt x="285" y="262"/>
                  </a:lnTo>
                  <a:lnTo>
                    <a:pt x="326" y="240"/>
                  </a:lnTo>
                  <a:lnTo>
                    <a:pt x="366" y="217"/>
                  </a:lnTo>
                  <a:lnTo>
                    <a:pt x="404" y="193"/>
                  </a:lnTo>
                  <a:lnTo>
                    <a:pt x="440" y="169"/>
                  </a:lnTo>
                  <a:lnTo>
                    <a:pt x="473" y="144"/>
                  </a:lnTo>
                  <a:lnTo>
                    <a:pt x="502" y="120"/>
                  </a:lnTo>
                  <a:lnTo>
                    <a:pt x="525" y="98"/>
                  </a:lnTo>
                  <a:lnTo>
                    <a:pt x="545" y="77"/>
                  </a:lnTo>
                  <a:lnTo>
                    <a:pt x="559" y="58"/>
                  </a:lnTo>
                  <a:lnTo>
                    <a:pt x="568" y="40"/>
                  </a:lnTo>
                  <a:lnTo>
                    <a:pt x="570" y="26"/>
                  </a:lnTo>
                  <a:lnTo>
                    <a:pt x="568" y="16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cxnSp>
          <p:nvCxnSpPr>
            <p:cNvPr id="1165" name="Google Shape;1165;p3"/>
            <p:cNvCxnSpPr/>
            <p:nvPr/>
          </p:nvCxnSpPr>
          <p:spPr>
            <a:xfrm rot="10800000" flipH="1">
              <a:off x="4911" y="733"/>
              <a:ext cx="189" cy="1"/>
            </a:xfrm>
            <a:prstGeom prst="straightConnector1">
              <a:avLst/>
            </a:prstGeom>
            <a:noFill/>
            <a:ln w="9525" cap="flat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166" name="Google Shape;1166;p3"/>
            <p:cNvCxnSpPr/>
            <p:nvPr/>
          </p:nvCxnSpPr>
          <p:spPr>
            <a:xfrm>
              <a:off x="4911" y="734"/>
              <a:ext cx="68" cy="111"/>
            </a:xfrm>
            <a:prstGeom prst="straightConnector1">
              <a:avLst/>
            </a:prstGeom>
            <a:noFill/>
            <a:ln w="9525" cap="flat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167" name="Google Shape;1167;p3"/>
            <p:cNvCxnSpPr/>
            <p:nvPr/>
          </p:nvCxnSpPr>
          <p:spPr>
            <a:xfrm flipH="1">
              <a:off x="4818" y="734"/>
              <a:ext cx="93" cy="155"/>
            </a:xfrm>
            <a:prstGeom prst="straightConnector1">
              <a:avLst/>
            </a:prstGeom>
            <a:noFill/>
            <a:ln w="9525" cap="flat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sp>
          <p:nvSpPr>
            <p:cNvPr id="1168" name="Google Shape;1168;p3"/>
            <p:cNvSpPr/>
            <p:nvPr/>
          </p:nvSpPr>
          <p:spPr>
            <a:xfrm>
              <a:off x="4940" y="816"/>
              <a:ext cx="71" cy="43"/>
            </a:xfrm>
            <a:custGeom>
              <a:avLst/>
              <a:gdLst/>
              <a:ahLst/>
              <a:cxnLst/>
              <a:rect l="l" t="t" r="r" b="b"/>
              <a:pathLst>
                <a:path w="141" h="85" extrusionOk="0">
                  <a:moveTo>
                    <a:pt x="141" y="4"/>
                  </a:moveTo>
                  <a:lnTo>
                    <a:pt x="135" y="0"/>
                  </a:lnTo>
                  <a:lnTo>
                    <a:pt x="125" y="0"/>
                  </a:lnTo>
                  <a:lnTo>
                    <a:pt x="108" y="4"/>
                  </a:lnTo>
                  <a:lnTo>
                    <a:pt x="90" y="11"/>
                  </a:lnTo>
                  <a:lnTo>
                    <a:pt x="70" y="21"/>
                  </a:lnTo>
                  <a:lnTo>
                    <a:pt x="51" y="32"/>
                  </a:lnTo>
                  <a:lnTo>
                    <a:pt x="32" y="44"/>
                  </a:lnTo>
                  <a:lnTo>
                    <a:pt x="16" y="56"/>
                  </a:lnTo>
                  <a:lnTo>
                    <a:pt x="5" y="66"/>
                  </a:lnTo>
                  <a:lnTo>
                    <a:pt x="0" y="75"/>
                  </a:lnTo>
                  <a:lnTo>
                    <a:pt x="0" y="82"/>
                  </a:lnTo>
                  <a:lnTo>
                    <a:pt x="5" y="85"/>
                  </a:lnTo>
                  <a:lnTo>
                    <a:pt x="16" y="85"/>
                  </a:lnTo>
                  <a:lnTo>
                    <a:pt x="32" y="82"/>
                  </a:lnTo>
                  <a:lnTo>
                    <a:pt x="51" y="75"/>
                  </a:lnTo>
                  <a:lnTo>
                    <a:pt x="70" y="65"/>
                  </a:lnTo>
                  <a:lnTo>
                    <a:pt x="90" y="54"/>
                  </a:lnTo>
                  <a:lnTo>
                    <a:pt x="108" y="42"/>
                  </a:lnTo>
                  <a:lnTo>
                    <a:pt x="125" y="30"/>
                  </a:lnTo>
                  <a:lnTo>
                    <a:pt x="135" y="20"/>
                  </a:lnTo>
                  <a:lnTo>
                    <a:pt x="141" y="11"/>
                  </a:lnTo>
                  <a:lnTo>
                    <a:pt x="141" y="4"/>
                  </a:lnTo>
                  <a:close/>
                </a:path>
              </a:pathLst>
            </a:custGeom>
            <a:solidFill>
              <a:srgbClr val="000000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</p:grpSp>
      <p:grpSp>
        <p:nvGrpSpPr>
          <p:cNvPr id="1169" name="Google Shape;1169;p3"/>
          <p:cNvGrpSpPr/>
          <p:nvPr/>
        </p:nvGrpSpPr>
        <p:grpSpPr>
          <a:xfrm>
            <a:off x="5105400" y="1371600"/>
            <a:ext cx="252413" cy="323850"/>
            <a:chOff x="4817" y="728"/>
            <a:chExt cx="300" cy="258"/>
          </a:xfrm>
        </p:grpSpPr>
        <p:sp>
          <p:nvSpPr>
            <p:cNvPr id="1170" name="Google Shape;1170;p3"/>
            <p:cNvSpPr/>
            <p:nvPr/>
          </p:nvSpPr>
          <p:spPr>
            <a:xfrm>
              <a:off x="4817" y="959"/>
              <a:ext cx="300" cy="27"/>
            </a:xfrm>
            <a:custGeom>
              <a:avLst/>
              <a:gdLst/>
              <a:ahLst/>
              <a:cxnLst/>
              <a:rect l="l" t="t" r="r" b="b"/>
              <a:pathLst>
                <a:path w="599" h="53" extrusionOk="0">
                  <a:moveTo>
                    <a:pt x="563" y="17"/>
                  </a:moveTo>
                  <a:lnTo>
                    <a:pt x="599" y="17"/>
                  </a:lnTo>
                  <a:lnTo>
                    <a:pt x="599" y="53"/>
                  </a:lnTo>
                  <a:lnTo>
                    <a:pt x="0" y="53"/>
                  </a:lnTo>
                  <a:lnTo>
                    <a:pt x="0" y="17"/>
                  </a:lnTo>
                  <a:lnTo>
                    <a:pt x="74" y="17"/>
                  </a:lnTo>
                  <a:lnTo>
                    <a:pt x="74" y="0"/>
                  </a:lnTo>
                  <a:lnTo>
                    <a:pt x="563" y="0"/>
                  </a:lnTo>
                  <a:lnTo>
                    <a:pt x="563" y="17"/>
                  </a:lnTo>
                  <a:close/>
                  <a:moveTo>
                    <a:pt x="74" y="17"/>
                  </a:moveTo>
                  <a:lnTo>
                    <a:pt x="552" y="17"/>
                  </a:lnTo>
                  <a:lnTo>
                    <a:pt x="74" y="17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cxnSp>
          <p:nvCxnSpPr>
            <p:cNvPr id="1171" name="Google Shape;1171;p3"/>
            <p:cNvCxnSpPr/>
            <p:nvPr/>
          </p:nvCxnSpPr>
          <p:spPr>
            <a:xfrm flipH="1">
              <a:off x="5015" y="869"/>
              <a:ext cx="40" cy="1"/>
            </a:xfrm>
            <a:prstGeom prst="straightConnector1">
              <a:avLst/>
            </a:prstGeom>
            <a:noFill/>
            <a:ln w="9525" cap="flat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sp>
          <p:nvSpPr>
            <p:cNvPr id="1172" name="Google Shape;1172;p3"/>
            <p:cNvSpPr/>
            <p:nvPr/>
          </p:nvSpPr>
          <p:spPr>
            <a:xfrm>
              <a:off x="4995" y="840"/>
              <a:ext cx="60" cy="117"/>
            </a:xfrm>
            <a:custGeom>
              <a:avLst/>
              <a:gdLst/>
              <a:ahLst/>
              <a:cxnLst/>
              <a:rect l="l" t="t" r="r" b="b"/>
              <a:pathLst>
                <a:path w="121" h="234" extrusionOk="0">
                  <a:moveTo>
                    <a:pt x="0" y="234"/>
                  </a:moveTo>
                  <a:lnTo>
                    <a:pt x="121" y="59"/>
                  </a:lnTo>
                  <a:lnTo>
                    <a:pt x="82" y="0"/>
                  </a:lnTo>
                </a:path>
              </a:pathLst>
            </a:custGeom>
            <a:noFill/>
            <a:ln w="9525" cap="flat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cxnSp>
          <p:nvCxnSpPr>
            <p:cNvPr id="1173" name="Google Shape;1173;p3"/>
            <p:cNvCxnSpPr/>
            <p:nvPr/>
          </p:nvCxnSpPr>
          <p:spPr>
            <a:xfrm rot="10800000">
              <a:off x="5015" y="869"/>
              <a:ext cx="65" cy="90"/>
            </a:xfrm>
            <a:prstGeom prst="straightConnector1">
              <a:avLst/>
            </a:prstGeom>
            <a:noFill/>
            <a:ln w="9525" cap="flat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sp>
          <p:nvSpPr>
            <p:cNvPr id="1174" name="Google Shape;1174;p3"/>
            <p:cNvSpPr/>
            <p:nvPr/>
          </p:nvSpPr>
          <p:spPr>
            <a:xfrm>
              <a:off x="4936" y="927"/>
              <a:ext cx="119" cy="30"/>
            </a:xfrm>
            <a:custGeom>
              <a:avLst/>
              <a:gdLst/>
              <a:ahLst/>
              <a:cxnLst/>
              <a:rect l="l" t="t" r="r" b="b"/>
              <a:pathLst>
                <a:path w="238" h="59" extrusionOk="0">
                  <a:moveTo>
                    <a:pt x="199" y="59"/>
                  </a:moveTo>
                  <a:lnTo>
                    <a:pt x="238" y="0"/>
                  </a:lnTo>
                  <a:lnTo>
                    <a:pt x="0" y="0"/>
                  </a:lnTo>
                  <a:lnTo>
                    <a:pt x="34" y="59"/>
                  </a:lnTo>
                </a:path>
              </a:pathLst>
            </a:custGeom>
            <a:noFill/>
            <a:ln w="9525" cap="flat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cxnSp>
          <p:nvCxnSpPr>
            <p:cNvPr id="1175" name="Google Shape;1175;p3"/>
            <p:cNvCxnSpPr/>
            <p:nvPr/>
          </p:nvCxnSpPr>
          <p:spPr>
            <a:xfrm rot="10800000" flipH="1">
              <a:off x="4911" y="879"/>
              <a:ext cx="63" cy="80"/>
            </a:xfrm>
            <a:prstGeom prst="straightConnector1">
              <a:avLst/>
            </a:prstGeom>
            <a:noFill/>
            <a:ln w="9525" cap="flat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sp>
          <p:nvSpPr>
            <p:cNvPr id="1176" name="Google Shape;1176;p3"/>
            <p:cNvSpPr/>
            <p:nvPr/>
          </p:nvSpPr>
          <p:spPr>
            <a:xfrm>
              <a:off x="4817" y="959"/>
              <a:ext cx="300" cy="27"/>
            </a:xfrm>
            <a:custGeom>
              <a:avLst/>
              <a:gdLst/>
              <a:ahLst/>
              <a:cxnLst/>
              <a:rect l="l" t="t" r="r" b="b"/>
              <a:pathLst>
                <a:path w="599" h="53" extrusionOk="0">
                  <a:moveTo>
                    <a:pt x="563" y="17"/>
                  </a:moveTo>
                  <a:lnTo>
                    <a:pt x="599" y="17"/>
                  </a:lnTo>
                  <a:lnTo>
                    <a:pt x="599" y="53"/>
                  </a:lnTo>
                  <a:lnTo>
                    <a:pt x="0" y="53"/>
                  </a:lnTo>
                  <a:lnTo>
                    <a:pt x="0" y="17"/>
                  </a:lnTo>
                  <a:lnTo>
                    <a:pt x="74" y="17"/>
                  </a:lnTo>
                  <a:lnTo>
                    <a:pt x="74" y="0"/>
                  </a:lnTo>
                  <a:lnTo>
                    <a:pt x="563" y="0"/>
                  </a:lnTo>
                  <a:lnTo>
                    <a:pt x="563" y="17"/>
                  </a:lnTo>
                </a:path>
              </a:pathLst>
            </a:custGeom>
            <a:noFill/>
            <a:ln w="9525" cap="flat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1177" name="Google Shape;1177;p3"/>
            <p:cNvSpPr/>
            <p:nvPr/>
          </p:nvSpPr>
          <p:spPr>
            <a:xfrm>
              <a:off x="4854" y="968"/>
              <a:ext cx="239" cy="1"/>
            </a:xfrm>
            <a:custGeom>
              <a:avLst/>
              <a:gdLst/>
              <a:ahLst/>
              <a:cxnLst/>
              <a:rect l="l" t="t" r="r" b="b"/>
              <a:pathLst>
                <a:path w="478" h="120000" extrusionOk="0">
                  <a:moveTo>
                    <a:pt x="0" y="0"/>
                  </a:moveTo>
                  <a:lnTo>
                    <a:pt x="478" y="0"/>
                  </a:lnTo>
                  <a:lnTo>
                    <a:pt x="0" y="0"/>
                  </a:lnTo>
                </a:path>
              </a:pathLst>
            </a:custGeom>
            <a:noFill/>
            <a:ln w="9525" cap="flat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1178" name="Google Shape;1178;p3"/>
            <p:cNvSpPr/>
            <p:nvPr/>
          </p:nvSpPr>
          <p:spPr>
            <a:xfrm>
              <a:off x="4976" y="869"/>
              <a:ext cx="38" cy="90"/>
            </a:xfrm>
            <a:prstGeom prst="rect">
              <a:avLst/>
            </a:prstGeom>
            <a:solidFill>
              <a:srgbClr val="000000"/>
            </a:solidFill>
            <a:ln w="9525" cap="flat" cmpd="sng">
              <a:solidFill>
                <a:srgbClr val="000000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1179" name="Google Shape;1179;p3"/>
            <p:cNvSpPr/>
            <p:nvPr/>
          </p:nvSpPr>
          <p:spPr>
            <a:xfrm>
              <a:off x="4817" y="728"/>
              <a:ext cx="290" cy="190"/>
            </a:xfrm>
            <a:custGeom>
              <a:avLst/>
              <a:gdLst/>
              <a:ahLst/>
              <a:cxnLst/>
              <a:rect l="l" t="t" r="r" b="b"/>
              <a:pathLst>
                <a:path w="579" h="380" extrusionOk="0">
                  <a:moveTo>
                    <a:pt x="568" y="16"/>
                  </a:moveTo>
                  <a:lnTo>
                    <a:pt x="576" y="37"/>
                  </a:lnTo>
                  <a:lnTo>
                    <a:pt x="579" y="59"/>
                  </a:lnTo>
                  <a:lnTo>
                    <a:pt x="576" y="85"/>
                  </a:lnTo>
                  <a:lnTo>
                    <a:pt x="567" y="113"/>
                  </a:lnTo>
                  <a:lnTo>
                    <a:pt x="552" y="143"/>
                  </a:lnTo>
                  <a:lnTo>
                    <a:pt x="532" y="172"/>
                  </a:lnTo>
                  <a:lnTo>
                    <a:pt x="507" y="202"/>
                  </a:lnTo>
                  <a:lnTo>
                    <a:pt x="476" y="231"/>
                  </a:lnTo>
                  <a:lnTo>
                    <a:pt x="442" y="259"/>
                  </a:lnTo>
                  <a:lnTo>
                    <a:pt x="406" y="285"/>
                  </a:lnTo>
                  <a:lnTo>
                    <a:pt x="366" y="308"/>
                  </a:lnTo>
                  <a:lnTo>
                    <a:pt x="325" y="328"/>
                  </a:lnTo>
                  <a:lnTo>
                    <a:pt x="283" y="347"/>
                  </a:lnTo>
                  <a:lnTo>
                    <a:pt x="242" y="361"/>
                  </a:lnTo>
                  <a:lnTo>
                    <a:pt x="200" y="372"/>
                  </a:lnTo>
                  <a:lnTo>
                    <a:pt x="162" y="377"/>
                  </a:lnTo>
                  <a:lnTo>
                    <a:pt x="124" y="380"/>
                  </a:lnTo>
                  <a:lnTo>
                    <a:pt x="92" y="377"/>
                  </a:lnTo>
                  <a:lnTo>
                    <a:pt x="61" y="372"/>
                  </a:lnTo>
                  <a:lnTo>
                    <a:pt x="36" y="361"/>
                  </a:lnTo>
                  <a:lnTo>
                    <a:pt x="16" y="347"/>
                  </a:lnTo>
                  <a:lnTo>
                    <a:pt x="1" y="330"/>
                  </a:lnTo>
                  <a:lnTo>
                    <a:pt x="10" y="337"/>
                  </a:lnTo>
                  <a:lnTo>
                    <a:pt x="25" y="342"/>
                  </a:lnTo>
                  <a:lnTo>
                    <a:pt x="45" y="344"/>
                  </a:lnTo>
                  <a:lnTo>
                    <a:pt x="68" y="341"/>
                  </a:lnTo>
                  <a:lnTo>
                    <a:pt x="97" y="335"/>
                  </a:lnTo>
                  <a:lnTo>
                    <a:pt x="130" y="327"/>
                  </a:lnTo>
                  <a:lnTo>
                    <a:pt x="166" y="314"/>
                  </a:lnTo>
                  <a:lnTo>
                    <a:pt x="204" y="299"/>
                  </a:lnTo>
                  <a:lnTo>
                    <a:pt x="245" y="282"/>
                  </a:lnTo>
                  <a:lnTo>
                    <a:pt x="285" y="262"/>
                  </a:lnTo>
                  <a:lnTo>
                    <a:pt x="326" y="240"/>
                  </a:lnTo>
                  <a:lnTo>
                    <a:pt x="366" y="217"/>
                  </a:lnTo>
                  <a:lnTo>
                    <a:pt x="404" y="193"/>
                  </a:lnTo>
                  <a:lnTo>
                    <a:pt x="440" y="169"/>
                  </a:lnTo>
                  <a:lnTo>
                    <a:pt x="473" y="144"/>
                  </a:lnTo>
                  <a:lnTo>
                    <a:pt x="502" y="120"/>
                  </a:lnTo>
                  <a:lnTo>
                    <a:pt x="525" y="98"/>
                  </a:lnTo>
                  <a:lnTo>
                    <a:pt x="545" y="77"/>
                  </a:lnTo>
                  <a:lnTo>
                    <a:pt x="559" y="58"/>
                  </a:lnTo>
                  <a:lnTo>
                    <a:pt x="568" y="40"/>
                  </a:lnTo>
                  <a:lnTo>
                    <a:pt x="570" y="26"/>
                  </a:lnTo>
                  <a:lnTo>
                    <a:pt x="568" y="16"/>
                  </a:lnTo>
                  <a:close/>
                  <a:moveTo>
                    <a:pt x="568" y="16"/>
                  </a:moveTo>
                  <a:lnTo>
                    <a:pt x="559" y="7"/>
                  </a:lnTo>
                  <a:lnTo>
                    <a:pt x="545" y="2"/>
                  </a:lnTo>
                  <a:lnTo>
                    <a:pt x="525" y="0"/>
                  </a:lnTo>
                  <a:lnTo>
                    <a:pt x="502" y="4"/>
                  </a:lnTo>
                  <a:lnTo>
                    <a:pt x="473" y="9"/>
                  </a:lnTo>
                  <a:lnTo>
                    <a:pt x="438" y="18"/>
                  </a:lnTo>
                  <a:lnTo>
                    <a:pt x="404" y="30"/>
                  </a:lnTo>
                  <a:lnTo>
                    <a:pt x="364" y="46"/>
                  </a:lnTo>
                  <a:lnTo>
                    <a:pt x="325" y="63"/>
                  </a:lnTo>
                  <a:lnTo>
                    <a:pt x="285" y="82"/>
                  </a:lnTo>
                  <a:lnTo>
                    <a:pt x="243" y="105"/>
                  </a:lnTo>
                  <a:lnTo>
                    <a:pt x="204" y="127"/>
                  </a:lnTo>
                  <a:lnTo>
                    <a:pt x="166" y="151"/>
                  </a:lnTo>
                  <a:lnTo>
                    <a:pt x="130" y="176"/>
                  </a:lnTo>
                  <a:lnTo>
                    <a:pt x="97" y="200"/>
                  </a:lnTo>
                  <a:lnTo>
                    <a:pt x="68" y="224"/>
                  </a:lnTo>
                  <a:lnTo>
                    <a:pt x="45" y="247"/>
                  </a:lnTo>
                  <a:lnTo>
                    <a:pt x="25" y="268"/>
                  </a:lnTo>
                  <a:lnTo>
                    <a:pt x="10" y="287"/>
                  </a:lnTo>
                  <a:lnTo>
                    <a:pt x="1" y="304"/>
                  </a:lnTo>
                  <a:lnTo>
                    <a:pt x="0" y="318"/>
                  </a:lnTo>
                  <a:lnTo>
                    <a:pt x="1" y="330"/>
                  </a:lnTo>
                  <a:lnTo>
                    <a:pt x="10" y="337"/>
                  </a:lnTo>
                  <a:lnTo>
                    <a:pt x="25" y="342"/>
                  </a:lnTo>
                  <a:lnTo>
                    <a:pt x="45" y="344"/>
                  </a:lnTo>
                  <a:lnTo>
                    <a:pt x="68" y="341"/>
                  </a:lnTo>
                  <a:lnTo>
                    <a:pt x="97" y="335"/>
                  </a:lnTo>
                  <a:lnTo>
                    <a:pt x="130" y="327"/>
                  </a:lnTo>
                  <a:lnTo>
                    <a:pt x="166" y="314"/>
                  </a:lnTo>
                  <a:lnTo>
                    <a:pt x="204" y="299"/>
                  </a:lnTo>
                  <a:lnTo>
                    <a:pt x="245" y="282"/>
                  </a:lnTo>
                  <a:lnTo>
                    <a:pt x="285" y="262"/>
                  </a:lnTo>
                  <a:lnTo>
                    <a:pt x="326" y="240"/>
                  </a:lnTo>
                  <a:lnTo>
                    <a:pt x="366" y="217"/>
                  </a:lnTo>
                  <a:lnTo>
                    <a:pt x="404" y="193"/>
                  </a:lnTo>
                  <a:lnTo>
                    <a:pt x="440" y="169"/>
                  </a:lnTo>
                  <a:lnTo>
                    <a:pt x="473" y="144"/>
                  </a:lnTo>
                  <a:lnTo>
                    <a:pt x="502" y="120"/>
                  </a:lnTo>
                  <a:lnTo>
                    <a:pt x="525" y="98"/>
                  </a:lnTo>
                  <a:lnTo>
                    <a:pt x="545" y="77"/>
                  </a:lnTo>
                  <a:lnTo>
                    <a:pt x="559" y="58"/>
                  </a:lnTo>
                  <a:lnTo>
                    <a:pt x="568" y="40"/>
                  </a:lnTo>
                  <a:lnTo>
                    <a:pt x="570" y="26"/>
                  </a:lnTo>
                  <a:lnTo>
                    <a:pt x="568" y="16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cxnSp>
          <p:nvCxnSpPr>
            <p:cNvPr id="1180" name="Google Shape;1180;p3"/>
            <p:cNvCxnSpPr/>
            <p:nvPr/>
          </p:nvCxnSpPr>
          <p:spPr>
            <a:xfrm rot="10800000" flipH="1">
              <a:off x="4911" y="733"/>
              <a:ext cx="189" cy="1"/>
            </a:xfrm>
            <a:prstGeom prst="straightConnector1">
              <a:avLst/>
            </a:prstGeom>
            <a:noFill/>
            <a:ln w="9525" cap="flat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181" name="Google Shape;1181;p3"/>
            <p:cNvCxnSpPr/>
            <p:nvPr/>
          </p:nvCxnSpPr>
          <p:spPr>
            <a:xfrm>
              <a:off x="4911" y="734"/>
              <a:ext cx="68" cy="111"/>
            </a:xfrm>
            <a:prstGeom prst="straightConnector1">
              <a:avLst/>
            </a:prstGeom>
            <a:noFill/>
            <a:ln w="9525" cap="flat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182" name="Google Shape;1182;p3"/>
            <p:cNvCxnSpPr/>
            <p:nvPr/>
          </p:nvCxnSpPr>
          <p:spPr>
            <a:xfrm flipH="1">
              <a:off x="4818" y="734"/>
              <a:ext cx="93" cy="155"/>
            </a:xfrm>
            <a:prstGeom prst="straightConnector1">
              <a:avLst/>
            </a:prstGeom>
            <a:noFill/>
            <a:ln w="9525" cap="flat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sp>
          <p:nvSpPr>
            <p:cNvPr id="1183" name="Google Shape;1183;p3"/>
            <p:cNvSpPr/>
            <p:nvPr/>
          </p:nvSpPr>
          <p:spPr>
            <a:xfrm>
              <a:off x="4940" y="816"/>
              <a:ext cx="71" cy="43"/>
            </a:xfrm>
            <a:custGeom>
              <a:avLst/>
              <a:gdLst/>
              <a:ahLst/>
              <a:cxnLst/>
              <a:rect l="l" t="t" r="r" b="b"/>
              <a:pathLst>
                <a:path w="141" h="85" extrusionOk="0">
                  <a:moveTo>
                    <a:pt x="141" y="4"/>
                  </a:moveTo>
                  <a:lnTo>
                    <a:pt x="135" y="0"/>
                  </a:lnTo>
                  <a:lnTo>
                    <a:pt x="125" y="0"/>
                  </a:lnTo>
                  <a:lnTo>
                    <a:pt x="108" y="4"/>
                  </a:lnTo>
                  <a:lnTo>
                    <a:pt x="90" y="11"/>
                  </a:lnTo>
                  <a:lnTo>
                    <a:pt x="70" y="21"/>
                  </a:lnTo>
                  <a:lnTo>
                    <a:pt x="51" y="32"/>
                  </a:lnTo>
                  <a:lnTo>
                    <a:pt x="32" y="44"/>
                  </a:lnTo>
                  <a:lnTo>
                    <a:pt x="16" y="56"/>
                  </a:lnTo>
                  <a:lnTo>
                    <a:pt x="5" y="66"/>
                  </a:lnTo>
                  <a:lnTo>
                    <a:pt x="0" y="75"/>
                  </a:lnTo>
                  <a:lnTo>
                    <a:pt x="0" y="82"/>
                  </a:lnTo>
                  <a:lnTo>
                    <a:pt x="5" y="85"/>
                  </a:lnTo>
                  <a:lnTo>
                    <a:pt x="16" y="85"/>
                  </a:lnTo>
                  <a:lnTo>
                    <a:pt x="32" y="82"/>
                  </a:lnTo>
                  <a:lnTo>
                    <a:pt x="51" y="75"/>
                  </a:lnTo>
                  <a:lnTo>
                    <a:pt x="70" y="65"/>
                  </a:lnTo>
                  <a:lnTo>
                    <a:pt x="90" y="54"/>
                  </a:lnTo>
                  <a:lnTo>
                    <a:pt x="108" y="42"/>
                  </a:lnTo>
                  <a:lnTo>
                    <a:pt x="125" y="30"/>
                  </a:lnTo>
                  <a:lnTo>
                    <a:pt x="135" y="20"/>
                  </a:lnTo>
                  <a:lnTo>
                    <a:pt x="141" y="11"/>
                  </a:lnTo>
                  <a:lnTo>
                    <a:pt x="141" y="4"/>
                  </a:lnTo>
                  <a:close/>
                </a:path>
              </a:pathLst>
            </a:custGeom>
            <a:solidFill>
              <a:srgbClr val="000000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</p:grpSp>
      <p:grpSp>
        <p:nvGrpSpPr>
          <p:cNvPr id="1184" name="Google Shape;1184;p3"/>
          <p:cNvGrpSpPr/>
          <p:nvPr/>
        </p:nvGrpSpPr>
        <p:grpSpPr>
          <a:xfrm>
            <a:off x="6172200" y="2514600"/>
            <a:ext cx="252413" cy="323850"/>
            <a:chOff x="4817" y="728"/>
            <a:chExt cx="300" cy="258"/>
          </a:xfrm>
        </p:grpSpPr>
        <p:sp>
          <p:nvSpPr>
            <p:cNvPr id="1185" name="Google Shape;1185;p3"/>
            <p:cNvSpPr/>
            <p:nvPr/>
          </p:nvSpPr>
          <p:spPr>
            <a:xfrm>
              <a:off x="4817" y="959"/>
              <a:ext cx="300" cy="27"/>
            </a:xfrm>
            <a:custGeom>
              <a:avLst/>
              <a:gdLst/>
              <a:ahLst/>
              <a:cxnLst/>
              <a:rect l="l" t="t" r="r" b="b"/>
              <a:pathLst>
                <a:path w="599" h="53" extrusionOk="0">
                  <a:moveTo>
                    <a:pt x="563" y="17"/>
                  </a:moveTo>
                  <a:lnTo>
                    <a:pt x="599" y="17"/>
                  </a:lnTo>
                  <a:lnTo>
                    <a:pt x="599" y="53"/>
                  </a:lnTo>
                  <a:lnTo>
                    <a:pt x="0" y="53"/>
                  </a:lnTo>
                  <a:lnTo>
                    <a:pt x="0" y="17"/>
                  </a:lnTo>
                  <a:lnTo>
                    <a:pt x="74" y="17"/>
                  </a:lnTo>
                  <a:lnTo>
                    <a:pt x="74" y="0"/>
                  </a:lnTo>
                  <a:lnTo>
                    <a:pt x="563" y="0"/>
                  </a:lnTo>
                  <a:lnTo>
                    <a:pt x="563" y="17"/>
                  </a:lnTo>
                  <a:close/>
                  <a:moveTo>
                    <a:pt x="74" y="17"/>
                  </a:moveTo>
                  <a:lnTo>
                    <a:pt x="552" y="17"/>
                  </a:lnTo>
                  <a:lnTo>
                    <a:pt x="74" y="17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cxnSp>
          <p:nvCxnSpPr>
            <p:cNvPr id="1186" name="Google Shape;1186;p3"/>
            <p:cNvCxnSpPr/>
            <p:nvPr/>
          </p:nvCxnSpPr>
          <p:spPr>
            <a:xfrm flipH="1">
              <a:off x="5015" y="869"/>
              <a:ext cx="40" cy="1"/>
            </a:xfrm>
            <a:prstGeom prst="straightConnector1">
              <a:avLst/>
            </a:prstGeom>
            <a:noFill/>
            <a:ln w="9525" cap="flat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sp>
          <p:nvSpPr>
            <p:cNvPr id="1187" name="Google Shape;1187;p3"/>
            <p:cNvSpPr/>
            <p:nvPr/>
          </p:nvSpPr>
          <p:spPr>
            <a:xfrm>
              <a:off x="4995" y="840"/>
              <a:ext cx="60" cy="117"/>
            </a:xfrm>
            <a:custGeom>
              <a:avLst/>
              <a:gdLst/>
              <a:ahLst/>
              <a:cxnLst/>
              <a:rect l="l" t="t" r="r" b="b"/>
              <a:pathLst>
                <a:path w="121" h="234" extrusionOk="0">
                  <a:moveTo>
                    <a:pt x="0" y="234"/>
                  </a:moveTo>
                  <a:lnTo>
                    <a:pt x="121" y="59"/>
                  </a:lnTo>
                  <a:lnTo>
                    <a:pt x="82" y="0"/>
                  </a:lnTo>
                </a:path>
              </a:pathLst>
            </a:custGeom>
            <a:noFill/>
            <a:ln w="9525" cap="flat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cxnSp>
          <p:nvCxnSpPr>
            <p:cNvPr id="1188" name="Google Shape;1188;p3"/>
            <p:cNvCxnSpPr/>
            <p:nvPr/>
          </p:nvCxnSpPr>
          <p:spPr>
            <a:xfrm rot="10800000">
              <a:off x="5015" y="869"/>
              <a:ext cx="65" cy="90"/>
            </a:xfrm>
            <a:prstGeom prst="straightConnector1">
              <a:avLst/>
            </a:prstGeom>
            <a:noFill/>
            <a:ln w="9525" cap="flat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sp>
          <p:nvSpPr>
            <p:cNvPr id="1189" name="Google Shape;1189;p3"/>
            <p:cNvSpPr/>
            <p:nvPr/>
          </p:nvSpPr>
          <p:spPr>
            <a:xfrm>
              <a:off x="4936" y="927"/>
              <a:ext cx="119" cy="30"/>
            </a:xfrm>
            <a:custGeom>
              <a:avLst/>
              <a:gdLst/>
              <a:ahLst/>
              <a:cxnLst/>
              <a:rect l="l" t="t" r="r" b="b"/>
              <a:pathLst>
                <a:path w="238" h="59" extrusionOk="0">
                  <a:moveTo>
                    <a:pt x="199" y="59"/>
                  </a:moveTo>
                  <a:lnTo>
                    <a:pt x="238" y="0"/>
                  </a:lnTo>
                  <a:lnTo>
                    <a:pt x="0" y="0"/>
                  </a:lnTo>
                  <a:lnTo>
                    <a:pt x="34" y="59"/>
                  </a:lnTo>
                </a:path>
              </a:pathLst>
            </a:custGeom>
            <a:noFill/>
            <a:ln w="9525" cap="flat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cxnSp>
          <p:nvCxnSpPr>
            <p:cNvPr id="1190" name="Google Shape;1190;p3"/>
            <p:cNvCxnSpPr/>
            <p:nvPr/>
          </p:nvCxnSpPr>
          <p:spPr>
            <a:xfrm rot="10800000" flipH="1">
              <a:off x="4911" y="879"/>
              <a:ext cx="63" cy="80"/>
            </a:xfrm>
            <a:prstGeom prst="straightConnector1">
              <a:avLst/>
            </a:prstGeom>
            <a:noFill/>
            <a:ln w="9525" cap="flat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sp>
          <p:nvSpPr>
            <p:cNvPr id="1191" name="Google Shape;1191;p3"/>
            <p:cNvSpPr/>
            <p:nvPr/>
          </p:nvSpPr>
          <p:spPr>
            <a:xfrm>
              <a:off x="4817" y="959"/>
              <a:ext cx="300" cy="27"/>
            </a:xfrm>
            <a:custGeom>
              <a:avLst/>
              <a:gdLst/>
              <a:ahLst/>
              <a:cxnLst/>
              <a:rect l="l" t="t" r="r" b="b"/>
              <a:pathLst>
                <a:path w="599" h="53" extrusionOk="0">
                  <a:moveTo>
                    <a:pt x="563" y="17"/>
                  </a:moveTo>
                  <a:lnTo>
                    <a:pt x="599" y="17"/>
                  </a:lnTo>
                  <a:lnTo>
                    <a:pt x="599" y="53"/>
                  </a:lnTo>
                  <a:lnTo>
                    <a:pt x="0" y="53"/>
                  </a:lnTo>
                  <a:lnTo>
                    <a:pt x="0" y="17"/>
                  </a:lnTo>
                  <a:lnTo>
                    <a:pt x="74" y="17"/>
                  </a:lnTo>
                  <a:lnTo>
                    <a:pt x="74" y="0"/>
                  </a:lnTo>
                  <a:lnTo>
                    <a:pt x="563" y="0"/>
                  </a:lnTo>
                  <a:lnTo>
                    <a:pt x="563" y="17"/>
                  </a:lnTo>
                </a:path>
              </a:pathLst>
            </a:custGeom>
            <a:noFill/>
            <a:ln w="9525" cap="flat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1192" name="Google Shape;1192;p3"/>
            <p:cNvSpPr/>
            <p:nvPr/>
          </p:nvSpPr>
          <p:spPr>
            <a:xfrm>
              <a:off x="4854" y="968"/>
              <a:ext cx="239" cy="1"/>
            </a:xfrm>
            <a:custGeom>
              <a:avLst/>
              <a:gdLst/>
              <a:ahLst/>
              <a:cxnLst/>
              <a:rect l="l" t="t" r="r" b="b"/>
              <a:pathLst>
                <a:path w="478" h="120000" extrusionOk="0">
                  <a:moveTo>
                    <a:pt x="0" y="0"/>
                  </a:moveTo>
                  <a:lnTo>
                    <a:pt x="478" y="0"/>
                  </a:lnTo>
                  <a:lnTo>
                    <a:pt x="0" y="0"/>
                  </a:lnTo>
                </a:path>
              </a:pathLst>
            </a:custGeom>
            <a:noFill/>
            <a:ln w="9525" cap="flat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1193" name="Google Shape;1193;p3"/>
            <p:cNvSpPr/>
            <p:nvPr/>
          </p:nvSpPr>
          <p:spPr>
            <a:xfrm>
              <a:off x="4976" y="869"/>
              <a:ext cx="38" cy="90"/>
            </a:xfrm>
            <a:prstGeom prst="rect">
              <a:avLst/>
            </a:prstGeom>
            <a:solidFill>
              <a:srgbClr val="000000"/>
            </a:solidFill>
            <a:ln w="9525" cap="flat" cmpd="sng">
              <a:solidFill>
                <a:srgbClr val="000000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1194" name="Google Shape;1194;p3"/>
            <p:cNvSpPr/>
            <p:nvPr/>
          </p:nvSpPr>
          <p:spPr>
            <a:xfrm>
              <a:off x="4817" y="728"/>
              <a:ext cx="290" cy="190"/>
            </a:xfrm>
            <a:custGeom>
              <a:avLst/>
              <a:gdLst/>
              <a:ahLst/>
              <a:cxnLst/>
              <a:rect l="l" t="t" r="r" b="b"/>
              <a:pathLst>
                <a:path w="579" h="380" extrusionOk="0">
                  <a:moveTo>
                    <a:pt x="568" y="16"/>
                  </a:moveTo>
                  <a:lnTo>
                    <a:pt x="576" y="37"/>
                  </a:lnTo>
                  <a:lnTo>
                    <a:pt x="579" y="59"/>
                  </a:lnTo>
                  <a:lnTo>
                    <a:pt x="576" y="85"/>
                  </a:lnTo>
                  <a:lnTo>
                    <a:pt x="567" y="113"/>
                  </a:lnTo>
                  <a:lnTo>
                    <a:pt x="552" y="143"/>
                  </a:lnTo>
                  <a:lnTo>
                    <a:pt x="532" y="172"/>
                  </a:lnTo>
                  <a:lnTo>
                    <a:pt x="507" y="202"/>
                  </a:lnTo>
                  <a:lnTo>
                    <a:pt x="476" y="231"/>
                  </a:lnTo>
                  <a:lnTo>
                    <a:pt x="442" y="259"/>
                  </a:lnTo>
                  <a:lnTo>
                    <a:pt x="406" y="285"/>
                  </a:lnTo>
                  <a:lnTo>
                    <a:pt x="366" y="308"/>
                  </a:lnTo>
                  <a:lnTo>
                    <a:pt x="325" y="328"/>
                  </a:lnTo>
                  <a:lnTo>
                    <a:pt x="283" y="347"/>
                  </a:lnTo>
                  <a:lnTo>
                    <a:pt x="242" y="361"/>
                  </a:lnTo>
                  <a:lnTo>
                    <a:pt x="200" y="372"/>
                  </a:lnTo>
                  <a:lnTo>
                    <a:pt x="162" y="377"/>
                  </a:lnTo>
                  <a:lnTo>
                    <a:pt x="124" y="380"/>
                  </a:lnTo>
                  <a:lnTo>
                    <a:pt x="92" y="377"/>
                  </a:lnTo>
                  <a:lnTo>
                    <a:pt x="61" y="372"/>
                  </a:lnTo>
                  <a:lnTo>
                    <a:pt x="36" y="361"/>
                  </a:lnTo>
                  <a:lnTo>
                    <a:pt x="16" y="347"/>
                  </a:lnTo>
                  <a:lnTo>
                    <a:pt x="1" y="330"/>
                  </a:lnTo>
                  <a:lnTo>
                    <a:pt x="10" y="337"/>
                  </a:lnTo>
                  <a:lnTo>
                    <a:pt x="25" y="342"/>
                  </a:lnTo>
                  <a:lnTo>
                    <a:pt x="45" y="344"/>
                  </a:lnTo>
                  <a:lnTo>
                    <a:pt x="68" y="341"/>
                  </a:lnTo>
                  <a:lnTo>
                    <a:pt x="97" y="335"/>
                  </a:lnTo>
                  <a:lnTo>
                    <a:pt x="130" y="327"/>
                  </a:lnTo>
                  <a:lnTo>
                    <a:pt x="166" y="314"/>
                  </a:lnTo>
                  <a:lnTo>
                    <a:pt x="204" y="299"/>
                  </a:lnTo>
                  <a:lnTo>
                    <a:pt x="245" y="282"/>
                  </a:lnTo>
                  <a:lnTo>
                    <a:pt x="285" y="262"/>
                  </a:lnTo>
                  <a:lnTo>
                    <a:pt x="326" y="240"/>
                  </a:lnTo>
                  <a:lnTo>
                    <a:pt x="366" y="217"/>
                  </a:lnTo>
                  <a:lnTo>
                    <a:pt x="404" y="193"/>
                  </a:lnTo>
                  <a:lnTo>
                    <a:pt x="440" y="169"/>
                  </a:lnTo>
                  <a:lnTo>
                    <a:pt x="473" y="144"/>
                  </a:lnTo>
                  <a:lnTo>
                    <a:pt x="502" y="120"/>
                  </a:lnTo>
                  <a:lnTo>
                    <a:pt x="525" y="98"/>
                  </a:lnTo>
                  <a:lnTo>
                    <a:pt x="545" y="77"/>
                  </a:lnTo>
                  <a:lnTo>
                    <a:pt x="559" y="58"/>
                  </a:lnTo>
                  <a:lnTo>
                    <a:pt x="568" y="40"/>
                  </a:lnTo>
                  <a:lnTo>
                    <a:pt x="570" y="26"/>
                  </a:lnTo>
                  <a:lnTo>
                    <a:pt x="568" y="16"/>
                  </a:lnTo>
                  <a:close/>
                  <a:moveTo>
                    <a:pt x="568" y="16"/>
                  </a:moveTo>
                  <a:lnTo>
                    <a:pt x="559" y="7"/>
                  </a:lnTo>
                  <a:lnTo>
                    <a:pt x="545" y="2"/>
                  </a:lnTo>
                  <a:lnTo>
                    <a:pt x="525" y="0"/>
                  </a:lnTo>
                  <a:lnTo>
                    <a:pt x="502" y="4"/>
                  </a:lnTo>
                  <a:lnTo>
                    <a:pt x="473" y="9"/>
                  </a:lnTo>
                  <a:lnTo>
                    <a:pt x="438" y="18"/>
                  </a:lnTo>
                  <a:lnTo>
                    <a:pt x="404" y="30"/>
                  </a:lnTo>
                  <a:lnTo>
                    <a:pt x="364" y="46"/>
                  </a:lnTo>
                  <a:lnTo>
                    <a:pt x="325" y="63"/>
                  </a:lnTo>
                  <a:lnTo>
                    <a:pt x="285" y="82"/>
                  </a:lnTo>
                  <a:lnTo>
                    <a:pt x="243" y="105"/>
                  </a:lnTo>
                  <a:lnTo>
                    <a:pt x="204" y="127"/>
                  </a:lnTo>
                  <a:lnTo>
                    <a:pt x="166" y="151"/>
                  </a:lnTo>
                  <a:lnTo>
                    <a:pt x="130" y="176"/>
                  </a:lnTo>
                  <a:lnTo>
                    <a:pt x="97" y="200"/>
                  </a:lnTo>
                  <a:lnTo>
                    <a:pt x="68" y="224"/>
                  </a:lnTo>
                  <a:lnTo>
                    <a:pt x="45" y="247"/>
                  </a:lnTo>
                  <a:lnTo>
                    <a:pt x="25" y="268"/>
                  </a:lnTo>
                  <a:lnTo>
                    <a:pt x="10" y="287"/>
                  </a:lnTo>
                  <a:lnTo>
                    <a:pt x="1" y="304"/>
                  </a:lnTo>
                  <a:lnTo>
                    <a:pt x="0" y="318"/>
                  </a:lnTo>
                  <a:lnTo>
                    <a:pt x="1" y="330"/>
                  </a:lnTo>
                  <a:lnTo>
                    <a:pt x="10" y="337"/>
                  </a:lnTo>
                  <a:lnTo>
                    <a:pt x="25" y="342"/>
                  </a:lnTo>
                  <a:lnTo>
                    <a:pt x="45" y="344"/>
                  </a:lnTo>
                  <a:lnTo>
                    <a:pt x="68" y="341"/>
                  </a:lnTo>
                  <a:lnTo>
                    <a:pt x="97" y="335"/>
                  </a:lnTo>
                  <a:lnTo>
                    <a:pt x="130" y="327"/>
                  </a:lnTo>
                  <a:lnTo>
                    <a:pt x="166" y="314"/>
                  </a:lnTo>
                  <a:lnTo>
                    <a:pt x="204" y="299"/>
                  </a:lnTo>
                  <a:lnTo>
                    <a:pt x="245" y="282"/>
                  </a:lnTo>
                  <a:lnTo>
                    <a:pt x="285" y="262"/>
                  </a:lnTo>
                  <a:lnTo>
                    <a:pt x="326" y="240"/>
                  </a:lnTo>
                  <a:lnTo>
                    <a:pt x="366" y="217"/>
                  </a:lnTo>
                  <a:lnTo>
                    <a:pt x="404" y="193"/>
                  </a:lnTo>
                  <a:lnTo>
                    <a:pt x="440" y="169"/>
                  </a:lnTo>
                  <a:lnTo>
                    <a:pt x="473" y="144"/>
                  </a:lnTo>
                  <a:lnTo>
                    <a:pt x="502" y="120"/>
                  </a:lnTo>
                  <a:lnTo>
                    <a:pt x="525" y="98"/>
                  </a:lnTo>
                  <a:lnTo>
                    <a:pt x="545" y="77"/>
                  </a:lnTo>
                  <a:lnTo>
                    <a:pt x="559" y="58"/>
                  </a:lnTo>
                  <a:lnTo>
                    <a:pt x="568" y="40"/>
                  </a:lnTo>
                  <a:lnTo>
                    <a:pt x="570" y="26"/>
                  </a:lnTo>
                  <a:lnTo>
                    <a:pt x="568" y="16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cxnSp>
          <p:nvCxnSpPr>
            <p:cNvPr id="1195" name="Google Shape;1195;p3"/>
            <p:cNvCxnSpPr/>
            <p:nvPr/>
          </p:nvCxnSpPr>
          <p:spPr>
            <a:xfrm rot="10800000" flipH="1">
              <a:off x="4911" y="733"/>
              <a:ext cx="189" cy="1"/>
            </a:xfrm>
            <a:prstGeom prst="straightConnector1">
              <a:avLst/>
            </a:prstGeom>
            <a:noFill/>
            <a:ln w="9525" cap="flat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196" name="Google Shape;1196;p3"/>
            <p:cNvCxnSpPr/>
            <p:nvPr/>
          </p:nvCxnSpPr>
          <p:spPr>
            <a:xfrm>
              <a:off x="4911" y="734"/>
              <a:ext cx="68" cy="111"/>
            </a:xfrm>
            <a:prstGeom prst="straightConnector1">
              <a:avLst/>
            </a:prstGeom>
            <a:noFill/>
            <a:ln w="9525" cap="flat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197" name="Google Shape;1197;p3"/>
            <p:cNvCxnSpPr/>
            <p:nvPr/>
          </p:nvCxnSpPr>
          <p:spPr>
            <a:xfrm flipH="1">
              <a:off x="4818" y="734"/>
              <a:ext cx="93" cy="155"/>
            </a:xfrm>
            <a:prstGeom prst="straightConnector1">
              <a:avLst/>
            </a:prstGeom>
            <a:noFill/>
            <a:ln w="9525" cap="flat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sp>
          <p:nvSpPr>
            <p:cNvPr id="1198" name="Google Shape;1198;p3"/>
            <p:cNvSpPr/>
            <p:nvPr/>
          </p:nvSpPr>
          <p:spPr>
            <a:xfrm>
              <a:off x="4940" y="816"/>
              <a:ext cx="71" cy="43"/>
            </a:xfrm>
            <a:custGeom>
              <a:avLst/>
              <a:gdLst/>
              <a:ahLst/>
              <a:cxnLst/>
              <a:rect l="l" t="t" r="r" b="b"/>
              <a:pathLst>
                <a:path w="141" h="85" extrusionOk="0">
                  <a:moveTo>
                    <a:pt x="141" y="4"/>
                  </a:moveTo>
                  <a:lnTo>
                    <a:pt x="135" y="0"/>
                  </a:lnTo>
                  <a:lnTo>
                    <a:pt x="125" y="0"/>
                  </a:lnTo>
                  <a:lnTo>
                    <a:pt x="108" y="4"/>
                  </a:lnTo>
                  <a:lnTo>
                    <a:pt x="90" y="11"/>
                  </a:lnTo>
                  <a:lnTo>
                    <a:pt x="70" y="21"/>
                  </a:lnTo>
                  <a:lnTo>
                    <a:pt x="51" y="32"/>
                  </a:lnTo>
                  <a:lnTo>
                    <a:pt x="32" y="44"/>
                  </a:lnTo>
                  <a:lnTo>
                    <a:pt x="16" y="56"/>
                  </a:lnTo>
                  <a:lnTo>
                    <a:pt x="5" y="66"/>
                  </a:lnTo>
                  <a:lnTo>
                    <a:pt x="0" y="75"/>
                  </a:lnTo>
                  <a:lnTo>
                    <a:pt x="0" y="82"/>
                  </a:lnTo>
                  <a:lnTo>
                    <a:pt x="5" y="85"/>
                  </a:lnTo>
                  <a:lnTo>
                    <a:pt x="16" y="85"/>
                  </a:lnTo>
                  <a:lnTo>
                    <a:pt x="32" y="82"/>
                  </a:lnTo>
                  <a:lnTo>
                    <a:pt x="51" y="75"/>
                  </a:lnTo>
                  <a:lnTo>
                    <a:pt x="70" y="65"/>
                  </a:lnTo>
                  <a:lnTo>
                    <a:pt x="90" y="54"/>
                  </a:lnTo>
                  <a:lnTo>
                    <a:pt x="108" y="42"/>
                  </a:lnTo>
                  <a:lnTo>
                    <a:pt x="125" y="30"/>
                  </a:lnTo>
                  <a:lnTo>
                    <a:pt x="135" y="20"/>
                  </a:lnTo>
                  <a:lnTo>
                    <a:pt x="141" y="11"/>
                  </a:lnTo>
                  <a:lnTo>
                    <a:pt x="141" y="4"/>
                  </a:lnTo>
                  <a:close/>
                </a:path>
              </a:pathLst>
            </a:custGeom>
            <a:solidFill>
              <a:srgbClr val="000000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</p:grpSp>
      <p:grpSp>
        <p:nvGrpSpPr>
          <p:cNvPr id="1199" name="Google Shape;1199;p3"/>
          <p:cNvGrpSpPr/>
          <p:nvPr/>
        </p:nvGrpSpPr>
        <p:grpSpPr>
          <a:xfrm>
            <a:off x="7467600" y="3048000"/>
            <a:ext cx="252413" cy="323850"/>
            <a:chOff x="4817" y="728"/>
            <a:chExt cx="300" cy="258"/>
          </a:xfrm>
        </p:grpSpPr>
        <p:sp>
          <p:nvSpPr>
            <p:cNvPr id="1200" name="Google Shape;1200;p3"/>
            <p:cNvSpPr/>
            <p:nvPr/>
          </p:nvSpPr>
          <p:spPr>
            <a:xfrm>
              <a:off x="4817" y="959"/>
              <a:ext cx="300" cy="27"/>
            </a:xfrm>
            <a:custGeom>
              <a:avLst/>
              <a:gdLst/>
              <a:ahLst/>
              <a:cxnLst/>
              <a:rect l="l" t="t" r="r" b="b"/>
              <a:pathLst>
                <a:path w="599" h="53" extrusionOk="0">
                  <a:moveTo>
                    <a:pt x="563" y="17"/>
                  </a:moveTo>
                  <a:lnTo>
                    <a:pt x="599" y="17"/>
                  </a:lnTo>
                  <a:lnTo>
                    <a:pt x="599" y="53"/>
                  </a:lnTo>
                  <a:lnTo>
                    <a:pt x="0" y="53"/>
                  </a:lnTo>
                  <a:lnTo>
                    <a:pt x="0" y="17"/>
                  </a:lnTo>
                  <a:lnTo>
                    <a:pt x="74" y="17"/>
                  </a:lnTo>
                  <a:lnTo>
                    <a:pt x="74" y="0"/>
                  </a:lnTo>
                  <a:lnTo>
                    <a:pt x="563" y="0"/>
                  </a:lnTo>
                  <a:lnTo>
                    <a:pt x="563" y="17"/>
                  </a:lnTo>
                  <a:close/>
                  <a:moveTo>
                    <a:pt x="74" y="17"/>
                  </a:moveTo>
                  <a:lnTo>
                    <a:pt x="552" y="17"/>
                  </a:lnTo>
                  <a:lnTo>
                    <a:pt x="74" y="17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cxnSp>
          <p:nvCxnSpPr>
            <p:cNvPr id="1201" name="Google Shape;1201;p3"/>
            <p:cNvCxnSpPr/>
            <p:nvPr/>
          </p:nvCxnSpPr>
          <p:spPr>
            <a:xfrm flipH="1">
              <a:off x="5015" y="869"/>
              <a:ext cx="40" cy="1"/>
            </a:xfrm>
            <a:prstGeom prst="straightConnector1">
              <a:avLst/>
            </a:prstGeom>
            <a:noFill/>
            <a:ln w="9525" cap="flat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sp>
          <p:nvSpPr>
            <p:cNvPr id="1202" name="Google Shape;1202;p3"/>
            <p:cNvSpPr/>
            <p:nvPr/>
          </p:nvSpPr>
          <p:spPr>
            <a:xfrm>
              <a:off x="4995" y="840"/>
              <a:ext cx="60" cy="117"/>
            </a:xfrm>
            <a:custGeom>
              <a:avLst/>
              <a:gdLst/>
              <a:ahLst/>
              <a:cxnLst/>
              <a:rect l="l" t="t" r="r" b="b"/>
              <a:pathLst>
                <a:path w="121" h="234" extrusionOk="0">
                  <a:moveTo>
                    <a:pt x="0" y="234"/>
                  </a:moveTo>
                  <a:lnTo>
                    <a:pt x="121" y="59"/>
                  </a:lnTo>
                  <a:lnTo>
                    <a:pt x="82" y="0"/>
                  </a:lnTo>
                </a:path>
              </a:pathLst>
            </a:custGeom>
            <a:noFill/>
            <a:ln w="9525" cap="flat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cxnSp>
          <p:nvCxnSpPr>
            <p:cNvPr id="1203" name="Google Shape;1203;p3"/>
            <p:cNvCxnSpPr/>
            <p:nvPr/>
          </p:nvCxnSpPr>
          <p:spPr>
            <a:xfrm rot="10800000">
              <a:off x="5015" y="869"/>
              <a:ext cx="65" cy="90"/>
            </a:xfrm>
            <a:prstGeom prst="straightConnector1">
              <a:avLst/>
            </a:prstGeom>
            <a:noFill/>
            <a:ln w="9525" cap="flat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sp>
          <p:nvSpPr>
            <p:cNvPr id="1204" name="Google Shape;1204;p3"/>
            <p:cNvSpPr/>
            <p:nvPr/>
          </p:nvSpPr>
          <p:spPr>
            <a:xfrm>
              <a:off x="4936" y="927"/>
              <a:ext cx="119" cy="30"/>
            </a:xfrm>
            <a:custGeom>
              <a:avLst/>
              <a:gdLst/>
              <a:ahLst/>
              <a:cxnLst/>
              <a:rect l="l" t="t" r="r" b="b"/>
              <a:pathLst>
                <a:path w="238" h="59" extrusionOk="0">
                  <a:moveTo>
                    <a:pt x="199" y="59"/>
                  </a:moveTo>
                  <a:lnTo>
                    <a:pt x="238" y="0"/>
                  </a:lnTo>
                  <a:lnTo>
                    <a:pt x="0" y="0"/>
                  </a:lnTo>
                  <a:lnTo>
                    <a:pt x="34" y="59"/>
                  </a:lnTo>
                </a:path>
              </a:pathLst>
            </a:custGeom>
            <a:noFill/>
            <a:ln w="9525" cap="flat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cxnSp>
          <p:nvCxnSpPr>
            <p:cNvPr id="1205" name="Google Shape;1205;p3"/>
            <p:cNvCxnSpPr/>
            <p:nvPr/>
          </p:nvCxnSpPr>
          <p:spPr>
            <a:xfrm rot="10800000" flipH="1">
              <a:off x="4911" y="879"/>
              <a:ext cx="63" cy="80"/>
            </a:xfrm>
            <a:prstGeom prst="straightConnector1">
              <a:avLst/>
            </a:prstGeom>
            <a:noFill/>
            <a:ln w="9525" cap="flat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sp>
          <p:nvSpPr>
            <p:cNvPr id="1206" name="Google Shape;1206;p3"/>
            <p:cNvSpPr/>
            <p:nvPr/>
          </p:nvSpPr>
          <p:spPr>
            <a:xfrm>
              <a:off x="4817" y="959"/>
              <a:ext cx="300" cy="27"/>
            </a:xfrm>
            <a:custGeom>
              <a:avLst/>
              <a:gdLst/>
              <a:ahLst/>
              <a:cxnLst/>
              <a:rect l="l" t="t" r="r" b="b"/>
              <a:pathLst>
                <a:path w="599" h="53" extrusionOk="0">
                  <a:moveTo>
                    <a:pt x="563" y="17"/>
                  </a:moveTo>
                  <a:lnTo>
                    <a:pt x="599" y="17"/>
                  </a:lnTo>
                  <a:lnTo>
                    <a:pt x="599" y="53"/>
                  </a:lnTo>
                  <a:lnTo>
                    <a:pt x="0" y="53"/>
                  </a:lnTo>
                  <a:lnTo>
                    <a:pt x="0" y="17"/>
                  </a:lnTo>
                  <a:lnTo>
                    <a:pt x="74" y="17"/>
                  </a:lnTo>
                  <a:lnTo>
                    <a:pt x="74" y="0"/>
                  </a:lnTo>
                  <a:lnTo>
                    <a:pt x="563" y="0"/>
                  </a:lnTo>
                  <a:lnTo>
                    <a:pt x="563" y="17"/>
                  </a:lnTo>
                </a:path>
              </a:pathLst>
            </a:custGeom>
            <a:noFill/>
            <a:ln w="9525" cap="flat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1207" name="Google Shape;1207;p3"/>
            <p:cNvSpPr/>
            <p:nvPr/>
          </p:nvSpPr>
          <p:spPr>
            <a:xfrm>
              <a:off x="4854" y="968"/>
              <a:ext cx="239" cy="1"/>
            </a:xfrm>
            <a:custGeom>
              <a:avLst/>
              <a:gdLst/>
              <a:ahLst/>
              <a:cxnLst/>
              <a:rect l="l" t="t" r="r" b="b"/>
              <a:pathLst>
                <a:path w="478" h="120000" extrusionOk="0">
                  <a:moveTo>
                    <a:pt x="0" y="0"/>
                  </a:moveTo>
                  <a:lnTo>
                    <a:pt x="478" y="0"/>
                  </a:lnTo>
                  <a:lnTo>
                    <a:pt x="0" y="0"/>
                  </a:lnTo>
                </a:path>
              </a:pathLst>
            </a:custGeom>
            <a:noFill/>
            <a:ln w="9525" cap="flat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1208" name="Google Shape;1208;p3"/>
            <p:cNvSpPr/>
            <p:nvPr/>
          </p:nvSpPr>
          <p:spPr>
            <a:xfrm>
              <a:off x="4976" y="869"/>
              <a:ext cx="38" cy="90"/>
            </a:xfrm>
            <a:prstGeom prst="rect">
              <a:avLst/>
            </a:prstGeom>
            <a:solidFill>
              <a:srgbClr val="000000"/>
            </a:solidFill>
            <a:ln w="9525" cap="flat" cmpd="sng">
              <a:solidFill>
                <a:srgbClr val="000000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1209" name="Google Shape;1209;p3"/>
            <p:cNvSpPr/>
            <p:nvPr/>
          </p:nvSpPr>
          <p:spPr>
            <a:xfrm>
              <a:off x="4817" y="728"/>
              <a:ext cx="290" cy="190"/>
            </a:xfrm>
            <a:custGeom>
              <a:avLst/>
              <a:gdLst/>
              <a:ahLst/>
              <a:cxnLst/>
              <a:rect l="l" t="t" r="r" b="b"/>
              <a:pathLst>
                <a:path w="579" h="380" extrusionOk="0">
                  <a:moveTo>
                    <a:pt x="568" y="16"/>
                  </a:moveTo>
                  <a:lnTo>
                    <a:pt x="576" y="37"/>
                  </a:lnTo>
                  <a:lnTo>
                    <a:pt x="579" y="59"/>
                  </a:lnTo>
                  <a:lnTo>
                    <a:pt x="576" y="85"/>
                  </a:lnTo>
                  <a:lnTo>
                    <a:pt x="567" y="113"/>
                  </a:lnTo>
                  <a:lnTo>
                    <a:pt x="552" y="143"/>
                  </a:lnTo>
                  <a:lnTo>
                    <a:pt x="532" y="172"/>
                  </a:lnTo>
                  <a:lnTo>
                    <a:pt x="507" y="202"/>
                  </a:lnTo>
                  <a:lnTo>
                    <a:pt x="476" y="231"/>
                  </a:lnTo>
                  <a:lnTo>
                    <a:pt x="442" y="259"/>
                  </a:lnTo>
                  <a:lnTo>
                    <a:pt x="406" y="285"/>
                  </a:lnTo>
                  <a:lnTo>
                    <a:pt x="366" y="308"/>
                  </a:lnTo>
                  <a:lnTo>
                    <a:pt x="325" y="328"/>
                  </a:lnTo>
                  <a:lnTo>
                    <a:pt x="283" y="347"/>
                  </a:lnTo>
                  <a:lnTo>
                    <a:pt x="242" y="361"/>
                  </a:lnTo>
                  <a:lnTo>
                    <a:pt x="200" y="372"/>
                  </a:lnTo>
                  <a:lnTo>
                    <a:pt x="162" y="377"/>
                  </a:lnTo>
                  <a:lnTo>
                    <a:pt x="124" y="380"/>
                  </a:lnTo>
                  <a:lnTo>
                    <a:pt x="92" y="377"/>
                  </a:lnTo>
                  <a:lnTo>
                    <a:pt x="61" y="372"/>
                  </a:lnTo>
                  <a:lnTo>
                    <a:pt x="36" y="361"/>
                  </a:lnTo>
                  <a:lnTo>
                    <a:pt x="16" y="347"/>
                  </a:lnTo>
                  <a:lnTo>
                    <a:pt x="1" y="330"/>
                  </a:lnTo>
                  <a:lnTo>
                    <a:pt x="10" y="337"/>
                  </a:lnTo>
                  <a:lnTo>
                    <a:pt x="25" y="342"/>
                  </a:lnTo>
                  <a:lnTo>
                    <a:pt x="45" y="344"/>
                  </a:lnTo>
                  <a:lnTo>
                    <a:pt x="68" y="341"/>
                  </a:lnTo>
                  <a:lnTo>
                    <a:pt x="97" y="335"/>
                  </a:lnTo>
                  <a:lnTo>
                    <a:pt x="130" y="327"/>
                  </a:lnTo>
                  <a:lnTo>
                    <a:pt x="166" y="314"/>
                  </a:lnTo>
                  <a:lnTo>
                    <a:pt x="204" y="299"/>
                  </a:lnTo>
                  <a:lnTo>
                    <a:pt x="245" y="282"/>
                  </a:lnTo>
                  <a:lnTo>
                    <a:pt x="285" y="262"/>
                  </a:lnTo>
                  <a:lnTo>
                    <a:pt x="326" y="240"/>
                  </a:lnTo>
                  <a:lnTo>
                    <a:pt x="366" y="217"/>
                  </a:lnTo>
                  <a:lnTo>
                    <a:pt x="404" y="193"/>
                  </a:lnTo>
                  <a:lnTo>
                    <a:pt x="440" y="169"/>
                  </a:lnTo>
                  <a:lnTo>
                    <a:pt x="473" y="144"/>
                  </a:lnTo>
                  <a:lnTo>
                    <a:pt x="502" y="120"/>
                  </a:lnTo>
                  <a:lnTo>
                    <a:pt x="525" y="98"/>
                  </a:lnTo>
                  <a:lnTo>
                    <a:pt x="545" y="77"/>
                  </a:lnTo>
                  <a:lnTo>
                    <a:pt x="559" y="58"/>
                  </a:lnTo>
                  <a:lnTo>
                    <a:pt x="568" y="40"/>
                  </a:lnTo>
                  <a:lnTo>
                    <a:pt x="570" y="26"/>
                  </a:lnTo>
                  <a:lnTo>
                    <a:pt x="568" y="16"/>
                  </a:lnTo>
                  <a:close/>
                  <a:moveTo>
                    <a:pt x="568" y="16"/>
                  </a:moveTo>
                  <a:lnTo>
                    <a:pt x="559" y="7"/>
                  </a:lnTo>
                  <a:lnTo>
                    <a:pt x="545" y="2"/>
                  </a:lnTo>
                  <a:lnTo>
                    <a:pt x="525" y="0"/>
                  </a:lnTo>
                  <a:lnTo>
                    <a:pt x="502" y="4"/>
                  </a:lnTo>
                  <a:lnTo>
                    <a:pt x="473" y="9"/>
                  </a:lnTo>
                  <a:lnTo>
                    <a:pt x="438" y="18"/>
                  </a:lnTo>
                  <a:lnTo>
                    <a:pt x="404" y="30"/>
                  </a:lnTo>
                  <a:lnTo>
                    <a:pt x="364" y="46"/>
                  </a:lnTo>
                  <a:lnTo>
                    <a:pt x="325" y="63"/>
                  </a:lnTo>
                  <a:lnTo>
                    <a:pt x="285" y="82"/>
                  </a:lnTo>
                  <a:lnTo>
                    <a:pt x="243" y="105"/>
                  </a:lnTo>
                  <a:lnTo>
                    <a:pt x="204" y="127"/>
                  </a:lnTo>
                  <a:lnTo>
                    <a:pt x="166" y="151"/>
                  </a:lnTo>
                  <a:lnTo>
                    <a:pt x="130" y="176"/>
                  </a:lnTo>
                  <a:lnTo>
                    <a:pt x="97" y="200"/>
                  </a:lnTo>
                  <a:lnTo>
                    <a:pt x="68" y="224"/>
                  </a:lnTo>
                  <a:lnTo>
                    <a:pt x="45" y="247"/>
                  </a:lnTo>
                  <a:lnTo>
                    <a:pt x="25" y="268"/>
                  </a:lnTo>
                  <a:lnTo>
                    <a:pt x="10" y="287"/>
                  </a:lnTo>
                  <a:lnTo>
                    <a:pt x="1" y="304"/>
                  </a:lnTo>
                  <a:lnTo>
                    <a:pt x="0" y="318"/>
                  </a:lnTo>
                  <a:lnTo>
                    <a:pt x="1" y="330"/>
                  </a:lnTo>
                  <a:lnTo>
                    <a:pt x="10" y="337"/>
                  </a:lnTo>
                  <a:lnTo>
                    <a:pt x="25" y="342"/>
                  </a:lnTo>
                  <a:lnTo>
                    <a:pt x="45" y="344"/>
                  </a:lnTo>
                  <a:lnTo>
                    <a:pt x="68" y="341"/>
                  </a:lnTo>
                  <a:lnTo>
                    <a:pt x="97" y="335"/>
                  </a:lnTo>
                  <a:lnTo>
                    <a:pt x="130" y="327"/>
                  </a:lnTo>
                  <a:lnTo>
                    <a:pt x="166" y="314"/>
                  </a:lnTo>
                  <a:lnTo>
                    <a:pt x="204" y="299"/>
                  </a:lnTo>
                  <a:lnTo>
                    <a:pt x="245" y="282"/>
                  </a:lnTo>
                  <a:lnTo>
                    <a:pt x="285" y="262"/>
                  </a:lnTo>
                  <a:lnTo>
                    <a:pt x="326" y="240"/>
                  </a:lnTo>
                  <a:lnTo>
                    <a:pt x="366" y="217"/>
                  </a:lnTo>
                  <a:lnTo>
                    <a:pt x="404" y="193"/>
                  </a:lnTo>
                  <a:lnTo>
                    <a:pt x="440" y="169"/>
                  </a:lnTo>
                  <a:lnTo>
                    <a:pt x="473" y="144"/>
                  </a:lnTo>
                  <a:lnTo>
                    <a:pt x="502" y="120"/>
                  </a:lnTo>
                  <a:lnTo>
                    <a:pt x="525" y="98"/>
                  </a:lnTo>
                  <a:lnTo>
                    <a:pt x="545" y="77"/>
                  </a:lnTo>
                  <a:lnTo>
                    <a:pt x="559" y="58"/>
                  </a:lnTo>
                  <a:lnTo>
                    <a:pt x="568" y="40"/>
                  </a:lnTo>
                  <a:lnTo>
                    <a:pt x="570" y="26"/>
                  </a:lnTo>
                  <a:lnTo>
                    <a:pt x="568" y="16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cxnSp>
          <p:nvCxnSpPr>
            <p:cNvPr id="1210" name="Google Shape;1210;p3"/>
            <p:cNvCxnSpPr/>
            <p:nvPr/>
          </p:nvCxnSpPr>
          <p:spPr>
            <a:xfrm rot="10800000" flipH="1">
              <a:off x="4911" y="733"/>
              <a:ext cx="189" cy="1"/>
            </a:xfrm>
            <a:prstGeom prst="straightConnector1">
              <a:avLst/>
            </a:prstGeom>
            <a:noFill/>
            <a:ln w="9525" cap="flat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211" name="Google Shape;1211;p3"/>
            <p:cNvCxnSpPr/>
            <p:nvPr/>
          </p:nvCxnSpPr>
          <p:spPr>
            <a:xfrm>
              <a:off x="4911" y="734"/>
              <a:ext cx="68" cy="111"/>
            </a:xfrm>
            <a:prstGeom prst="straightConnector1">
              <a:avLst/>
            </a:prstGeom>
            <a:noFill/>
            <a:ln w="9525" cap="flat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212" name="Google Shape;1212;p3"/>
            <p:cNvCxnSpPr/>
            <p:nvPr/>
          </p:nvCxnSpPr>
          <p:spPr>
            <a:xfrm flipH="1">
              <a:off x="4818" y="734"/>
              <a:ext cx="93" cy="155"/>
            </a:xfrm>
            <a:prstGeom prst="straightConnector1">
              <a:avLst/>
            </a:prstGeom>
            <a:noFill/>
            <a:ln w="9525" cap="flat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sp>
          <p:nvSpPr>
            <p:cNvPr id="1213" name="Google Shape;1213;p3"/>
            <p:cNvSpPr/>
            <p:nvPr/>
          </p:nvSpPr>
          <p:spPr>
            <a:xfrm>
              <a:off x="4940" y="816"/>
              <a:ext cx="71" cy="43"/>
            </a:xfrm>
            <a:custGeom>
              <a:avLst/>
              <a:gdLst/>
              <a:ahLst/>
              <a:cxnLst/>
              <a:rect l="l" t="t" r="r" b="b"/>
              <a:pathLst>
                <a:path w="141" h="85" extrusionOk="0">
                  <a:moveTo>
                    <a:pt x="141" y="4"/>
                  </a:moveTo>
                  <a:lnTo>
                    <a:pt x="135" y="0"/>
                  </a:lnTo>
                  <a:lnTo>
                    <a:pt x="125" y="0"/>
                  </a:lnTo>
                  <a:lnTo>
                    <a:pt x="108" y="4"/>
                  </a:lnTo>
                  <a:lnTo>
                    <a:pt x="90" y="11"/>
                  </a:lnTo>
                  <a:lnTo>
                    <a:pt x="70" y="21"/>
                  </a:lnTo>
                  <a:lnTo>
                    <a:pt x="51" y="32"/>
                  </a:lnTo>
                  <a:lnTo>
                    <a:pt x="32" y="44"/>
                  </a:lnTo>
                  <a:lnTo>
                    <a:pt x="16" y="56"/>
                  </a:lnTo>
                  <a:lnTo>
                    <a:pt x="5" y="66"/>
                  </a:lnTo>
                  <a:lnTo>
                    <a:pt x="0" y="75"/>
                  </a:lnTo>
                  <a:lnTo>
                    <a:pt x="0" y="82"/>
                  </a:lnTo>
                  <a:lnTo>
                    <a:pt x="5" y="85"/>
                  </a:lnTo>
                  <a:lnTo>
                    <a:pt x="16" y="85"/>
                  </a:lnTo>
                  <a:lnTo>
                    <a:pt x="32" y="82"/>
                  </a:lnTo>
                  <a:lnTo>
                    <a:pt x="51" y="75"/>
                  </a:lnTo>
                  <a:lnTo>
                    <a:pt x="70" y="65"/>
                  </a:lnTo>
                  <a:lnTo>
                    <a:pt x="90" y="54"/>
                  </a:lnTo>
                  <a:lnTo>
                    <a:pt x="108" y="42"/>
                  </a:lnTo>
                  <a:lnTo>
                    <a:pt x="125" y="30"/>
                  </a:lnTo>
                  <a:lnTo>
                    <a:pt x="135" y="20"/>
                  </a:lnTo>
                  <a:lnTo>
                    <a:pt x="141" y="11"/>
                  </a:lnTo>
                  <a:lnTo>
                    <a:pt x="141" y="4"/>
                  </a:lnTo>
                  <a:close/>
                </a:path>
              </a:pathLst>
            </a:custGeom>
            <a:solidFill>
              <a:srgbClr val="000000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</p:grpSp>
      <p:sp>
        <p:nvSpPr>
          <p:cNvPr id="1214" name="Google Shape;1214;p3"/>
          <p:cNvSpPr/>
          <p:nvPr/>
        </p:nvSpPr>
        <p:spPr>
          <a:xfrm>
            <a:off x="5943600" y="1219200"/>
            <a:ext cx="1676400" cy="609600"/>
          </a:xfrm>
          <a:prstGeom prst="wedgeRectCallout">
            <a:avLst>
              <a:gd name="adj1" fmla="val -84847"/>
              <a:gd name="adj2" fmla="val 28907"/>
            </a:avLst>
          </a:prstGeom>
          <a:solidFill>
            <a:srgbClr val="00D298"/>
          </a:solidFill>
          <a:ln w="12700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ZAGREB  SGB St.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25º06´ N 17º18´E </a:t>
            </a:r>
            <a:endParaRPr/>
          </a:p>
        </p:txBody>
      </p:sp>
      <p:grpSp>
        <p:nvGrpSpPr>
          <p:cNvPr id="1215" name="Google Shape;1215;p3"/>
          <p:cNvGrpSpPr/>
          <p:nvPr/>
        </p:nvGrpSpPr>
        <p:grpSpPr>
          <a:xfrm>
            <a:off x="5257800" y="6324600"/>
            <a:ext cx="176213" cy="247650"/>
            <a:chOff x="4817" y="728"/>
            <a:chExt cx="300" cy="258"/>
          </a:xfrm>
        </p:grpSpPr>
        <p:sp>
          <p:nvSpPr>
            <p:cNvPr id="1216" name="Google Shape;1216;p3"/>
            <p:cNvSpPr/>
            <p:nvPr/>
          </p:nvSpPr>
          <p:spPr>
            <a:xfrm>
              <a:off x="4817" y="959"/>
              <a:ext cx="300" cy="27"/>
            </a:xfrm>
            <a:custGeom>
              <a:avLst/>
              <a:gdLst/>
              <a:ahLst/>
              <a:cxnLst/>
              <a:rect l="l" t="t" r="r" b="b"/>
              <a:pathLst>
                <a:path w="599" h="53" extrusionOk="0">
                  <a:moveTo>
                    <a:pt x="563" y="17"/>
                  </a:moveTo>
                  <a:lnTo>
                    <a:pt x="599" y="17"/>
                  </a:lnTo>
                  <a:lnTo>
                    <a:pt x="599" y="53"/>
                  </a:lnTo>
                  <a:lnTo>
                    <a:pt x="0" y="53"/>
                  </a:lnTo>
                  <a:lnTo>
                    <a:pt x="0" y="17"/>
                  </a:lnTo>
                  <a:lnTo>
                    <a:pt x="74" y="17"/>
                  </a:lnTo>
                  <a:lnTo>
                    <a:pt x="74" y="0"/>
                  </a:lnTo>
                  <a:lnTo>
                    <a:pt x="563" y="0"/>
                  </a:lnTo>
                  <a:lnTo>
                    <a:pt x="563" y="17"/>
                  </a:lnTo>
                  <a:close/>
                  <a:moveTo>
                    <a:pt x="74" y="17"/>
                  </a:moveTo>
                  <a:lnTo>
                    <a:pt x="552" y="17"/>
                  </a:lnTo>
                  <a:lnTo>
                    <a:pt x="74" y="17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cxnSp>
          <p:nvCxnSpPr>
            <p:cNvPr id="1217" name="Google Shape;1217;p3"/>
            <p:cNvCxnSpPr/>
            <p:nvPr/>
          </p:nvCxnSpPr>
          <p:spPr>
            <a:xfrm flipH="1">
              <a:off x="5015" y="869"/>
              <a:ext cx="40" cy="1"/>
            </a:xfrm>
            <a:prstGeom prst="straightConnector1">
              <a:avLst/>
            </a:prstGeom>
            <a:noFill/>
            <a:ln w="9525" cap="flat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sp>
          <p:nvSpPr>
            <p:cNvPr id="1218" name="Google Shape;1218;p3"/>
            <p:cNvSpPr/>
            <p:nvPr/>
          </p:nvSpPr>
          <p:spPr>
            <a:xfrm>
              <a:off x="4995" y="840"/>
              <a:ext cx="60" cy="117"/>
            </a:xfrm>
            <a:custGeom>
              <a:avLst/>
              <a:gdLst/>
              <a:ahLst/>
              <a:cxnLst/>
              <a:rect l="l" t="t" r="r" b="b"/>
              <a:pathLst>
                <a:path w="121" h="234" extrusionOk="0">
                  <a:moveTo>
                    <a:pt x="0" y="234"/>
                  </a:moveTo>
                  <a:lnTo>
                    <a:pt x="121" y="59"/>
                  </a:lnTo>
                  <a:lnTo>
                    <a:pt x="82" y="0"/>
                  </a:lnTo>
                </a:path>
              </a:pathLst>
            </a:custGeom>
            <a:noFill/>
            <a:ln w="9525" cap="flat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cxnSp>
          <p:nvCxnSpPr>
            <p:cNvPr id="1219" name="Google Shape;1219;p3"/>
            <p:cNvCxnSpPr/>
            <p:nvPr/>
          </p:nvCxnSpPr>
          <p:spPr>
            <a:xfrm rot="10800000">
              <a:off x="5015" y="869"/>
              <a:ext cx="65" cy="90"/>
            </a:xfrm>
            <a:prstGeom prst="straightConnector1">
              <a:avLst/>
            </a:prstGeom>
            <a:noFill/>
            <a:ln w="9525" cap="flat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sp>
          <p:nvSpPr>
            <p:cNvPr id="1220" name="Google Shape;1220;p3"/>
            <p:cNvSpPr/>
            <p:nvPr/>
          </p:nvSpPr>
          <p:spPr>
            <a:xfrm>
              <a:off x="4936" y="927"/>
              <a:ext cx="119" cy="30"/>
            </a:xfrm>
            <a:custGeom>
              <a:avLst/>
              <a:gdLst/>
              <a:ahLst/>
              <a:cxnLst/>
              <a:rect l="l" t="t" r="r" b="b"/>
              <a:pathLst>
                <a:path w="238" h="59" extrusionOk="0">
                  <a:moveTo>
                    <a:pt x="199" y="59"/>
                  </a:moveTo>
                  <a:lnTo>
                    <a:pt x="238" y="0"/>
                  </a:lnTo>
                  <a:lnTo>
                    <a:pt x="0" y="0"/>
                  </a:lnTo>
                  <a:lnTo>
                    <a:pt x="34" y="59"/>
                  </a:lnTo>
                </a:path>
              </a:pathLst>
            </a:custGeom>
            <a:noFill/>
            <a:ln w="9525" cap="flat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cxnSp>
          <p:nvCxnSpPr>
            <p:cNvPr id="1221" name="Google Shape;1221;p3"/>
            <p:cNvCxnSpPr/>
            <p:nvPr/>
          </p:nvCxnSpPr>
          <p:spPr>
            <a:xfrm rot="10800000" flipH="1">
              <a:off x="4911" y="879"/>
              <a:ext cx="63" cy="80"/>
            </a:xfrm>
            <a:prstGeom prst="straightConnector1">
              <a:avLst/>
            </a:prstGeom>
            <a:noFill/>
            <a:ln w="9525" cap="flat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sp>
          <p:nvSpPr>
            <p:cNvPr id="1222" name="Google Shape;1222;p3"/>
            <p:cNvSpPr/>
            <p:nvPr/>
          </p:nvSpPr>
          <p:spPr>
            <a:xfrm>
              <a:off x="4817" y="959"/>
              <a:ext cx="300" cy="27"/>
            </a:xfrm>
            <a:custGeom>
              <a:avLst/>
              <a:gdLst/>
              <a:ahLst/>
              <a:cxnLst/>
              <a:rect l="l" t="t" r="r" b="b"/>
              <a:pathLst>
                <a:path w="599" h="53" extrusionOk="0">
                  <a:moveTo>
                    <a:pt x="563" y="17"/>
                  </a:moveTo>
                  <a:lnTo>
                    <a:pt x="599" y="17"/>
                  </a:lnTo>
                  <a:lnTo>
                    <a:pt x="599" y="53"/>
                  </a:lnTo>
                  <a:lnTo>
                    <a:pt x="0" y="53"/>
                  </a:lnTo>
                  <a:lnTo>
                    <a:pt x="0" y="17"/>
                  </a:lnTo>
                  <a:lnTo>
                    <a:pt x="74" y="17"/>
                  </a:lnTo>
                  <a:lnTo>
                    <a:pt x="74" y="0"/>
                  </a:lnTo>
                  <a:lnTo>
                    <a:pt x="563" y="0"/>
                  </a:lnTo>
                  <a:lnTo>
                    <a:pt x="563" y="17"/>
                  </a:lnTo>
                </a:path>
              </a:pathLst>
            </a:custGeom>
            <a:noFill/>
            <a:ln w="9525" cap="flat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1223" name="Google Shape;1223;p3"/>
            <p:cNvSpPr/>
            <p:nvPr/>
          </p:nvSpPr>
          <p:spPr>
            <a:xfrm>
              <a:off x="4854" y="968"/>
              <a:ext cx="239" cy="1"/>
            </a:xfrm>
            <a:custGeom>
              <a:avLst/>
              <a:gdLst/>
              <a:ahLst/>
              <a:cxnLst/>
              <a:rect l="l" t="t" r="r" b="b"/>
              <a:pathLst>
                <a:path w="478" h="120000" extrusionOk="0">
                  <a:moveTo>
                    <a:pt x="0" y="0"/>
                  </a:moveTo>
                  <a:lnTo>
                    <a:pt x="478" y="0"/>
                  </a:lnTo>
                  <a:lnTo>
                    <a:pt x="0" y="0"/>
                  </a:lnTo>
                </a:path>
              </a:pathLst>
            </a:custGeom>
            <a:noFill/>
            <a:ln w="9525" cap="flat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1224" name="Google Shape;1224;p3"/>
            <p:cNvSpPr/>
            <p:nvPr/>
          </p:nvSpPr>
          <p:spPr>
            <a:xfrm>
              <a:off x="4976" y="869"/>
              <a:ext cx="38" cy="90"/>
            </a:xfrm>
            <a:prstGeom prst="rect">
              <a:avLst/>
            </a:prstGeom>
            <a:solidFill>
              <a:srgbClr val="000000"/>
            </a:solidFill>
            <a:ln w="9525" cap="flat" cmpd="sng">
              <a:solidFill>
                <a:srgbClr val="000000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1225" name="Google Shape;1225;p3"/>
            <p:cNvSpPr/>
            <p:nvPr/>
          </p:nvSpPr>
          <p:spPr>
            <a:xfrm>
              <a:off x="4817" y="728"/>
              <a:ext cx="290" cy="190"/>
            </a:xfrm>
            <a:custGeom>
              <a:avLst/>
              <a:gdLst/>
              <a:ahLst/>
              <a:cxnLst/>
              <a:rect l="l" t="t" r="r" b="b"/>
              <a:pathLst>
                <a:path w="579" h="380" extrusionOk="0">
                  <a:moveTo>
                    <a:pt x="568" y="16"/>
                  </a:moveTo>
                  <a:lnTo>
                    <a:pt x="576" y="37"/>
                  </a:lnTo>
                  <a:lnTo>
                    <a:pt x="579" y="59"/>
                  </a:lnTo>
                  <a:lnTo>
                    <a:pt x="576" y="85"/>
                  </a:lnTo>
                  <a:lnTo>
                    <a:pt x="567" y="113"/>
                  </a:lnTo>
                  <a:lnTo>
                    <a:pt x="552" y="143"/>
                  </a:lnTo>
                  <a:lnTo>
                    <a:pt x="532" y="172"/>
                  </a:lnTo>
                  <a:lnTo>
                    <a:pt x="507" y="202"/>
                  </a:lnTo>
                  <a:lnTo>
                    <a:pt x="476" y="231"/>
                  </a:lnTo>
                  <a:lnTo>
                    <a:pt x="442" y="259"/>
                  </a:lnTo>
                  <a:lnTo>
                    <a:pt x="406" y="285"/>
                  </a:lnTo>
                  <a:lnTo>
                    <a:pt x="366" y="308"/>
                  </a:lnTo>
                  <a:lnTo>
                    <a:pt x="325" y="328"/>
                  </a:lnTo>
                  <a:lnTo>
                    <a:pt x="283" y="347"/>
                  </a:lnTo>
                  <a:lnTo>
                    <a:pt x="242" y="361"/>
                  </a:lnTo>
                  <a:lnTo>
                    <a:pt x="200" y="372"/>
                  </a:lnTo>
                  <a:lnTo>
                    <a:pt x="162" y="377"/>
                  </a:lnTo>
                  <a:lnTo>
                    <a:pt x="124" y="380"/>
                  </a:lnTo>
                  <a:lnTo>
                    <a:pt x="92" y="377"/>
                  </a:lnTo>
                  <a:lnTo>
                    <a:pt x="61" y="372"/>
                  </a:lnTo>
                  <a:lnTo>
                    <a:pt x="36" y="361"/>
                  </a:lnTo>
                  <a:lnTo>
                    <a:pt x="16" y="347"/>
                  </a:lnTo>
                  <a:lnTo>
                    <a:pt x="1" y="330"/>
                  </a:lnTo>
                  <a:lnTo>
                    <a:pt x="10" y="337"/>
                  </a:lnTo>
                  <a:lnTo>
                    <a:pt x="25" y="342"/>
                  </a:lnTo>
                  <a:lnTo>
                    <a:pt x="45" y="344"/>
                  </a:lnTo>
                  <a:lnTo>
                    <a:pt x="68" y="341"/>
                  </a:lnTo>
                  <a:lnTo>
                    <a:pt x="97" y="335"/>
                  </a:lnTo>
                  <a:lnTo>
                    <a:pt x="130" y="327"/>
                  </a:lnTo>
                  <a:lnTo>
                    <a:pt x="166" y="314"/>
                  </a:lnTo>
                  <a:lnTo>
                    <a:pt x="204" y="299"/>
                  </a:lnTo>
                  <a:lnTo>
                    <a:pt x="245" y="282"/>
                  </a:lnTo>
                  <a:lnTo>
                    <a:pt x="285" y="262"/>
                  </a:lnTo>
                  <a:lnTo>
                    <a:pt x="326" y="240"/>
                  </a:lnTo>
                  <a:lnTo>
                    <a:pt x="366" y="217"/>
                  </a:lnTo>
                  <a:lnTo>
                    <a:pt x="404" y="193"/>
                  </a:lnTo>
                  <a:lnTo>
                    <a:pt x="440" y="169"/>
                  </a:lnTo>
                  <a:lnTo>
                    <a:pt x="473" y="144"/>
                  </a:lnTo>
                  <a:lnTo>
                    <a:pt x="502" y="120"/>
                  </a:lnTo>
                  <a:lnTo>
                    <a:pt x="525" y="98"/>
                  </a:lnTo>
                  <a:lnTo>
                    <a:pt x="545" y="77"/>
                  </a:lnTo>
                  <a:lnTo>
                    <a:pt x="559" y="58"/>
                  </a:lnTo>
                  <a:lnTo>
                    <a:pt x="568" y="40"/>
                  </a:lnTo>
                  <a:lnTo>
                    <a:pt x="570" y="26"/>
                  </a:lnTo>
                  <a:lnTo>
                    <a:pt x="568" y="16"/>
                  </a:lnTo>
                  <a:close/>
                  <a:moveTo>
                    <a:pt x="568" y="16"/>
                  </a:moveTo>
                  <a:lnTo>
                    <a:pt x="559" y="7"/>
                  </a:lnTo>
                  <a:lnTo>
                    <a:pt x="545" y="2"/>
                  </a:lnTo>
                  <a:lnTo>
                    <a:pt x="525" y="0"/>
                  </a:lnTo>
                  <a:lnTo>
                    <a:pt x="502" y="4"/>
                  </a:lnTo>
                  <a:lnTo>
                    <a:pt x="473" y="9"/>
                  </a:lnTo>
                  <a:lnTo>
                    <a:pt x="438" y="18"/>
                  </a:lnTo>
                  <a:lnTo>
                    <a:pt x="404" y="30"/>
                  </a:lnTo>
                  <a:lnTo>
                    <a:pt x="364" y="46"/>
                  </a:lnTo>
                  <a:lnTo>
                    <a:pt x="325" y="63"/>
                  </a:lnTo>
                  <a:lnTo>
                    <a:pt x="285" y="82"/>
                  </a:lnTo>
                  <a:lnTo>
                    <a:pt x="243" y="105"/>
                  </a:lnTo>
                  <a:lnTo>
                    <a:pt x="204" y="127"/>
                  </a:lnTo>
                  <a:lnTo>
                    <a:pt x="166" y="151"/>
                  </a:lnTo>
                  <a:lnTo>
                    <a:pt x="130" y="176"/>
                  </a:lnTo>
                  <a:lnTo>
                    <a:pt x="97" y="200"/>
                  </a:lnTo>
                  <a:lnTo>
                    <a:pt x="68" y="224"/>
                  </a:lnTo>
                  <a:lnTo>
                    <a:pt x="45" y="247"/>
                  </a:lnTo>
                  <a:lnTo>
                    <a:pt x="25" y="268"/>
                  </a:lnTo>
                  <a:lnTo>
                    <a:pt x="10" y="287"/>
                  </a:lnTo>
                  <a:lnTo>
                    <a:pt x="1" y="304"/>
                  </a:lnTo>
                  <a:lnTo>
                    <a:pt x="0" y="318"/>
                  </a:lnTo>
                  <a:lnTo>
                    <a:pt x="1" y="330"/>
                  </a:lnTo>
                  <a:lnTo>
                    <a:pt x="10" y="337"/>
                  </a:lnTo>
                  <a:lnTo>
                    <a:pt x="25" y="342"/>
                  </a:lnTo>
                  <a:lnTo>
                    <a:pt x="45" y="344"/>
                  </a:lnTo>
                  <a:lnTo>
                    <a:pt x="68" y="341"/>
                  </a:lnTo>
                  <a:lnTo>
                    <a:pt x="97" y="335"/>
                  </a:lnTo>
                  <a:lnTo>
                    <a:pt x="130" y="327"/>
                  </a:lnTo>
                  <a:lnTo>
                    <a:pt x="166" y="314"/>
                  </a:lnTo>
                  <a:lnTo>
                    <a:pt x="204" y="299"/>
                  </a:lnTo>
                  <a:lnTo>
                    <a:pt x="245" y="282"/>
                  </a:lnTo>
                  <a:lnTo>
                    <a:pt x="285" y="262"/>
                  </a:lnTo>
                  <a:lnTo>
                    <a:pt x="326" y="240"/>
                  </a:lnTo>
                  <a:lnTo>
                    <a:pt x="366" y="217"/>
                  </a:lnTo>
                  <a:lnTo>
                    <a:pt x="404" y="193"/>
                  </a:lnTo>
                  <a:lnTo>
                    <a:pt x="440" y="169"/>
                  </a:lnTo>
                  <a:lnTo>
                    <a:pt x="473" y="144"/>
                  </a:lnTo>
                  <a:lnTo>
                    <a:pt x="502" y="120"/>
                  </a:lnTo>
                  <a:lnTo>
                    <a:pt x="525" y="98"/>
                  </a:lnTo>
                  <a:lnTo>
                    <a:pt x="545" y="77"/>
                  </a:lnTo>
                  <a:lnTo>
                    <a:pt x="559" y="58"/>
                  </a:lnTo>
                  <a:lnTo>
                    <a:pt x="568" y="40"/>
                  </a:lnTo>
                  <a:lnTo>
                    <a:pt x="570" y="26"/>
                  </a:lnTo>
                  <a:lnTo>
                    <a:pt x="568" y="16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cxnSp>
          <p:nvCxnSpPr>
            <p:cNvPr id="1226" name="Google Shape;1226;p3"/>
            <p:cNvCxnSpPr/>
            <p:nvPr/>
          </p:nvCxnSpPr>
          <p:spPr>
            <a:xfrm rot="10800000" flipH="1">
              <a:off x="4911" y="733"/>
              <a:ext cx="189" cy="1"/>
            </a:xfrm>
            <a:prstGeom prst="straightConnector1">
              <a:avLst/>
            </a:prstGeom>
            <a:noFill/>
            <a:ln w="9525" cap="flat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227" name="Google Shape;1227;p3"/>
            <p:cNvCxnSpPr/>
            <p:nvPr/>
          </p:nvCxnSpPr>
          <p:spPr>
            <a:xfrm>
              <a:off x="4911" y="734"/>
              <a:ext cx="68" cy="111"/>
            </a:xfrm>
            <a:prstGeom prst="straightConnector1">
              <a:avLst/>
            </a:prstGeom>
            <a:noFill/>
            <a:ln w="9525" cap="flat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228" name="Google Shape;1228;p3"/>
            <p:cNvCxnSpPr/>
            <p:nvPr/>
          </p:nvCxnSpPr>
          <p:spPr>
            <a:xfrm flipH="1">
              <a:off x="4818" y="734"/>
              <a:ext cx="93" cy="155"/>
            </a:xfrm>
            <a:prstGeom prst="straightConnector1">
              <a:avLst/>
            </a:prstGeom>
            <a:noFill/>
            <a:ln w="9525" cap="flat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sp>
          <p:nvSpPr>
            <p:cNvPr id="1229" name="Google Shape;1229;p3"/>
            <p:cNvSpPr/>
            <p:nvPr/>
          </p:nvSpPr>
          <p:spPr>
            <a:xfrm>
              <a:off x="4940" y="816"/>
              <a:ext cx="71" cy="43"/>
            </a:xfrm>
            <a:custGeom>
              <a:avLst/>
              <a:gdLst/>
              <a:ahLst/>
              <a:cxnLst/>
              <a:rect l="l" t="t" r="r" b="b"/>
              <a:pathLst>
                <a:path w="141" h="85" extrusionOk="0">
                  <a:moveTo>
                    <a:pt x="141" y="4"/>
                  </a:moveTo>
                  <a:lnTo>
                    <a:pt x="135" y="0"/>
                  </a:lnTo>
                  <a:lnTo>
                    <a:pt x="125" y="0"/>
                  </a:lnTo>
                  <a:lnTo>
                    <a:pt x="108" y="4"/>
                  </a:lnTo>
                  <a:lnTo>
                    <a:pt x="90" y="11"/>
                  </a:lnTo>
                  <a:lnTo>
                    <a:pt x="70" y="21"/>
                  </a:lnTo>
                  <a:lnTo>
                    <a:pt x="51" y="32"/>
                  </a:lnTo>
                  <a:lnTo>
                    <a:pt x="32" y="44"/>
                  </a:lnTo>
                  <a:lnTo>
                    <a:pt x="16" y="56"/>
                  </a:lnTo>
                  <a:lnTo>
                    <a:pt x="5" y="66"/>
                  </a:lnTo>
                  <a:lnTo>
                    <a:pt x="0" y="75"/>
                  </a:lnTo>
                  <a:lnTo>
                    <a:pt x="0" y="82"/>
                  </a:lnTo>
                  <a:lnTo>
                    <a:pt x="5" y="85"/>
                  </a:lnTo>
                  <a:lnTo>
                    <a:pt x="16" y="85"/>
                  </a:lnTo>
                  <a:lnTo>
                    <a:pt x="32" y="82"/>
                  </a:lnTo>
                  <a:lnTo>
                    <a:pt x="51" y="75"/>
                  </a:lnTo>
                  <a:lnTo>
                    <a:pt x="70" y="65"/>
                  </a:lnTo>
                  <a:lnTo>
                    <a:pt x="90" y="54"/>
                  </a:lnTo>
                  <a:lnTo>
                    <a:pt x="108" y="42"/>
                  </a:lnTo>
                  <a:lnTo>
                    <a:pt x="125" y="30"/>
                  </a:lnTo>
                  <a:lnTo>
                    <a:pt x="135" y="20"/>
                  </a:lnTo>
                  <a:lnTo>
                    <a:pt x="141" y="11"/>
                  </a:lnTo>
                  <a:lnTo>
                    <a:pt x="141" y="4"/>
                  </a:lnTo>
                  <a:close/>
                </a:path>
              </a:pathLst>
            </a:custGeom>
            <a:solidFill>
              <a:srgbClr val="000000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</p:grpSp>
      <p:sp>
        <p:nvSpPr>
          <p:cNvPr id="1230" name="Google Shape;1230;p3"/>
          <p:cNvSpPr/>
          <p:nvPr/>
        </p:nvSpPr>
        <p:spPr>
          <a:xfrm>
            <a:off x="6477000" y="5943600"/>
            <a:ext cx="1981200" cy="609600"/>
          </a:xfrm>
          <a:prstGeom prst="wedgeRectCallout">
            <a:avLst>
              <a:gd name="adj1" fmla="val -106569"/>
              <a:gd name="adj2" fmla="val 36458"/>
            </a:avLst>
          </a:prstGeom>
          <a:solidFill>
            <a:srgbClr val="00D298"/>
          </a:solidFill>
          <a:ln w="12700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Malta SGB St.</a:t>
            </a:r>
            <a:endParaRPr/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16º44´ N 15º06´ E </a:t>
            </a:r>
            <a:endParaRPr/>
          </a:p>
        </p:txBody>
      </p:sp>
      <p:sp>
        <p:nvSpPr>
          <p:cNvPr id="1231" name="Google Shape;1231;p3"/>
          <p:cNvSpPr/>
          <p:nvPr/>
        </p:nvSpPr>
        <p:spPr>
          <a:xfrm>
            <a:off x="1524000" y="762000"/>
            <a:ext cx="1676400" cy="533400"/>
          </a:xfrm>
          <a:prstGeom prst="wedgeRectCallout">
            <a:avLst>
              <a:gd name="adj1" fmla="val 76991"/>
              <a:gd name="adj2" fmla="val 174704"/>
            </a:avLst>
          </a:prstGeom>
          <a:solidFill>
            <a:srgbClr val="00D298"/>
          </a:solidFill>
          <a:ln w="12700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VENEZIA</a:t>
            </a:r>
            <a:endParaRPr/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24º00´ N 12º06´E </a:t>
            </a:r>
            <a:endParaRPr/>
          </a:p>
        </p:txBody>
      </p:sp>
      <p:sp>
        <p:nvSpPr>
          <p:cNvPr id="1232" name="Google Shape;1232;p3"/>
          <p:cNvSpPr/>
          <p:nvPr/>
        </p:nvSpPr>
        <p:spPr>
          <a:xfrm>
            <a:off x="762000" y="1524000"/>
            <a:ext cx="1676400" cy="533400"/>
          </a:xfrm>
          <a:prstGeom prst="wedgeRectCallout">
            <a:avLst>
              <a:gd name="adj1" fmla="val 136079"/>
              <a:gd name="adj2" fmla="val 160417"/>
            </a:avLst>
          </a:prstGeom>
          <a:solidFill>
            <a:srgbClr val="00D298"/>
          </a:solidFill>
          <a:ln w="12700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RIMINI</a:t>
            </a:r>
            <a:endParaRPr/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23º37´ N 13º00´E </a:t>
            </a:r>
            <a:endParaRPr/>
          </a:p>
        </p:txBody>
      </p:sp>
      <p:sp>
        <p:nvSpPr>
          <p:cNvPr id="1233" name="Google Shape;1233;p3"/>
          <p:cNvSpPr/>
          <p:nvPr/>
        </p:nvSpPr>
        <p:spPr>
          <a:xfrm>
            <a:off x="1600200" y="2590800"/>
            <a:ext cx="1676400" cy="533400"/>
          </a:xfrm>
          <a:prstGeom prst="wedgeRectCallout">
            <a:avLst>
              <a:gd name="adj1" fmla="val 103315"/>
              <a:gd name="adj2" fmla="val 11014"/>
            </a:avLst>
          </a:prstGeom>
          <a:solidFill>
            <a:srgbClr val="00D298"/>
          </a:solidFill>
          <a:ln w="12700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PESARO</a:t>
            </a:r>
            <a:endParaRPr/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22º25´ N 14º00´E </a:t>
            </a:r>
            <a:endParaRPr/>
          </a:p>
        </p:txBody>
      </p:sp>
      <p:sp>
        <p:nvSpPr>
          <p:cNvPr id="1234" name="Google Shape;1234;p3"/>
          <p:cNvSpPr/>
          <p:nvPr/>
        </p:nvSpPr>
        <p:spPr>
          <a:xfrm>
            <a:off x="1600200" y="3505200"/>
            <a:ext cx="1676400" cy="533400"/>
          </a:xfrm>
          <a:prstGeom prst="wedgeRectCallout">
            <a:avLst>
              <a:gd name="adj1" fmla="val 69509"/>
              <a:gd name="adj2" fmla="val -23810"/>
            </a:avLst>
          </a:prstGeom>
          <a:solidFill>
            <a:srgbClr val="00D298"/>
          </a:solidFill>
          <a:ln w="12700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ROME</a:t>
            </a:r>
            <a:endParaRPr/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22º25´ N 11º45´E </a:t>
            </a:r>
            <a:endParaRPr/>
          </a:p>
        </p:txBody>
      </p:sp>
      <p:sp>
        <p:nvSpPr>
          <p:cNvPr id="1235" name="Google Shape;1235;p3"/>
          <p:cNvSpPr/>
          <p:nvPr/>
        </p:nvSpPr>
        <p:spPr>
          <a:xfrm>
            <a:off x="5562600" y="381000"/>
            <a:ext cx="1676400" cy="533400"/>
          </a:xfrm>
          <a:prstGeom prst="wedgeRectCallout">
            <a:avLst>
              <a:gd name="adj1" fmla="val -106532"/>
              <a:gd name="adj2" fmla="val 159523"/>
            </a:avLst>
          </a:prstGeom>
          <a:solidFill>
            <a:srgbClr val="00D298"/>
          </a:solidFill>
          <a:ln w="12700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UDINA </a:t>
            </a:r>
            <a:endParaRPr/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25º01´ N 12º00´E </a:t>
            </a:r>
            <a:endParaRPr/>
          </a:p>
        </p:txBody>
      </p:sp>
      <p:sp>
        <p:nvSpPr>
          <p:cNvPr id="1236" name="Google Shape;1236;p3"/>
          <p:cNvSpPr/>
          <p:nvPr/>
        </p:nvSpPr>
        <p:spPr>
          <a:xfrm>
            <a:off x="6858000" y="2133600"/>
            <a:ext cx="1676400" cy="533400"/>
          </a:xfrm>
          <a:prstGeom prst="wedgeRectCallout">
            <a:avLst>
              <a:gd name="adj1" fmla="val -71403"/>
              <a:gd name="adj2" fmla="val 89287"/>
            </a:avLst>
          </a:prstGeom>
          <a:solidFill>
            <a:srgbClr val="00D298"/>
          </a:solidFill>
          <a:ln w="12700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SPLIT </a:t>
            </a:r>
            <a:endParaRPr/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23º43´ N 16º00´E </a:t>
            </a:r>
            <a:endParaRPr/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4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237" name="Google Shape;1237;p3"/>
          <p:cNvSpPr/>
          <p:nvPr/>
        </p:nvSpPr>
        <p:spPr>
          <a:xfrm>
            <a:off x="7315200" y="3429000"/>
            <a:ext cx="1676400" cy="685800"/>
          </a:xfrm>
          <a:prstGeom prst="wedgeRectCallout">
            <a:avLst>
              <a:gd name="adj1" fmla="val -32574"/>
              <a:gd name="adj2" fmla="val -81250"/>
            </a:avLst>
          </a:prstGeom>
          <a:solidFill>
            <a:srgbClr val="00D298"/>
          </a:solidFill>
          <a:ln w="12700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DUBROVNIK</a:t>
            </a:r>
            <a:endParaRPr/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22º35´ N 18º40´E</a:t>
            </a:r>
            <a:r>
              <a:rPr lang="en-US" sz="2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endParaRPr/>
          </a:p>
        </p:txBody>
      </p:sp>
      <p:sp>
        <p:nvSpPr>
          <p:cNvPr id="1238" name="Google Shape;1238;p3"/>
          <p:cNvSpPr/>
          <p:nvPr/>
        </p:nvSpPr>
        <p:spPr>
          <a:xfrm>
            <a:off x="6019800" y="4267200"/>
            <a:ext cx="1676400" cy="533400"/>
          </a:xfrm>
          <a:prstGeom prst="wedgeRectCallout">
            <a:avLst>
              <a:gd name="adj1" fmla="val -55968"/>
              <a:gd name="adj2" fmla="val -140477"/>
            </a:avLst>
          </a:prstGeom>
          <a:solidFill>
            <a:srgbClr val="00D298"/>
          </a:solidFill>
          <a:ln w="12700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FOGGIA</a:t>
            </a:r>
            <a:endParaRPr/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21º53´ N 15º47´E 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44" name="Google Shape;1244;p4"/>
          <p:cNvPicPr preferRelativeResize="0"/>
          <p:nvPr/>
        </p:nvPicPr>
        <p:blipFill rotWithShape="1">
          <a:blip r:embed="rId3">
            <a:alphaModFix/>
          </a:blip>
          <a:srcRect r="40517" b="-469"/>
          <a:stretch/>
        </p:blipFill>
        <p:spPr>
          <a:xfrm>
            <a:off x="0" y="0"/>
            <a:ext cx="9144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245" name="Google Shape;1245;p4"/>
          <p:cNvSpPr/>
          <p:nvPr/>
        </p:nvSpPr>
        <p:spPr>
          <a:xfrm>
            <a:off x="4876800" y="5575300"/>
            <a:ext cx="838200" cy="35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40625" bIns="0" anchor="t" anchorCtr="0">
            <a:noAutofit/>
          </a:bodyPr>
          <a:lstStyle/>
          <a:p>
            <a:pPr marL="39688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20 E</a:t>
            </a:r>
            <a:endParaRPr/>
          </a:p>
        </p:txBody>
      </p:sp>
      <p:sp>
        <p:nvSpPr>
          <p:cNvPr id="1246" name="Google Shape;1246;p4"/>
          <p:cNvSpPr txBox="1"/>
          <p:nvPr/>
        </p:nvSpPr>
        <p:spPr>
          <a:xfrm>
            <a:off x="3157538" y="-46038"/>
            <a:ext cx="2328862" cy="579438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>
                <a:solidFill>
                  <a:srgbClr val="FFFF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AZ NAV DF</a:t>
            </a:r>
            <a:endParaRPr/>
          </a:p>
        </p:txBody>
      </p:sp>
      <p:grpSp>
        <p:nvGrpSpPr>
          <p:cNvPr id="1247" name="Google Shape;1247;p4"/>
          <p:cNvGrpSpPr/>
          <p:nvPr/>
        </p:nvGrpSpPr>
        <p:grpSpPr>
          <a:xfrm>
            <a:off x="0" y="0"/>
            <a:ext cx="1371600" cy="685800"/>
            <a:chOff x="1296" y="2016"/>
            <a:chExt cx="2832" cy="1728"/>
          </a:xfrm>
        </p:grpSpPr>
        <p:sp>
          <p:nvSpPr>
            <p:cNvPr id="1248" name="Google Shape;1248;p4"/>
            <p:cNvSpPr/>
            <p:nvPr/>
          </p:nvSpPr>
          <p:spPr>
            <a:xfrm>
              <a:off x="1296" y="2016"/>
              <a:ext cx="2832" cy="1728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1249" name="Google Shape;1249;p4"/>
            <p:cNvSpPr/>
            <p:nvPr/>
          </p:nvSpPr>
          <p:spPr>
            <a:xfrm>
              <a:off x="1360" y="2056"/>
              <a:ext cx="1112" cy="624"/>
            </a:xfrm>
            <a:prstGeom prst="rect">
              <a:avLst/>
            </a:prstGeom>
            <a:solidFill>
              <a:srgbClr val="F32B03"/>
            </a:solidFill>
            <a:ln w="9525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pic>
          <p:nvPicPr>
            <p:cNvPr id="1250" name="Google Shape;1250;p4"/>
            <p:cNvPicPr preferRelativeResize="0"/>
            <p:nvPr/>
          </p:nvPicPr>
          <p:blipFill rotWithShape="1">
            <a:blip r:embed="rId4">
              <a:alphaModFix/>
            </a:blip>
            <a:srcRect/>
            <a:stretch/>
          </p:blipFill>
          <p:spPr>
            <a:xfrm>
              <a:off x="1697" y="2145"/>
              <a:ext cx="436" cy="41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251" name="Google Shape;1251;p4"/>
            <p:cNvSpPr/>
            <p:nvPr/>
          </p:nvSpPr>
          <p:spPr>
            <a:xfrm>
              <a:off x="2544" y="2016"/>
              <a:ext cx="336" cy="1728"/>
            </a:xfrm>
            <a:prstGeom prst="rect">
              <a:avLst/>
            </a:prstGeom>
            <a:solidFill>
              <a:srgbClr val="F32B03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1252" name="Google Shape;1252;p4"/>
            <p:cNvSpPr/>
            <p:nvPr/>
          </p:nvSpPr>
          <p:spPr>
            <a:xfrm>
              <a:off x="1296" y="2720"/>
              <a:ext cx="2832" cy="288"/>
            </a:xfrm>
            <a:prstGeom prst="rect">
              <a:avLst/>
            </a:prstGeom>
            <a:solidFill>
              <a:srgbClr val="F32B03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0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NAVY</a:t>
              </a:r>
              <a:endParaRPr/>
            </a:p>
          </p:txBody>
        </p:sp>
      </p:grpSp>
      <p:grpSp>
        <p:nvGrpSpPr>
          <p:cNvPr id="1253" name="Google Shape;1253;p4"/>
          <p:cNvGrpSpPr/>
          <p:nvPr/>
        </p:nvGrpSpPr>
        <p:grpSpPr>
          <a:xfrm>
            <a:off x="3657600" y="2819400"/>
            <a:ext cx="228600" cy="762000"/>
            <a:chOff x="3969" y="3294"/>
            <a:chExt cx="164" cy="567"/>
          </a:xfrm>
        </p:grpSpPr>
        <p:sp>
          <p:nvSpPr>
            <p:cNvPr id="1254" name="Google Shape;1254;p4"/>
            <p:cNvSpPr/>
            <p:nvPr/>
          </p:nvSpPr>
          <p:spPr>
            <a:xfrm>
              <a:off x="3969" y="3294"/>
              <a:ext cx="164" cy="567"/>
            </a:xfrm>
            <a:custGeom>
              <a:avLst/>
              <a:gdLst/>
              <a:ahLst/>
              <a:cxnLst/>
              <a:rect l="l" t="t" r="r" b="b"/>
              <a:pathLst>
                <a:path w="188" h="953" extrusionOk="0">
                  <a:moveTo>
                    <a:pt x="188" y="873"/>
                  </a:moveTo>
                  <a:lnTo>
                    <a:pt x="94" y="953"/>
                  </a:lnTo>
                  <a:lnTo>
                    <a:pt x="0" y="873"/>
                  </a:lnTo>
                  <a:lnTo>
                    <a:pt x="94" y="0"/>
                  </a:lnTo>
                  <a:lnTo>
                    <a:pt x="188" y="873"/>
                  </a:lnTo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1255" name="Google Shape;1255;p4"/>
            <p:cNvSpPr/>
            <p:nvPr/>
          </p:nvSpPr>
          <p:spPr>
            <a:xfrm>
              <a:off x="4035" y="3318"/>
              <a:ext cx="32" cy="59"/>
            </a:xfrm>
            <a:custGeom>
              <a:avLst/>
              <a:gdLst/>
              <a:ahLst/>
              <a:cxnLst/>
              <a:rect l="l" t="t" r="r" b="b"/>
              <a:pathLst>
                <a:path w="36" h="99" extrusionOk="0">
                  <a:moveTo>
                    <a:pt x="29" y="19"/>
                  </a:moveTo>
                  <a:lnTo>
                    <a:pt x="18" y="0"/>
                  </a:lnTo>
                  <a:lnTo>
                    <a:pt x="5" y="19"/>
                  </a:lnTo>
                  <a:lnTo>
                    <a:pt x="0" y="80"/>
                  </a:lnTo>
                  <a:lnTo>
                    <a:pt x="18" y="99"/>
                  </a:lnTo>
                  <a:lnTo>
                    <a:pt x="36" y="80"/>
                  </a:lnTo>
                  <a:lnTo>
                    <a:pt x="29" y="19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1256" name="Google Shape;1256;p4"/>
            <p:cNvSpPr/>
            <p:nvPr/>
          </p:nvSpPr>
          <p:spPr>
            <a:xfrm>
              <a:off x="3969" y="3767"/>
              <a:ext cx="164" cy="48"/>
            </a:xfrm>
            <a:custGeom>
              <a:avLst/>
              <a:gdLst/>
              <a:ahLst/>
              <a:cxnLst/>
              <a:rect l="l" t="t" r="r" b="b"/>
              <a:pathLst>
                <a:path w="188" h="78" extrusionOk="0">
                  <a:moveTo>
                    <a:pt x="188" y="78"/>
                  </a:moveTo>
                  <a:lnTo>
                    <a:pt x="94" y="0"/>
                  </a:lnTo>
                  <a:lnTo>
                    <a:pt x="0" y="78"/>
                  </a:lnTo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1257" name="Google Shape;1257;p4"/>
            <p:cNvSpPr/>
            <p:nvPr/>
          </p:nvSpPr>
          <p:spPr>
            <a:xfrm>
              <a:off x="3969" y="3294"/>
              <a:ext cx="164" cy="567"/>
            </a:xfrm>
            <a:custGeom>
              <a:avLst/>
              <a:gdLst/>
              <a:ahLst/>
              <a:cxnLst/>
              <a:rect l="l" t="t" r="r" b="b"/>
              <a:pathLst>
                <a:path w="188" h="953" extrusionOk="0">
                  <a:moveTo>
                    <a:pt x="94" y="0"/>
                  </a:moveTo>
                  <a:lnTo>
                    <a:pt x="94" y="953"/>
                  </a:lnTo>
                  <a:lnTo>
                    <a:pt x="188" y="873"/>
                  </a:lnTo>
                  <a:lnTo>
                    <a:pt x="94" y="0"/>
                  </a:lnTo>
                  <a:lnTo>
                    <a:pt x="0" y="873"/>
                  </a:lnTo>
                  <a:lnTo>
                    <a:pt x="94" y="953"/>
                  </a:lnTo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1258" name="Google Shape;1258;p4"/>
            <p:cNvSpPr/>
            <p:nvPr/>
          </p:nvSpPr>
          <p:spPr>
            <a:xfrm>
              <a:off x="4030" y="3424"/>
              <a:ext cx="42" cy="12"/>
            </a:xfrm>
            <a:custGeom>
              <a:avLst/>
              <a:gdLst/>
              <a:ahLst/>
              <a:cxnLst/>
              <a:rect l="l" t="t" r="r" b="b"/>
              <a:pathLst>
                <a:path w="47" h="19" extrusionOk="0">
                  <a:moveTo>
                    <a:pt x="47" y="0"/>
                  </a:moveTo>
                  <a:lnTo>
                    <a:pt x="24" y="19"/>
                  </a:lnTo>
                  <a:lnTo>
                    <a:pt x="0" y="0"/>
                  </a:lnTo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1259" name="Google Shape;1259;p4"/>
            <p:cNvSpPr/>
            <p:nvPr/>
          </p:nvSpPr>
          <p:spPr>
            <a:xfrm>
              <a:off x="4023" y="3468"/>
              <a:ext cx="54" cy="15"/>
            </a:xfrm>
            <a:custGeom>
              <a:avLst/>
              <a:gdLst/>
              <a:ahLst/>
              <a:cxnLst/>
              <a:rect l="l" t="t" r="r" b="b"/>
              <a:pathLst>
                <a:path w="64" h="26" extrusionOk="0">
                  <a:moveTo>
                    <a:pt x="64" y="0"/>
                  </a:moveTo>
                  <a:lnTo>
                    <a:pt x="33" y="26"/>
                  </a:lnTo>
                  <a:lnTo>
                    <a:pt x="0" y="0"/>
                  </a:lnTo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1260" name="Google Shape;1260;p4"/>
            <p:cNvSpPr/>
            <p:nvPr/>
          </p:nvSpPr>
          <p:spPr>
            <a:xfrm>
              <a:off x="4018" y="3510"/>
              <a:ext cx="68" cy="21"/>
            </a:xfrm>
            <a:custGeom>
              <a:avLst/>
              <a:gdLst/>
              <a:ahLst/>
              <a:cxnLst/>
              <a:rect l="l" t="t" r="r" b="b"/>
              <a:pathLst>
                <a:path w="78" h="35" extrusionOk="0">
                  <a:moveTo>
                    <a:pt x="78" y="2"/>
                  </a:moveTo>
                  <a:lnTo>
                    <a:pt x="38" y="35"/>
                  </a:lnTo>
                  <a:lnTo>
                    <a:pt x="0" y="0"/>
                  </a:lnTo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1261" name="Google Shape;1261;p4"/>
            <p:cNvSpPr/>
            <p:nvPr/>
          </p:nvSpPr>
          <p:spPr>
            <a:xfrm>
              <a:off x="4009" y="3555"/>
              <a:ext cx="82" cy="23"/>
            </a:xfrm>
            <a:custGeom>
              <a:avLst/>
              <a:gdLst/>
              <a:ahLst/>
              <a:cxnLst/>
              <a:rect l="l" t="t" r="r" b="b"/>
              <a:pathLst>
                <a:path w="94" h="38" extrusionOk="0">
                  <a:moveTo>
                    <a:pt x="94" y="0"/>
                  </a:moveTo>
                  <a:lnTo>
                    <a:pt x="47" y="38"/>
                  </a:lnTo>
                  <a:lnTo>
                    <a:pt x="0" y="0"/>
                  </a:lnTo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1262" name="Google Shape;1262;p4"/>
            <p:cNvSpPr/>
            <p:nvPr/>
          </p:nvSpPr>
          <p:spPr>
            <a:xfrm>
              <a:off x="4002" y="3598"/>
              <a:ext cx="96" cy="27"/>
            </a:xfrm>
            <a:custGeom>
              <a:avLst/>
              <a:gdLst/>
              <a:ahLst/>
              <a:cxnLst/>
              <a:rect l="l" t="t" r="r" b="b"/>
              <a:pathLst>
                <a:path w="110" h="46" extrusionOk="0">
                  <a:moveTo>
                    <a:pt x="110" y="0"/>
                  </a:moveTo>
                  <a:lnTo>
                    <a:pt x="56" y="46"/>
                  </a:lnTo>
                  <a:lnTo>
                    <a:pt x="0" y="0"/>
                  </a:lnTo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1263" name="Google Shape;1263;p4"/>
            <p:cNvSpPr/>
            <p:nvPr/>
          </p:nvSpPr>
          <p:spPr>
            <a:xfrm>
              <a:off x="3997" y="3641"/>
              <a:ext cx="110" cy="32"/>
            </a:xfrm>
            <a:custGeom>
              <a:avLst/>
              <a:gdLst/>
              <a:ahLst/>
              <a:cxnLst/>
              <a:rect l="l" t="t" r="r" b="b"/>
              <a:pathLst>
                <a:path w="125" h="53" extrusionOk="0">
                  <a:moveTo>
                    <a:pt x="125" y="0"/>
                  </a:moveTo>
                  <a:lnTo>
                    <a:pt x="62" y="53"/>
                  </a:lnTo>
                  <a:lnTo>
                    <a:pt x="0" y="0"/>
                  </a:lnTo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1264" name="Google Shape;1264;p4"/>
            <p:cNvSpPr/>
            <p:nvPr/>
          </p:nvSpPr>
          <p:spPr>
            <a:xfrm>
              <a:off x="3990" y="3684"/>
              <a:ext cx="122" cy="36"/>
            </a:xfrm>
            <a:custGeom>
              <a:avLst/>
              <a:gdLst/>
              <a:ahLst/>
              <a:cxnLst/>
              <a:rect l="l" t="t" r="r" b="b"/>
              <a:pathLst>
                <a:path w="141" h="61" extrusionOk="0">
                  <a:moveTo>
                    <a:pt x="141" y="0"/>
                  </a:moveTo>
                  <a:lnTo>
                    <a:pt x="71" y="61"/>
                  </a:lnTo>
                  <a:lnTo>
                    <a:pt x="0" y="0"/>
                  </a:lnTo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1265" name="Google Shape;1265;p4"/>
            <p:cNvSpPr/>
            <p:nvPr/>
          </p:nvSpPr>
          <p:spPr>
            <a:xfrm>
              <a:off x="3981" y="3728"/>
              <a:ext cx="138" cy="39"/>
            </a:xfrm>
            <a:custGeom>
              <a:avLst/>
              <a:gdLst/>
              <a:ahLst/>
              <a:cxnLst/>
              <a:rect l="l" t="t" r="r" b="b"/>
              <a:pathLst>
                <a:path w="158" h="68" extrusionOk="0">
                  <a:moveTo>
                    <a:pt x="158" y="0"/>
                  </a:moveTo>
                  <a:lnTo>
                    <a:pt x="80" y="68"/>
                  </a:lnTo>
                  <a:lnTo>
                    <a:pt x="0" y="2"/>
                  </a:lnTo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1266" name="Google Shape;1266;p4"/>
            <p:cNvSpPr/>
            <p:nvPr/>
          </p:nvSpPr>
          <p:spPr>
            <a:xfrm>
              <a:off x="3978" y="3769"/>
              <a:ext cx="148" cy="46"/>
            </a:xfrm>
            <a:custGeom>
              <a:avLst/>
              <a:gdLst/>
              <a:ahLst/>
              <a:cxnLst/>
              <a:rect l="l" t="t" r="r" b="b"/>
              <a:pathLst>
                <a:path w="172" h="75" extrusionOk="0">
                  <a:moveTo>
                    <a:pt x="172" y="2"/>
                  </a:moveTo>
                  <a:lnTo>
                    <a:pt x="85" y="75"/>
                  </a:lnTo>
                  <a:lnTo>
                    <a:pt x="0" y="0"/>
                  </a:lnTo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1267" name="Google Shape;1267;p4"/>
            <p:cNvSpPr/>
            <p:nvPr/>
          </p:nvSpPr>
          <p:spPr>
            <a:xfrm>
              <a:off x="4035" y="3318"/>
              <a:ext cx="32" cy="59"/>
            </a:xfrm>
            <a:custGeom>
              <a:avLst/>
              <a:gdLst/>
              <a:ahLst/>
              <a:cxnLst/>
              <a:rect l="l" t="t" r="r" b="b"/>
              <a:pathLst>
                <a:path w="36" h="99" extrusionOk="0">
                  <a:moveTo>
                    <a:pt x="29" y="19"/>
                  </a:moveTo>
                  <a:lnTo>
                    <a:pt x="18" y="0"/>
                  </a:lnTo>
                  <a:lnTo>
                    <a:pt x="5" y="19"/>
                  </a:lnTo>
                  <a:lnTo>
                    <a:pt x="0" y="80"/>
                  </a:lnTo>
                  <a:lnTo>
                    <a:pt x="18" y="99"/>
                  </a:lnTo>
                  <a:lnTo>
                    <a:pt x="36" y="80"/>
                  </a:lnTo>
                  <a:lnTo>
                    <a:pt x="29" y="19"/>
                  </a:lnTo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1268" name="Google Shape;1268;p4"/>
            <p:cNvSpPr/>
            <p:nvPr/>
          </p:nvSpPr>
          <p:spPr>
            <a:xfrm>
              <a:off x="4070" y="3294"/>
              <a:ext cx="49" cy="127"/>
            </a:xfrm>
            <a:custGeom>
              <a:avLst/>
              <a:gdLst/>
              <a:ahLst/>
              <a:cxnLst/>
              <a:rect l="l" t="t" r="r" b="b"/>
              <a:pathLst>
                <a:path w="56" h="214" extrusionOk="0">
                  <a:moveTo>
                    <a:pt x="56" y="0"/>
                  </a:moveTo>
                  <a:lnTo>
                    <a:pt x="48" y="2"/>
                  </a:lnTo>
                  <a:lnTo>
                    <a:pt x="41" y="7"/>
                  </a:lnTo>
                  <a:lnTo>
                    <a:pt x="36" y="14"/>
                  </a:lnTo>
                  <a:lnTo>
                    <a:pt x="28" y="25"/>
                  </a:lnTo>
                  <a:lnTo>
                    <a:pt x="23" y="39"/>
                  </a:lnTo>
                  <a:lnTo>
                    <a:pt x="18" y="54"/>
                  </a:lnTo>
                  <a:lnTo>
                    <a:pt x="14" y="72"/>
                  </a:lnTo>
                  <a:lnTo>
                    <a:pt x="9" y="92"/>
                  </a:lnTo>
                  <a:lnTo>
                    <a:pt x="7" y="115"/>
                  </a:lnTo>
                  <a:lnTo>
                    <a:pt x="3" y="137"/>
                  </a:lnTo>
                  <a:lnTo>
                    <a:pt x="1" y="162"/>
                  </a:lnTo>
                  <a:lnTo>
                    <a:pt x="0" y="188"/>
                  </a:lnTo>
                  <a:lnTo>
                    <a:pt x="0" y="214"/>
                  </a:lnTo>
                  <a:lnTo>
                    <a:pt x="0" y="0"/>
                  </a:lnTo>
                  <a:lnTo>
                    <a:pt x="56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1269" name="Google Shape;1269;p4"/>
            <p:cNvSpPr/>
            <p:nvPr/>
          </p:nvSpPr>
          <p:spPr>
            <a:xfrm>
              <a:off x="4070" y="3294"/>
              <a:ext cx="49" cy="127"/>
            </a:xfrm>
            <a:custGeom>
              <a:avLst/>
              <a:gdLst/>
              <a:ahLst/>
              <a:cxnLst/>
              <a:rect l="l" t="t" r="r" b="b"/>
              <a:pathLst>
                <a:path w="56" h="214" extrusionOk="0">
                  <a:moveTo>
                    <a:pt x="56" y="0"/>
                  </a:moveTo>
                  <a:lnTo>
                    <a:pt x="48" y="2"/>
                  </a:lnTo>
                  <a:lnTo>
                    <a:pt x="41" y="7"/>
                  </a:lnTo>
                  <a:lnTo>
                    <a:pt x="36" y="14"/>
                  </a:lnTo>
                  <a:lnTo>
                    <a:pt x="28" y="25"/>
                  </a:lnTo>
                  <a:lnTo>
                    <a:pt x="23" y="39"/>
                  </a:lnTo>
                  <a:lnTo>
                    <a:pt x="18" y="54"/>
                  </a:lnTo>
                  <a:lnTo>
                    <a:pt x="14" y="72"/>
                  </a:lnTo>
                  <a:lnTo>
                    <a:pt x="9" y="92"/>
                  </a:lnTo>
                  <a:lnTo>
                    <a:pt x="7" y="115"/>
                  </a:lnTo>
                  <a:lnTo>
                    <a:pt x="3" y="137"/>
                  </a:lnTo>
                  <a:lnTo>
                    <a:pt x="1" y="162"/>
                  </a:lnTo>
                  <a:lnTo>
                    <a:pt x="0" y="188"/>
                  </a:lnTo>
                  <a:lnTo>
                    <a:pt x="0" y="214"/>
                  </a:lnTo>
                  <a:lnTo>
                    <a:pt x="1" y="214"/>
                  </a:lnTo>
                  <a:lnTo>
                    <a:pt x="1" y="188"/>
                  </a:lnTo>
                  <a:lnTo>
                    <a:pt x="3" y="163"/>
                  </a:lnTo>
                  <a:lnTo>
                    <a:pt x="5" y="139"/>
                  </a:lnTo>
                  <a:lnTo>
                    <a:pt x="7" y="117"/>
                  </a:lnTo>
                  <a:lnTo>
                    <a:pt x="10" y="96"/>
                  </a:lnTo>
                  <a:lnTo>
                    <a:pt x="14" y="75"/>
                  </a:lnTo>
                  <a:lnTo>
                    <a:pt x="19" y="58"/>
                  </a:lnTo>
                  <a:lnTo>
                    <a:pt x="25" y="42"/>
                  </a:lnTo>
                  <a:lnTo>
                    <a:pt x="30" y="30"/>
                  </a:lnTo>
                  <a:lnTo>
                    <a:pt x="36" y="19"/>
                  </a:lnTo>
                  <a:lnTo>
                    <a:pt x="43" y="11"/>
                  </a:lnTo>
                  <a:lnTo>
                    <a:pt x="48" y="7"/>
                  </a:lnTo>
                  <a:lnTo>
                    <a:pt x="56" y="6"/>
                  </a:lnTo>
                  <a:lnTo>
                    <a:pt x="56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1270" name="Google Shape;1270;p4"/>
            <p:cNvSpPr/>
            <p:nvPr/>
          </p:nvSpPr>
          <p:spPr>
            <a:xfrm>
              <a:off x="4072" y="3298"/>
              <a:ext cx="47" cy="123"/>
            </a:xfrm>
            <a:custGeom>
              <a:avLst/>
              <a:gdLst/>
              <a:ahLst/>
              <a:cxnLst/>
              <a:rect l="l" t="t" r="r" b="b"/>
              <a:pathLst>
                <a:path w="55" h="208" extrusionOk="0">
                  <a:moveTo>
                    <a:pt x="55" y="0"/>
                  </a:moveTo>
                  <a:lnTo>
                    <a:pt x="47" y="1"/>
                  </a:lnTo>
                  <a:lnTo>
                    <a:pt x="42" y="5"/>
                  </a:lnTo>
                  <a:lnTo>
                    <a:pt x="35" y="13"/>
                  </a:lnTo>
                  <a:lnTo>
                    <a:pt x="29" y="24"/>
                  </a:lnTo>
                  <a:lnTo>
                    <a:pt x="24" y="36"/>
                  </a:lnTo>
                  <a:lnTo>
                    <a:pt x="18" y="52"/>
                  </a:lnTo>
                  <a:lnTo>
                    <a:pt x="13" y="69"/>
                  </a:lnTo>
                  <a:lnTo>
                    <a:pt x="9" y="90"/>
                  </a:lnTo>
                  <a:lnTo>
                    <a:pt x="6" y="111"/>
                  </a:lnTo>
                  <a:lnTo>
                    <a:pt x="4" y="133"/>
                  </a:lnTo>
                  <a:lnTo>
                    <a:pt x="2" y="157"/>
                  </a:lnTo>
                  <a:lnTo>
                    <a:pt x="0" y="182"/>
                  </a:lnTo>
                  <a:lnTo>
                    <a:pt x="0" y="208"/>
                  </a:lnTo>
                  <a:lnTo>
                    <a:pt x="2" y="208"/>
                  </a:lnTo>
                  <a:lnTo>
                    <a:pt x="2" y="180"/>
                  </a:lnTo>
                  <a:lnTo>
                    <a:pt x="4" y="154"/>
                  </a:lnTo>
                  <a:lnTo>
                    <a:pt x="6" y="130"/>
                  </a:lnTo>
                  <a:lnTo>
                    <a:pt x="8" y="105"/>
                  </a:lnTo>
                  <a:lnTo>
                    <a:pt x="13" y="85"/>
                  </a:lnTo>
                  <a:lnTo>
                    <a:pt x="17" y="64"/>
                  </a:lnTo>
                  <a:lnTo>
                    <a:pt x="22" y="46"/>
                  </a:lnTo>
                  <a:lnTo>
                    <a:pt x="27" y="33"/>
                  </a:lnTo>
                  <a:lnTo>
                    <a:pt x="35" y="20"/>
                  </a:lnTo>
                  <a:lnTo>
                    <a:pt x="40" y="12"/>
                  </a:lnTo>
                  <a:lnTo>
                    <a:pt x="47" y="7"/>
                  </a:lnTo>
                  <a:lnTo>
                    <a:pt x="55" y="5"/>
                  </a:lnTo>
                  <a:lnTo>
                    <a:pt x="55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1271" name="Google Shape;1271;p4"/>
            <p:cNvSpPr/>
            <p:nvPr/>
          </p:nvSpPr>
          <p:spPr>
            <a:xfrm>
              <a:off x="4074" y="3300"/>
              <a:ext cx="45" cy="121"/>
            </a:xfrm>
            <a:custGeom>
              <a:avLst/>
              <a:gdLst/>
              <a:ahLst/>
              <a:cxnLst/>
              <a:rect l="l" t="t" r="r" b="b"/>
              <a:pathLst>
                <a:path w="53" h="203" extrusionOk="0">
                  <a:moveTo>
                    <a:pt x="53" y="0"/>
                  </a:moveTo>
                  <a:lnTo>
                    <a:pt x="45" y="2"/>
                  </a:lnTo>
                  <a:lnTo>
                    <a:pt x="38" y="7"/>
                  </a:lnTo>
                  <a:lnTo>
                    <a:pt x="33" y="15"/>
                  </a:lnTo>
                  <a:lnTo>
                    <a:pt x="25" y="28"/>
                  </a:lnTo>
                  <a:lnTo>
                    <a:pt x="20" y="41"/>
                  </a:lnTo>
                  <a:lnTo>
                    <a:pt x="15" y="59"/>
                  </a:lnTo>
                  <a:lnTo>
                    <a:pt x="11" y="80"/>
                  </a:lnTo>
                  <a:lnTo>
                    <a:pt x="6" y="100"/>
                  </a:lnTo>
                  <a:lnTo>
                    <a:pt x="4" y="125"/>
                  </a:lnTo>
                  <a:lnTo>
                    <a:pt x="2" y="149"/>
                  </a:lnTo>
                  <a:lnTo>
                    <a:pt x="0" y="175"/>
                  </a:lnTo>
                  <a:lnTo>
                    <a:pt x="0" y="203"/>
                  </a:lnTo>
                  <a:lnTo>
                    <a:pt x="0" y="203"/>
                  </a:lnTo>
                  <a:lnTo>
                    <a:pt x="2" y="177"/>
                  </a:lnTo>
                  <a:lnTo>
                    <a:pt x="2" y="151"/>
                  </a:lnTo>
                  <a:lnTo>
                    <a:pt x="4" y="126"/>
                  </a:lnTo>
                  <a:lnTo>
                    <a:pt x="7" y="104"/>
                  </a:lnTo>
                  <a:lnTo>
                    <a:pt x="11" y="81"/>
                  </a:lnTo>
                  <a:lnTo>
                    <a:pt x="16" y="62"/>
                  </a:lnTo>
                  <a:lnTo>
                    <a:pt x="20" y="45"/>
                  </a:lnTo>
                  <a:lnTo>
                    <a:pt x="27" y="31"/>
                  </a:lnTo>
                  <a:lnTo>
                    <a:pt x="33" y="21"/>
                  </a:lnTo>
                  <a:lnTo>
                    <a:pt x="38" y="12"/>
                  </a:lnTo>
                  <a:lnTo>
                    <a:pt x="45" y="7"/>
                  </a:lnTo>
                  <a:lnTo>
                    <a:pt x="53" y="5"/>
                  </a:lnTo>
                  <a:lnTo>
                    <a:pt x="5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1272" name="Google Shape;1272;p4"/>
            <p:cNvSpPr/>
            <p:nvPr/>
          </p:nvSpPr>
          <p:spPr>
            <a:xfrm>
              <a:off x="4074" y="3304"/>
              <a:ext cx="45" cy="117"/>
            </a:xfrm>
            <a:custGeom>
              <a:avLst/>
              <a:gdLst/>
              <a:ahLst/>
              <a:cxnLst/>
              <a:rect l="l" t="t" r="r" b="b"/>
              <a:pathLst>
                <a:path w="53" h="198" extrusionOk="0">
                  <a:moveTo>
                    <a:pt x="53" y="0"/>
                  </a:moveTo>
                  <a:lnTo>
                    <a:pt x="45" y="2"/>
                  </a:lnTo>
                  <a:lnTo>
                    <a:pt x="38" y="7"/>
                  </a:lnTo>
                  <a:lnTo>
                    <a:pt x="33" y="16"/>
                  </a:lnTo>
                  <a:lnTo>
                    <a:pt x="27" y="26"/>
                  </a:lnTo>
                  <a:lnTo>
                    <a:pt x="20" y="40"/>
                  </a:lnTo>
                  <a:lnTo>
                    <a:pt x="16" y="57"/>
                  </a:lnTo>
                  <a:lnTo>
                    <a:pt x="11" y="76"/>
                  </a:lnTo>
                  <a:lnTo>
                    <a:pt x="7" y="99"/>
                  </a:lnTo>
                  <a:lnTo>
                    <a:pt x="4" y="121"/>
                  </a:lnTo>
                  <a:lnTo>
                    <a:pt x="2" y="146"/>
                  </a:lnTo>
                  <a:lnTo>
                    <a:pt x="2" y="172"/>
                  </a:lnTo>
                  <a:lnTo>
                    <a:pt x="0" y="198"/>
                  </a:lnTo>
                  <a:lnTo>
                    <a:pt x="2" y="198"/>
                  </a:lnTo>
                  <a:lnTo>
                    <a:pt x="2" y="172"/>
                  </a:lnTo>
                  <a:lnTo>
                    <a:pt x="4" y="147"/>
                  </a:lnTo>
                  <a:lnTo>
                    <a:pt x="6" y="123"/>
                  </a:lnTo>
                  <a:lnTo>
                    <a:pt x="9" y="101"/>
                  </a:lnTo>
                  <a:lnTo>
                    <a:pt x="13" y="80"/>
                  </a:lnTo>
                  <a:lnTo>
                    <a:pt x="16" y="61"/>
                  </a:lnTo>
                  <a:lnTo>
                    <a:pt x="22" y="45"/>
                  </a:lnTo>
                  <a:lnTo>
                    <a:pt x="27" y="31"/>
                  </a:lnTo>
                  <a:lnTo>
                    <a:pt x="33" y="19"/>
                  </a:lnTo>
                  <a:lnTo>
                    <a:pt x="40" y="12"/>
                  </a:lnTo>
                  <a:lnTo>
                    <a:pt x="45" y="7"/>
                  </a:lnTo>
                  <a:lnTo>
                    <a:pt x="53" y="5"/>
                  </a:lnTo>
                  <a:lnTo>
                    <a:pt x="5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1273" name="Google Shape;1273;p4"/>
            <p:cNvSpPr/>
            <p:nvPr/>
          </p:nvSpPr>
          <p:spPr>
            <a:xfrm>
              <a:off x="4074" y="3307"/>
              <a:ext cx="45" cy="114"/>
            </a:xfrm>
            <a:custGeom>
              <a:avLst/>
              <a:gdLst/>
              <a:ahLst/>
              <a:cxnLst/>
              <a:rect l="l" t="t" r="r" b="b"/>
              <a:pathLst>
                <a:path w="51" h="193" extrusionOk="0">
                  <a:moveTo>
                    <a:pt x="51" y="0"/>
                  </a:moveTo>
                  <a:lnTo>
                    <a:pt x="43" y="2"/>
                  </a:lnTo>
                  <a:lnTo>
                    <a:pt x="38" y="7"/>
                  </a:lnTo>
                  <a:lnTo>
                    <a:pt x="31" y="14"/>
                  </a:lnTo>
                  <a:lnTo>
                    <a:pt x="25" y="26"/>
                  </a:lnTo>
                  <a:lnTo>
                    <a:pt x="20" y="40"/>
                  </a:lnTo>
                  <a:lnTo>
                    <a:pt x="14" y="56"/>
                  </a:lnTo>
                  <a:lnTo>
                    <a:pt x="11" y="75"/>
                  </a:lnTo>
                  <a:lnTo>
                    <a:pt x="7" y="96"/>
                  </a:lnTo>
                  <a:lnTo>
                    <a:pt x="4" y="118"/>
                  </a:lnTo>
                  <a:lnTo>
                    <a:pt x="2" y="142"/>
                  </a:lnTo>
                  <a:lnTo>
                    <a:pt x="0" y="167"/>
                  </a:lnTo>
                  <a:lnTo>
                    <a:pt x="0" y="193"/>
                  </a:lnTo>
                  <a:lnTo>
                    <a:pt x="2" y="193"/>
                  </a:lnTo>
                  <a:lnTo>
                    <a:pt x="2" y="168"/>
                  </a:lnTo>
                  <a:lnTo>
                    <a:pt x="4" y="144"/>
                  </a:lnTo>
                  <a:lnTo>
                    <a:pt x="5" y="120"/>
                  </a:lnTo>
                  <a:lnTo>
                    <a:pt x="7" y="99"/>
                  </a:lnTo>
                  <a:lnTo>
                    <a:pt x="11" y="78"/>
                  </a:lnTo>
                  <a:lnTo>
                    <a:pt x="16" y="59"/>
                  </a:lnTo>
                  <a:lnTo>
                    <a:pt x="20" y="44"/>
                  </a:lnTo>
                  <a:lnTo>
                    <a:pt x="25" y="30"/>
                  </a:lnTo>
                  <a:lnTo>
                    <a:pt x="31" y="19"/>
                  </a:lnTo>
                  <a:lnTo>
                    <a:pt x="38" y="12"/>
                  </a:lnTo>
                  <a:lnTo>
                    <a:pt x="43" y="7"/>
                  </a:lnTo>
                  <a:lnTo>
                    <a:pt x="51" y="5"/>
                  </a:lnTo>
                  <a:lnTo>
                    <a:pt x="51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1274" name="Google Shape;1274;p4"/>
            <p:cNvSpPr/>
            <p:nvPr/>
          </p:nvSpPr>
          <p:spPr>
            <a:xfrm>
              <a:off x="4075" y="3309"/>
              <a:ext cx="44" cy="112"/>
            </a:xfrm>
            <a:custGeom>
              <a:avLst/>
              <a:gdLst/>
              <a:ahLst/>
              <a:cxnLst/>
              <a:rect l="l" t="t" r="r" b="b"/>
              <a:pathLst>
                <a:path w="49" h="188" extrusionOk="0">
                  <a:moveTo>
                    <a:pt x="49" y="0"/>
                  </a:moveTo>
                  <a:lnTo>
                    <a:pt x="41" y="2"/>
                  </a:lnTo>
                  <a:lnTo>
                    <a:pt x="36" y="7"/>
                  </a:lnTo>
                  <a:lnTo>
                    <a:pt x="29" y="14"/>
                  </a:lnTo>
                  <a:lnTo>
                    <a:pt x="23" y="25"/>
                  </a:lnTo>
                  <a:lnTo>
                    <a:pt x="18" y="39"/>
                  </a:lnTo>
                  <a:lnTo>
                    <a:pt x="14" y="54"/>
                  </a:lnTo>
                  <a:lnTo>
                    <a:pt x="9" y="73"/>
                  </a:lnTo>
                  <a:lnTo>
                    <a:pt x="5" y="94"/>
                  </a:lnTo>
                  <a:lnTo>
                    <a:pt x="3" y="115"/>
                  </a:lnTo>
                  <a:lnTo>
                    <a:pt x="2" y="139"/>
                  </a:lnTo>
                  <a:lnTo>
                    <a:pt x="0" y="163"/>
                  </a:lnTo>
                  <a:lnTo>
                    <a:pt x="0" y="188"/>
                  </a:lnTo>
                  <a:lnTo>
                    <a:pt x="2" y="188"/>
                  </a:lnTo>
                  <a:lnTo>
                    <a:pt x="2" y="163"/>
                  </a:lnTo>
                  <a:lnTo>
                    <a:pt x="2" y="141"/>
                  </a:lnTo>
                  <a:lnTo>
                    <a:pt x="5" y="118"/>
                  </a:lnTo>
                  <a:lnTo>
                    <a:pt x="7" y="96"/>
                  </a:lnTo>
                  <a:lnTo>
                    <a:pt x="11" y="77"/>
                  </a:lnTo>
                  <a:lnTo>
                    <a:pt x="14" y="59"/>
                  </a:lnTo>
                  <a:lnTo>
                    <a:pt x="20" y="44"/>
                  </a:lnTo>
                  <a:lnTo>
                    <a:pt x="25" y="30"/>
                  </a:lnTo>
                  <a:lnTo>
                    <a:pt x="30" y="19"/>
                  </a:lnTo>
                  <a:lnTo>
                    <a:pt x="36" y="11"/>
                  </a:lnTo>
                  <a:lnTo>
                    <a:pt x="41" y="7"/>
                  </a:lnTo>
                  <a:lnTo>
                    <a:pt x="49" y="6"/>
                  </a:lnTo>
                  <a:lnTo>
                    <a:pt x="49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1275" name="Google Shape;1275;p4"/>
            <p:cNvSpPr/>
            <p:nvPr/>
          </p:nvSpPr>
          <p:spPr>
            <a:xfrm>
              <a:off x="4077" y="3313"/>
              <a:ext cx="42" cy="108"/>
            </a:xfrm>
            <a:custGeom>
              <a:avLst/>
              <a:gdLst/>
              <a:ahLst/>
              <a:cxnLst/>
              <a:rect l="l" t="t" r="r" b="b"/>
              <a:pathLst>
                <a:path w="47" h="182" extrusionOk="0">
                  <a:moveTo>
                    <a:pt x="47" y="0"/>
                  </a:moveTo>
                  <a:lnTo>
                    <a:pt x="39" y="1"/>
                  </a:lnTo>
                  <a:lnTo>
                    <a:pt x="34" y="5"/>
                  </a:lnTo>
                  <a:lnTo>
                    <a:pt x="28" y="13"/>
                  </a:lnTo>
                  <a:lnTo>
                    <a:pt x="23" y="24"/>
                  </a:lnTo>
                  <a:lnTo>
                    <a:pt x="18" y="38"/>
                  </a:lnTo>
                  <a:lnTo>
                    <a:pt x="12" y="53"/>
                  </a:lnTo>
                  <a:lnTo>
                    <a:pt x="9" y="71"/>
                  </a:lnTo>
                  <a:lnTo>
                    <a:pt x="5" y="90"/>
                  </a:lnTo>
                  <a:lnTo>
                    <a:pt x="3" y="112"/>
                  </a:lnTo>
                  <a:lnTo>
                    <a:pt x="0" y="135"/>
                  </a:lnTo>
                  <a:lnTo>
                    <a:pt x="0" y="157"/>
                  </a:lnTo>
                  <a:lnTo>
                    <a:pt x="0" y="182"/>
                  </a:lnTo>
                  <a:lnTo>
                    <a:pt x="0" y="182"/>
                  </a:lnTo>
                  <a:lnTo>
                    <a:pt x="1" y="157"/>
                  </a:lnTo>
                  <a:lnTo>
                    <a:pt x="1" y="135"/>
                  </a:lnTo>
                  <a:lnTo>
                    <a:pt x="3" y="114"/>
                  </a:lnTo>
                  <a:lnTo>
                    <a:pt x="7" y="93"/>
                  </a:lnTo>
                  <a:lnTo>
                    <a:pt x="10" y="74"/>
                  </a:lnTo>
                  <a:lnTo>
                    <a:pt x="14" y="57"/>
                  </a:lnTo>
                  <a:lnTo>
                    <a:pt x="18" y="41"/>
                  </a:lnTo>
                  <a:lnTo>
                    <a:pt x="23" y="29"/>
                  </a:lnTo>
                  <a:lnTo>
                    <a:pt x="28" y="19"/>
                  </a:lnTo>
                  <a:lnTo>
                    <a:pt x="34" y="10"/>
                  </a:lnTo>
                  <a:lnTo>
                    <a:pt x="39" y="7"/>
                  </a:lnTo>
                  <a:lnTo>
                    <a:pt x="47" y="5"/>
                  </a:lnTo>
                  <a:lnTo>
                    <a:pt x="47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1276" name="Google Shape;1276;p4"/>
            <p:cNvSpPr/>
            <p:nvPr/>
          </p:nvSpPr>
          <p:spPr>
            <a:xfrm>
              <a:off x="4077" y="3315"/>
              <a:ext cx="42" cy="106"/>
            </a:xfrm>
            <a:custGeom>
              <a:avLst/>
              <a:gdLst/>
              <a:ahLst/>
              <a:cxnLst/>
              <a:rect l="l" t="t" r="r" b="b"/>
              <a:pathLst>
                <a:path w="47" h="177" extrusionOk="0">
                  <a:moveTo>
                    <a:pt x="47" y="0"/>
                  </a:moveTo>
                  <a:lnTo>
                    <a:pt x="39" y="2"/>
                  </a:lnTo>
                  <a:lnTo>
                    <a:pt x="34" y="5"/>
                  </a:lnTo>
                  <a:lnTo>
                    <a:pt x="28" y="14"/>
                  </a:lnTo>
                  <a:lnTo>
                    <a:pt x="23" y="24"/>
                  </a:lnTo>
                  <a:lnTo>
                    <a:pt x="18" y="36"/>
                  </a:lnTo>
                  <a:lnTo>
                    <a:pt x="14" y="52"/>
                  </a:lnTo>
                  <a:lnTo>
                    <a:pt x="10" y="69"/>
                  </a:lnTo>
                  <a:lnTo>
                    <a:pt x="7" y="88"/>
                  </a:lnTo>
                  <a:lnTo>
                    <a:pt x="3" y="109"/>
                  </a:lnTo>
                  <a:lnTo>
                    <a:pt x="1" y="130"/>
                  </a:lnTo>
                  <a:lnTo>
                    <a:pt x="1" y="152"/>
                  </a:lnTo>
                  <a:lnTo>
                    <a:pt x="0" y="177"/>
                  </a:lnTo>
                  <a:lnTo>
                    <a:pt x="1" y="177"/>
                  </a:lnTo>
                  <a:lnTo>
                    <a:pt x="1" y="154"/>
                  </a:lnTo>
                  <a:lnTo>
                    <a:pt x="3" y="132"/>
                  </a:lnTo>
                  <a:lnTo>
                    <a:pt x="5" y="111"/>
                  </a:lnTo>
                  <a:lnTo>
                    <a:pt x="7" y="90"/>
                  </a:lnTo>
                  <a:lnTo>
                    <a:pt x="10" y="73"/>
                  </a:lnTo>
                  <a:lnTo>
                    <a:pt x="14" y="55"/>
                  </a:lnTo>
                  <a:lnTo>
                    <a:pt x="19" y="40"/>
                  </a:lnTo>
                  <a:lnTo>
                    <a:pt x="23" y="28"/>
                  </a:lnTo>
                  <a:lnTo>
                    <a:pt x="28" y="17"/>
                  </a:lnTo>
                  <a:lnTo>
                    <a:pt x="34" y="10"/>
                  </a:lnTo>
                  <a:lnTo>
                    <a:pt x="41" y="7"/>
                  </a:lnTo>
                  <a:lnTo>
                    <a:pt x="47" y="5"/>
                  </a:lnTo>
                  <a:lnTo>
                    <a:pt x="47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1277" name="Google Shape;1277;p4"/>
            <p:cNvSpPr/>
            <p:nvPr/>
          </p:nvSpPr>
          <p:spPr>
            <a:xfrm>
              <a:off x="4079" y="3319"/>
              <a:ext cx="40" cy="102"/>
            </a:xfrm>
            <a:custGeom>
              <a:avLst/>
              <a:gdLst/>
              <a:ahLst/>
              <a:cxnLst/>
              <a:rect l="l" t="t" r="r" b="b"/>
              <a:pathLst>
                <a:path w="46" h="172" extrusionOk="0">
                  <a:moveTo>
                    <a:pt x="46" y="0"/>
                  </a:moveTo>
                  <a:lnTo>
                    <a:pt x="40" y="2"/>
                  </a:lnTo>
                  <a:lnTo>
                    <a:pt x="33" y="5"/>
                  </a:lnTo>
                  <a:lnTo>
                    <a:pt x="27" y="12"/>
                  </a:lnTo>
                  <a:lnTo>
                    <a:pt x="22" y="23"/>
                  </a:lnTo>
                  <a:lnTo>
                    <a:pt x="18" y="35"/>
                  </a:lnTo>
                  <a:lnTo>
                    <a:pt x="13" y="50"/>
                  </a:lnTo>
                  <a:lnTo>
                    <a:pt x="9" y="68"/>
                  </a:lnTo>
                  <a:lnTo>
                    <a:pt x="6" y="85"/>
                  </a:lnTo>
                  <a:lnTo>
                    <a:pt x="4" y="106"/>
                  </a:lnTo>
                  <a:lnTo>
                    <a:pt x="2" y="127"/>
                  </a:lnTo>
                  <a:lnTo>
                    <a:pt x="0" y="149"/>
                  </a:lnTo>
                  <a:lnTo>
                    <a:pt x="0" y="172"/>
                  </a:lnTo>
                  <a:lnTo>
                    <a:pt x="2" y="172"/>
                  </a:lnTo>
                  <a:lnTo>
                    <a:pt x="2" y="147"/>
                  </a:lnTo>
                  <a:lnTo>
                    <a:pt x="4" y="125"/>
                  </a:lnTo>
                  <a:lnTo>
                    <a:pt x="6" y="102"/>
                  </a:lnTo>
                  <a:lnTo>
                    <a:pt x="9" y="82"/>
                  </a:lnTo>
                  <a:lnTo>
                    <a:pt x="13" y="62"/>
                  </a:lnTo>
                  <a:lnTo>
                    <a:pt x="17" y="45"/>
                  </a:lnTo>
                  <a:lnTo>
                    <a:pt x="22" y="31"/>
                  </a:lnTo>
                  <a:lnTo>
                    <a:pt x="27" y="21"/>
                  </a:lnTo>
                  <a:lnTo>
                    <a:pt x="33" y="12"/>
                  </a:lnTo>
                  <a:lnTo>
                    <a:pt x="38" y="7"/>
                  </a:lnTo>
                  <a:lnTo>
                    <a:pt x="46" y="5"/>
                  </a:lnTo>
                  <a:lnTo>
                    <a:pt x="46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1278" name="Google Shape;1278;p4"/>
            <p:cNvSpPr/>
            <p:nvPr/>
          </p:nvSpPr>
          <p:spPr>
            <a:xfrm>
              <a:off x="4081" y="3323"/>
              <a:ext cx="38" cy="98"/>
            </a:xfrm>
            <a:custGeom>
              <a:avLst/>
              <a:gdLst/>
              <a:ahLst/>
              <a:cxnLst/>
              <a:rect l="l" t="t" r="r" b="b"/>
              <a:pathLst>
                <a:path w="44" h="167" extrusionOk="0">
                  <a:moveTo>
                    <a:pt x="44" y="0"/>
                  </a:moveTo>
                  <a:lnTo>
                    <a:pt x="36" y="2"/>
                  </a:lnTo>
                  <a:lnTo>
                    <a:pt x="31" y="7"/>
                  </a:lnTo>
                  <a:lnTo>
                    <a:pt x="25" y="16"/>
                  </a:lnTo>
                  <a:lnTo>
                    <a:pt x="20" y="26"/>
                  </a:lnTo>
                  <a:lnTo>
                    <a:pt x="15" y="40"/>
                  </a:lnTo>
                  <a:lnTo>
                    <a:pt x="11" y="57"/>
                  </a:lnTo>
                  <a:lnTo>
                    <a:pt x="7" y="77"/>
                  </a:lnTo>
                  <a:lnTo>
                    <a:pt x="4" y="97"/>
                  </a:lnTo>
                  <a:lnTo>
                    <a:pt x="2" y="120"/>
                  </a:lnTo>
                  <a:lnTo>
                    <a:pt x="0" y="142"/>
                  </a:lnTo>
                  <a:lnTo>
                    <a:pt x="0" y="167"/>
                  </a:lnTo>
                  <a:lnTo>
                    <a:pt x="2" y="167"/>
                  </a:lnTo>
                  <a:lnTo>
                    <a:pt x="2" y="142"/>
                  </a:lnTo>
                  <a:lnTo>
                    <a:pt x="2" y="122"/>
                  </a:lnTo>
                  <a:lnTo>
                    <a:pt x="6" y="99"/>
                  </a:lnTo>
                  <a:lnTo>
                    <a:pt x="7" y="80"/>
                  </a:lnTo>
                  <a:lnTo>
                    <a:pt x="11" y="61"/>
                  </a:lnTo>
                  <a:lnTo>
                    <a:pt x="16" y="45"/>
                  </a:lnTo>
                  <a:lnTo>
                    <a:pt x="20" y="31"/>
                  </a:lnTo>
                  <a:lnTo>
                    <a:pt x="25" y="19"/>
                  </a:lnTo>
                  <a:lnTo>
                    <a:pt x="31" y="12"/>
                  </a:lnTo>
                  <a:lnTo>
                    <a:pt x="36" y="7"/>
                  </a:lnTo>
                  <a:lnTo>
                    <a:pt x="44" y="5"/>
                  </a:lnTo>
                  <a:lnTo>
                    <a:pt x="44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1279" name="Google Shape;1279;p4"/>
            <p:cNvSpPr/>
            <p:nvPr/>
          </p:nvSpPr>
          <p:spPr>
            <a:xfrm>
              <a:off x="4082" y="3325"/>
              <a:ext cx="37" cy="96"/>
            </a:xfrm>
            <a:custGeom>
              <a:avLst/>
              <a:gdLst/>
              <a:ahLst/>
              <a:cxnLst/>
              <a:rect l="l" t="t" r="r" b="b"/>
              <a:pathLst>
                <a:path w="42" h="162" extrusionOk="0">
                  <a:moveTo>
                    <a:pt x="42" y="0"/>
                  </a:moveTo>
                  <a:lnTo>
                    <a:pt x="34" y="2"/>
                  </a:lnTo>
                  <a:lnTo>
                    <a:pt x="29" y="7"/>
                  </a:lnTo>
                  <a:lnTo>
                    <a:pt x="23" y="14"/>
                  </a:lnTo>
                  <a:lnTo>
                    <a:pt x="18" y="26"/>
                  </a:lnTo>
                  <a:lnTo>
                    <a:pt x="14" y="40"/>
                  </a:lnTo>
                  <a:lnTo>
                    <a:pt x="9" y="56"/>
                  </a:lnTo>
                  <a:lnTo>
                    <a:pt x="5" y="75"/>
                  </a:lnTo>
                  <a:lnTo>
                    <a:pt x="4" y="94"/>
                  </a:lnTo>
                  <a:lnTo>
                    <a:pt x="0" y="117"/>
                  </a:lnTo>
                  <a:lnTo>
                    <a:pt x="0" y="137"/>
                  </a:lnTo>
                  <a:lnTo>
                    <a:pt x="0" y="162"/>
                  </a:lnTo>
                  <a:lnTo>
                    <a:pt x="0" y="162"/>
                  </a:lnTo>
                  <a:lnTo>
                    <a:pt x="2" y="139"/>
                  </a:lnTo>
                  <a:lnTo>
                    <a:pt x="2" y="117"/>
                  </a:lnTo>
                  <a:lnTo>
                    <a:pt x="4" y="96"/>
                  </a:lnTo>
                  <a:lnTo>
                    <a:pt x="7" y="77"/>
                  </a:lnTo>
                  <a:lnTo>
                    <a:pt x="11" y="59"/>
                  </a:lnTo>
                  <a:lnTo>
                    <a:pt x="14" y="44"/>
                  </a:lnTo>
                  <a:lnTo>
                    <a:pt x="20" y="30"/>
                  </a:lnTo>
                  <a:lnTo>
                    <a:pt x="23" y="20"/>
                  </a:lnTo>
                  <a:lnTo>
                    <a:pt x="29" y="13"/>
                  </a:lnTo>
                  <a:lnTo>
                    <a:pt x="36" y="7"/>
                  </a:lnTo>
                  <a:lnTo>
                    <a:pt x="42" y="6"/>
                  </a:lnTo>
                  <a:lnTo>
                    <a:pt x="42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1280" name="Google Shape;1280;p4"/>
            <p:cNvSpPr/>
            <p:nvPr/>
          </p:nvSpPr>
          <p:spPr>
            <a:xfrm>
              <a:off x="4082" y="3329"/>
              <a:ext cx="37" cy="92"/>
            </a:xfrm>
            <a:custGeom>
              <a:avLst/>
              <a:gdLst/>
              <a:ahLst/>
              <a:cxnLst/>
              <a:rect l="l" t="t" r="r" b="b"/>
              <a:pathLst>
                <a:path w="42" h="156" extrusionOk="0">
                  <a:moveTo>
                    <a:pt x="42" y="0"/>
                  </a:moveTo>
                  <a:lnTo>
                    <a:pt x="36" y="1"/>
                  </a:lnTo>
                  <a:lnTo>
                    <a:pt x="29" y="7"/>
                  </a:lnTo>
                  <a:lnTo>
                    <a:pt x="23" y="14"/>
                  </a:lnTo>
                  <a:lnTo>
                    <a:pt x="20" y="24"/>
                  </a:lnTo>
                  <a:lnTo>
                    <a:pt x="14" y="38"/>
                  </a:lnTo>
                  <a:lnTo>
                    <a:pt x="11" y="53"/>
                  </a:lnTo>
                  <a:lnTo>
                    <a:pt x="7" y="71"/>
                  </a:lnTo>
                  <a:lnTo>
                    <a:pt x="4" y="90"/>
                  </a:lnTo>
                  <a:lnTo>
                    <a:pt x="2" y="111"/>
                  </a:lnTo>
                  <a:lnTo>
                    <a:pt x="2" y="133"/>
                  </a:lnTo>
                  <a:lnTo>
                    <a:pt x="0" y="156"/>
                  </a:lnTo>
                  <a:lnTo>
                    <a:pt x="2" y="156"/>
                  </a:lnTo>
                  <a:lnTo>
                    <a:pt x="2" y="133"/>
                  </a:lnTo>
                  <a:lnTo>
                    <a:pt x="4" y="112"/>
                  </a:lnTo>
                  <a:lnTo>
                    <a:pt x="5" y="93"/>
                  </a:lnTo>
                  <a:lnTo>
                    <a:pt x="7" y="74"/>
                  </a:lnTo>
                  <a:lnTo>
                    <a:pt x="11" y="57"/>
                  </a:lnTo>
                  <a:lnTo>
                    <a:pt x="16" y="41"/>
                  </a:lnTo>
                  <a:lnTo>
                    <a:pt x="20" y="29"/>
                  </a:lnTo>
                  <a:lnTo>
                    <a:pt x="25" y="19"/>
                  </a:lnTo>
                  <a:lnTo>
                    <a:pt x="31" y="10"/>
                  </a:lnTo>
                  <a:lnTo>
                    <a:pt x="36" y="7"/>
                  </a:lnTo>
                  <a:lnTo>
                    <a:pt x="42" y="5"/>
                  </a:lnTo>
                  <a:lnTo>
                    <a:pt x="42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1281" name="Google Shape;1281;p4"/>
            <p:cNvSpPr/>
            <p:nvPr/>
          </p:nvSpPr>
          <p:spPr>
            <a:xfrm>
              <a:off x="4084" y="3331"/>
              <a:ext cx="35" cy="90"/>
            </a:xfrm>
            <a:custGeom>
              <a:avLst/>
              <a:gdLst/>
              <a:ahLst/>
              <a:cxnLst/>
              <a:rect l="l" t="t" r="r" b="b"/>
              <a:pathLst>
                <a:path w="40" h="151" extrusionOk="0">
                  <a:moveTo>
                    <a:pt x="40" y="0"/>
                  </a:moveTo>
                  <a:lnTo>
                    <a:pt x="34" y="2"/>
                  </a:lnTo>
                  <a:lnTo>
                    <a:pt x="29" y="5"/>
                  </a:lnTo>
                  <a:lnTo>
                    <a:pt x="23" y="14"/>
                  </a:lnTo>
                  <a:lnTo>
                    <a:pt x="18" y="24"/>
                  </a:lnTo>
                  <a:lnTo>
                    <a:pt x="14" y="36"/>
                  </a:lnTo>
                  <a:lnTo>
                    <a:pt x="9" y="52"/>
                  </a:lnTo>
                  <a:lnTo>
                    <a:pt x="5" y="69"/>
                  </a:lnTo>
                  <a:lnTo>
                    <a:pt x="3" y="88"/>
                  </a:lnTo>
                  <a:lnTo>
                    <a:pt x="2" y="107"/>
                  </a:lnTo>
                  <a:lnTo>
                    <a:pt x="0" y="128"/>
                  </a:lnTo>
                  <a:lnTo>
                    <a:pt x="0" y="151"/>
                  </a:lnTo>
                  <a:lnTo>
                    <a:pt x="2" y="151"/>
                  </a:lnTo>
                  <a:lnTo>
                    <a:pt x="2" y="130"/>
                  </a:lnTo>
                  <a:lnTo>
                    <a:pt x="3" y="109"/>
                  </a:lnTo>
                  <a:lnTo>
                    <a:pt x="5" y="90"/>
                  </a:lnTo>
                  <a:lnTo>
                    <a:pt x="7" y="71"/>
                  </a:lnTo>
                  <a:lnTo>
                    <a:pt x="11" y="55"/>
                  </a:lnTo>
                  <a:lnTo>
                    <a:pt x="14" y="40"/>
                  </a:lnTo>
                  <a:lnTo>
                    <a:pt x="18" y="28"/>
                  </a:lnTo>
                  <a:lnTo>
                    <a:pt x="23" y="17"/>
                  </a:lnTo>
                  <a:lnTo>
                    <a:pt x="29" y="10"/>
                  </a:lnTo>
                  <a:lnTo>
                    <a:pt x="34" y="7"/>
                  </a:lnTo>
                  <a:lnTo>
                    <a:pt x="40" y="5"/>
                  </a:lnTo>
                  <a:lnTo>
                    <a:pt x="40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1282" name="Google Shape;1282;p4"/>
            <p:cNvSpPr/>
            <p:nvPr/>
          </p:nvSpPr>
          <p:spPr>
            <a:xfrm>
              <a:off x="4086" y="3335"/>
              <a:ext cx="33" cy="86"/>
            </a:xfrm>
            <a:custGeom>
              <a:avLst/>
              <a:gdLst/>
              <a:ahLst/>
              <a:cxnLst/>
              <a:rect l="l" t="t" r="r" b="b"/>
              <a:pathLst>
                <a:path w="38" h="146" extrusionOk="0">
                  <a:moveTo>
                    <a:pt x="38" y="0"/>
                  </a:moveTo>
                  <a:lnTo>
                    <a:pt x="32" y="2"/>
                  </a:lnTo>
                  <a:lnTo>
                    <a:pt x="27" y="5"/>
                  </a:lnTo>
                  <a:lnTo>
                    <a:pt x="21" y="12"/>
                  </a:lnTo>
                  <a:lnTo>
                    <a:pt x="16" y="23"/>
                  </a:lnTo>
                  <a:lnTo>
                    <a:pt x="12" y="35"/>
                  </a:lnTo>
                  <a:lnTo>
                    <a:pt x="9" y="50"/>
                  </a:lnTo>
                  <a:lnTo>
                    <a:pt x="5" y="66"/>
                  </a:lnTo>
                  <a:lnTo>
                    <a:pt x="3" y="85"/>
                  </a:lnTo>
                  <a:lnTo>
                    <a:pt x="1" y="104"/>
                  </a:lnTo>
                  <a:lnTo>
                    <a:pt x="0" y="125"/>
                  </a:lnTo>
                  <a:lnTo>
                    <a:pt x="0" y="146"/>
                  </a:lnTo>
                  <a:lnTo>
                    <a:pt x="1" y="146"/>
                  </a:lnTo>
                  <a:lnTo>
                    <a:pt x="1" y="123"/>
                  </a:lnTo>
                  <a:lnTo>
                    <a:pt x="3" y="102"/>
                  </a:lnTo>
                  <a:lnTo>
                    <a:pt x="5" y="82"/>
                  </a:lnTo>
                  <a:lnTo>
                    <a:pt x="7" y="63"/>
                  </a:lnTo>
                  <a:lnTo>
                    <a:pt x="10" y="47"/>
                  </a:lnTo>
                  <a:lnTo>
                    <a:pt x="16" y="31"/>
                  </a:lnTo>
                  <a:lnTo>
                    <a:pt x="21" y="21"/>
                  </a:lnTo>
                  <a:lnTo>
                    <a:pt x="25" y="12"/>
                  </a:lnTo>
                  <a:lnTo>
                    <a:pt x="32" y="7"/>
                  </a:lnTo>
                  <a:lnTo>
                    <a:pt x="38" y="5"/>
                  </a:lnTo>
                  <a:lnTo>
                    <a:pt x="38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1283" name="Google Shape;1283;p4"/>
            <p:cNvSpPr/>
            <p:nvPr/>
          </p:nvSpPr>
          <p:spPr>
            <a:xfrm>
              <a:off x="4088" y="3338"/>
              <a:ext cx="31" cy="83"/>
            </a:xfrm>
            <a:custGeom>
              <a:avLst/>
              <a:gdLst/>
              <a:ahLst/>
              <a:cxnLst/>
              <a:rect l="l" t="t" r="r" b="b"/>
              <a:pathLst>
                <a:path w="37" h="141" extrusionOk="0">
                  <a:moveTo>
                    <a:pt x="37" y="0"/>
                  </a:moveTo>
                  <a:lnTo>
                    <a:pt x="31" y="2"/>
                  </a:lnTo>
                  <a:lnTo>
                    <a:pt x="24" y="7"/>
                  </a:lnTo>
                  <a:lnTo>
                    <a:pt x="20" y="16"/>
                  </a:lnTo>
                  <a:lnTo>
                    <a:pt x="15" y="26"/>
                  </a:lnTo>
                  <a:lnTo>
                    <a:pt x="9" y="42"/>
                  </a:lnTo>
                  <a:lnTo>
                    <a:pt x="6" y="58"/>
                  </a:lnTo>
                  <a:lnTo>
                    <a:pt x="4" y="77"/>
                  </a:lnTo>
                  <a:lnTo>
                    <a:pt x="2" y="97"/>
                  </a:lnTo>
                  <a:lnTo>
                    <a:pt x="0" y="118"/>
                  </a:lnTo>
                  <a:lnTo>
                    <a:pt x="0" y="141"/>
                  </a:lnTo>
                  <a:lnTo>
                    <a:pt x="0" y="141"/>
                  </a:lnTo>
                  <a:lnTo>
                    <a:pt x="2" y="118"/>
                  </a:lnTo>
                  <a:lnTo>
                    <a:pt x="2" y="99"/>
                  </a:lnTo>
                  <a:lnTo>
                    <a:pt x="4" y="78"/>
                  </a:lnTo>
                  <a:lnTo>
                    <a:pt x="8" y="61"/>
                  </a:lnTo>
                  <a:lnTo>
                    <a:pt x="11" y="45"/>
                  </a:lnTo>
                  <a:lnTo>
                    <a:pt x="15" y="31"/>
                  </a:lnTo>
                  <a:lnTo>
                    <a:pt x="20" y="19"/>
                  </a:lnTo>
                  <a:lnTo>
                    <a:pt x="26" y="12"/>
                  </a:lnTo>
                  <a:lnTo>
                    <a:pt x="31" y="7"/>
                  </a:lnTo>
                  <a:lnTo>
                    <a:pt x="37" y="5"/>
                  </a:lnTo>
                  <a:lnTo>
                    <a:pt x="37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1284" name="Google Shape;1284;p4"/>
            <p:cNvSpPr/>
            <p:nvPr/>
          </p:nvSpPr>
          <p:spPr>
            <a:xfrm>
              <a:off x="4088" y="3340"/>
              <a:ext cx="31" cy="81"/>
            </a:xfrm>
            <a:custGeom>
              <a:avLst/>
              <a:gdLst/>
              <a:ahLst/>
              <a:cxnLst/>
              <a:rect l="l" t="t" r="r" b="b"/>
              <a:pathLst>
                <a:path w="37" h="136" extrusionOk="0">
                  <a:moveTo>
                    <a:pt x="37" y="0"/>
                  </a:moveTo>
                  <a:lnTo>
                    <a:pt x="31" y="2"/>
                  </a:lnTo>
                  <a:lnTo>
                    <a:pt x="26" y="7"/>
                  </a:lnTo>
                  <a:lnTo>
                    <a:pt x="20" y="14"/>
                  </a:lnTo>
                  <a:lnTo>
                    <a:pt x="15" y="26"/>
                  </a:lnTo>
                  <a:lnTo>
                    <a:pt x="11" y="40"/>
                  </a:lnTo>
                  <a:lnTo>
                    <a:pt x="8" y="56"/>
                  </a:lnTo>
                  <a:lnTo>
                    <a:pt x="4" y="73"/>
                  </a:lnTo>
                  <a:lnTo>
                    <a:pt x="2" y="94"/>
                  </a:lnTo>
                  <a:lnTo>
                    <a:pt x="2" y="113"/>
                  </a:lnTo>
                  <a:lnTo>
                    <a:pt x="0" y="136"/>
                  </a:lnTo>
                  <a:lnTo>
                    <a:pt x="2" y="136"/>
                  </a:lnTo>
                  <a:lnTo>
                    <a:pt x="2" y="115"/>
                  </a:lnTo>
                  <a:lnTo>
                    <a:pt x="4" y="96"/>
                  </a:lnTo>
                  <a:lnTo>
                    <a:pt x="6" y="77"/>
                  </a:lnTo>
                  <a:lnTo>
                    <a:pt x="9" y="59"/>
                  </a:lnTo>
                  <a:lnTo>
                    <a:pt x="13" y="44"/>
                  </a:lnTo>
                  <a:lnTo>
                    <a:pt x="17" y="30"/>
                  </a:lnTo>
                  <a:lnTo>
                    <a:pt x="20" y="20"/>
                  </a:lnTo>
                  <a:lnTo>
                    <a:pt x="26" y="13"/>
                  </a:lnTo>
                  <a:lnTo>
                    <a:pt x="31" y="7"/>
                  </a:lnTo>
                  <a:lnTo>
                    <a:pt x="37" y="6"/>
                  </a:lnTo>
                  <a:lnTo>
                    <a:pt x="37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1285" name="Google Shape;1285;p4"/>
            <p:cNvSpPr/>
            <p:nvPr/>
          </p:nvSpPr>
          <p:spPr>
            <a:xfrm>
              <a:off x="4089" y="3344"/>
              <a:ext cx="30" cy="77"/>
            </a:xfrm>
            <a:custGeom>
              <a:avLst/>
              <a:gdLst/>
              <a:ahLst/>
              <a:cxnLst/>
              <a:rect l="l" t="t" r="r" b="b"/>
              <a:pathLst>
                <a:path w="35" h="130" extrusionOk="0">
                  <a:moveTo>
                    <a:pt x="35" y="0"/>
                  </a:moveTo>
                  <a:lnTo>
                    <a:pt x="29" y="1"/>
                  </a:lnTo>
                  <a:lnTo>
                    <a:pt x="24" y="7"/>
                  </a:lnTo>
                  <a:lnTo>
                    <a:pt x="18" y="14"/>
                  </a:lnTo>
                  <a:lnTo>
                    <a:pt x="15" y="24"/>
                  </a:lnTo>
                  <a:lnTo>
                    <a:pt x="11" y="38"/>
                  </a:lnTo>
                  <a:lnTo>
                    <a:pt x="7" y="53"/>
                  </a:lnTo>
                  <a:lnTo>
                    <a:pt x="4" y="71"/>
                  </a:lnTo>
                  <a:lnTo>
                    <a:pt x="2" y="90"/>
                  </a:lnTo>
                  <a:lnTo>
                    <a:pt x="0" y="109"/>
                  </a:lnTo>
                  <a:lnTo>
                    <a:pt x="0" y="130"/>
                  </a:lnTo>
                  <a:lnTo>
                    <a:pt x="2" y="130"/>
                  </a:lnTo>
                  <a:lnTo>
                    <a:pt x="2" y="109"/>
                  </a:lnTo>
                  <a:lnTo>
                    <a:pt x="4" y="90"/>
                  </a:lnTo>
                  <a:lnTo>
                    <a:pt x="6" y="73"/>
                  </a:lnTo>
                  <a:lnTo>
                    <a:pt x="7" y="55"/>
                  </a:lnTo>
                  <a:lnTo>
                    <a:pt x="11" y="41"/>
                  </a:lnTo>
                  <a:lnTo>
                    <a:pt x="15" y="29"/>
                  </a:lnTo>
                  <a:lnTo>
                    <a:pt x="20" y="19"/>
                  </a:lnTo>
                  <a:lnTo>
                    <a:pt x="24" y="10"/>
                  </a:lnTo>
                  <a:lnTo>
                    <a:pt x="29" y="7"/>
                  </a:lnTo>
                  <a:lnTo>
                    <a:pt x="35" y="5"/>
                  </a:lnTo>
                  <a:lnTo>
                    <a:pt x="35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1286" name="Google Shape;1286;p4"/>
            <p:cNvSpPr/>
            <p:nvPr/>
          </p:nvSpPr>
          <p:spPr>
            <a:xfrm>
              <a:off x="4091" y="3346"/>
              <a:ext cx="28" cy="75"/>
            </a:xfrm>
            <a:custGeom>
              <a:avLst/>
              <a:gdLst/>
              <a:ahLst/>
              <a:cxnLst/>
              <a:rect l="l" t="t" r="r" b="b"/>
              <a:pathLst>
                <a:path w="33" h="125" extrusionOk="0">
                  <a:moveTo>
                    <a:pt x="33" y="0"/>
                  </a:moveTo>
                  <a:lnTo>
                    <a:pt x="27" y="2"/>
                  </a:lnTo>
                  <a:lnTo>
                    <a:pt x="22" y="5"/>
                  </a:lnTo>
                  <a:lnTo>
                    <a:pt x="18" y="14"/>
                  </a:lnTo>
                  <a:lnTo>
                    <a:pt x="13" y="24"/>
                  </a:lnTo>
                  <a:lnTo>
                    <a:pt x="9" y="36"/>
                  </a:lnTo>
                  <a:lnTo>
                    <a:pt x="5" y="50"/>
                  </a:lnTo>
                  <a:lnTo>
                    <a:pt x="4" y="68"/>
                  </a:lnTo>
                  <a:lnTo>
                    <a:pt x="2" y="85"/>
                  </a:lnTo>
                  <a:lnTo>
                    <a:pt x="0" y="104"/>
                  </a:lnTo>
                  <a:lnTo>
                    <a:pt x="0" y="125"/>
                  </a:lnTo>
                  <a:lnTo>
                    <a:pt x="2" y="125"/>
                  </a:lnTo>
                  <a:lnTo>
                    <a:pt x="2" y="106"/>
                  </a:lnTo>
                  <a:lnTo>
                    <a:pt x="2" y="87"/>
                  </a:lnTo>
                  <a:lnTo>
                    <a:pt x="4" y="69"/>
                  </a:lnTo>
                  <a:lnTo>
                    <a:pt x="7" y="54"/>
                  </a:lnTo>
                  <a:lnTo>
                    <a:pt x="11" y="40"/>
                  </a:lnTo>
                  <a:lnTo>
                    <a:pt x="14" y="28"/>
                  </a:lnTo>
                  <a:lnTo>
                    <a:pt x="18" y="17"/>
                  </a:lnTo>
                  <a:lnTo>
                    <a:pt x="22" y="10"/>
                  </a:lnTo>
                  <a:lnTo>
                    <a:pt x="27" y="7"/>
                  </a:lnTo>
                  <a:lnTo>
                    <a:pt x="33" y="5"/>
                  </a:lnTo>
                  <a:lnTo>
                    <a:pt x="3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1287" name="Google Shape;1287;p4"/>
            <p:cNvSpPr/>
            <p:nvPr/>
          </p:nvSpPr>
          <p:spPr>
            <a:xfrm>
              <a:off x="4091" y="3350"/>
              <a:ext cx="28" cy="71"/>
            </a:xfrm>
            <a:custGeom>
              <a:avLst/>
              <a:gdLst/>
              <a:ahLst/>
              <a:cxnLst/>
              <a:rect l="l" t="t" r="r" b="b"/>
              <a:pathLst>
                <a:path w="31" h="120" extrusionOk="0">
                  <a:moveTo>
                    <a:pt x="31" y="0"/>
                  </a:moveTo>
                  <a:lnTo>
                    <a:pt x="25" y="2"/>
                  </a:lnTo>
                  <a:lnTo>
                    <a:pt x="20" y="5"/>
                  </a:lnTo>
                  <a:lnTo>
                    <a:pt x="16" y="12"/>
                  </a:lnTo>
                  <a:lnTo>
                    <a:pt x="12" y="23"/>
                  </a:lnTo>
                  <a:lnTo>
                    <a:pt x="9" y="35"/>
                  </a:lnTo>
                  <a:lnTo>
                    <a:pt x="5" y="49"/>
                  </a:lnTo>
                  <a:lnTo>
                    <a:pt x="2" y="64"/>
                  </a:lnTo>
                  <a:lnTo>
                    <a:pt x="0" y="82"/>
                  </a:lnTo>
                  <a:lnTo>
                    <a:pt x="0" y="101"/>
                  </a:lnTo>
                  <a:lnTo>
                    <a:pt x="0" y="120"/>
                  </a:lnTo>
                  <a:lnTo>
                    <a:pt x="0" y="120"/>
                  </a:lnTo>
                  <a:lnTo>
                    <a:pt x="0" y="101"/>
                  </a:lnTo>
                  <a:lnTo>
                    <a:pt x="2" y="83"/>
                  </a:lnTo>
                  <a:lnTo>
                    <a:pt x="3" y="68"/>
                  </a:lnTo>
                  <a:lnTo>
                    <a:pt x="5" y="52"/>
                  </a:lnTo>
                  <a:lnTo>
                    <a:pt x="9" y="38"/>
                  </a:lnTo>
                  <a:lnTo>
                    <a:pt x="12" y="26"/>
                  </a:lnTo>
                  <a:lnTo>
                    <a:pt x="16" y="17"/>
                  </a:lnTo>
                  <a:lnTo>
                    <a:pt x="22" y="10"/>
                  </a:lnTo>
                  <a:lnTo>
                    <a:pt x="25" y="7"/>
                  </a:lnTo>
                  <a:lnTo>
                    <a:pt x="31" y="5"/>
                  </a:lnTo>
                  <a:lnTo>
                    <a:pt x="31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1288" name="Google Shape;1288;p4"/>
            <p:cNvSpPr/>
            <p:nvPr/>
          </p:nvSpPr>
          <p:spPr>
            <a:xfrm>
              <a:off x="4091" y="3354"/>
              <a:ext cx="28" cy="67"/>
            </a:xfrm>
            <a:custGeom>
              <a:avLst/>
              <a:gdLst/>
              <a:ahLst/>
              <a:cxnLst/>
              <a:rect l="l" t="t" r="r" b="b"/>
              <a:pathLst>
                <a:path w="31" h="115" extrusionOk="0">
                  <a:moveTo>
                    <a:pt x="31" y="0"/>
                  </a:moveTo>
                  <a:lnTo>
                    <a:pt x="25" y="2"/>
                  </a:lnTo>
                  <a:lnTo>
                    <a:pt x="22" y="5"/>
                  </a:lnTo>
                  <a:lnTo>
                    <a:pt x="16" y="12"/>
                  </a:lnTo>
                  <a:lnTo>
                    <a:pt x="12" y="21"/>
                  </a:lnTo>
                  <a:lnTo>
                    <a:pt x="9" y="33"/>
                  </a:lnTo>
                  <a:lnTo>
                    <a:pt x="5" y="47"/>
                  </a:lnTo>
                  <a:lnTo>
                    <a:pt x="3" y="63"/>
                  </a:lnTo>
                  <a:lnTo>
                    <a:pt x="2" y="78"/>
                  </a:lnTo>
                  <a:lnTo>
                    <a:pt x="0" y="96"/>
                  </a:lnTo>
                  <a:lnTo>
                    <a:pt x="0" y="115"/>
                  </a:lnTo>
                  <a:lnTo>
                    <a:pt x="2" y="115"/>
                  </a:lnTo>
                  <a:lnTo>
                    <a:pt x="2" y="96"/>
                  </a:lnTo>
                  <a:lnTo>
                    <a:pt x="3" y="77"/>
                  </a:lnTo>
                  <a:lnTo>
                    <a:pt x="5" y="59"/>
                  </a:lnTo>
                  <a:lnTo>
                    <a:pt x="9" y="44"/>
                  </a:lnTo>
                  <a:lnTo>
                    <a:pt x="12" y="32"/>
                  </a:lnTo>
                  <a:lnTo>
                    <a:pt x="16" y="19"/>
                  </a:lnTo>
                  <a:lnTo>
                    <a:pt x="20" y="12"/>
                  </a:lnTo>
                  <a:lnTo>
                    <a:pt x="25" y="7"/>
                  </a:lnTo>
                  <a:lnTo>
                    <a:pt x="31" y="5"/>
                  </a:lnTo>
                  <a:lnTo>
                    <a:pt x="31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1289" name="Google Shape;1289;p4"/>
            <p:cNvSpPr/>
            <p:nvPr/>
          </p:nvSpPr>
          <p:spPr>
            <a:xfrm>
              <a:off x="4093" y="3356"/>
              <a:ext cx="26" cy="65"/>
            </a:xfrm>
            <a:custGeom>
              <a:avLst/>
              <a:gdLst/>
              <a:ahLst/>
              <a:cxnLst/>
              <a:rect l="l" t="t" r="r" b="b"/>
              <a:pathLst>
                <a:path w="29" h="110" extrusionOk="0">
                  <a:moveTo>
                    <a:pt x="29" y="0"/>
                  </a:moveTo>
                  <a:lnTo>
                    <a:pt x="23" y="2"/>
                  </a:lnTo>
                  <a:lnTo>
                    <a:pt x="18" y="7"/>
                  </a:lnTo>
                  <a:lnTo>
                    <a:pt x="14" y="14"/>
                  </a:lnTo>
                  <a:lnTo>
                    <a:pt x="10" y="27"/>
                  </a:lnTo>
                  <a:lnTo>
                    <a:pt x="7" y="39"/>
                  </a:lnTo>
                  <a:lnTo>
                    <a:pt x="3" y="54"/>
                  </a:lnTo>
                  <a:lnTo>
                    <a:pt x="1" y="72"/>
                  </a:lnTo>
                  <a:lnTo>
                    <a:pt x="0" y="91"/>
                  </a:lnTo>
                  <a:lnTo>
                    <a:pt x="0" y="110"/>
                  </a:lnTo>
                  <a:lnTo>
                    <a:pt x="1" y="110"/>
                  </a:lnTo>
                  <a:lnTo>
                    <a:pt x="1" y="91"/>
                  </a:lnTo>
                  <a:lnTo>
                    <a:pt x="3" y="73"/>
                  </a:lnTo>
                  <a:lnTo>
                    <a:pt x="5" y="58"/>
                  </a:lnTo>
                  <a:lnTo>
                    <a:pt x="7" y="42"/>
                  </a:lnTo>
                  <a:lnTo>
                    <a:pt x="10" y="30"/>
                  </a:lnTo>
                  <a:lnTo>
                    <a:pt x="14" y="20"/>
                  </a:lnTo>
                  <a:lnTo>
                    <a:pt x="20" y="11"/>
                  </a:lnTo>
                  <a:lnTo>
                    <a:pt x="23" y="7"/>
                  </a:lnTo>
                  <a:lnTo>
                    <a:pt x="29" y="6"/>
                  </a:lnTo>
                  <a:lnTo>
                    <a:pt x="29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1290" name="Google Shape;1290;p4"/>
            <p:cNvSpPr/>
            <p:nvPr/>
          </p:nvSpPr>
          <p:spPr>
            <a:xfrm>
              <a:off x="4095" y="3360"/>
              <a:ext cx="24" cy="61"/>
            </a:xfrm>
            <a:custGeom>
              <a:avLst/>
              <a:gdLst/>
              <a:ahLst/>
              <a:cxnLst/>
              <a:rect l="l" t="t" r="r" b="b"/>
              <a:pathLst>
                <a:path w="28" h="104" extrusionOk="0">
                  <a:moveTo>
                    <a:pt x="28" y="0"/>
                  </a:moveTo>
                  <a:lnTo>
                    <a:pt x="22" y="1"/>
                  </a:lnTo>
                  <a:lnTo>
                    <a:pt x="19" y="5"/>
                  </a:lnTo>
                  <a:lnTo>
                    <a:pt x="13" y="14"/>
                  </a:lnTo>
                  <a:lnTo>
                    <a:pt x="9" y="24"/>
                  </a:lnTo>
                  <a:lnTo>
                    <a:pt x="6" y="36"/>
                  </a:lnTo>
                  <a:lnTo>
                    <a:pt x="4" y="52"/>
                  </a:lnTo>
                  <a:lnTo>
                    <a:pt x="2" y="67"/>
                  </a:lnTo>
                  <a:lnTo>
                    <a:pt x="0" y="85"/>
                  </a:lnTo>
                  <a:lnTo>
                    <a:pt x="0" y="104"/>
                  </a:lnTo>
                  <a:lnTo>
                    <a:pt x="2" y="104"/>
                  </a:lnTo>
                  <a:lnTo>
                    <a:pt x="2" y="86"/>
                  </a:lnTo>
                  <a:lnTo>
                    <a:pt x="2" y="69"/>
                  </a:lnTo>
                  <a:lnTo>
                    <a:pt x="4" y="53"/>
                  </a:lnTo>
                  <a:lnTo>
                    <a:pt x="8" y="40"/>
                  </a:lnTo>
                  <a:lnTo>
                    <a:pt x="11" y="27"/>
                  </a:lnTo>
                  <a:lnTo>
                    <a:pt x="15" y="17"/>
                  </a:lnTo>
                  <a:lnTo>
                    <a:pt x="19" y="10"/>
                  </a:lnTo>
                  <a:lnTo>
                    <a:pt x="22" y="7"/>
                  </a:lnTo>
                  <a:lnTo>
                    <a:pt x="28" y="5"/>
                  </a:lnTo>
                  <a:lnTo>
                    <a:pt x="28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1291" name="Google Shape;1291;p4"/>
            <p:cNvSpPr/>
            <p:nvPr/>
          </p:nvSpPr>
          <p:spPr>
            <a:xfrm>
              <a:off x="4096" y="3362"/>
              <a:ext cx="23" cy="59"/>
            </a:xfrm>
            <a:custGeom>
              <a:avLst/>
              <a:gdLst/>
              <a:ahLst/>
              <a:cxnLst/>
              <a:rect l="l" t="t" r="r" b="b"/>
              <a:pathLst>
                <a:path w="26" h="99" extrusionOk="0">
                  <a:moveTo>
                    <a:pt x="26" y="0"/>
                  </a:moveTo>
                  <a:lnTo>
                    <a:pt x="20" y="2"/>
                  </a:lnTo>
                  <a:lnTo>
                    <a:pt x="17" y="5"/>
                  </a:lnTo>
                  <a:lnTo>
                    <a:pt x="13" y="12"/>
                  </a:lnTo>
                  <a:lnTo>
                    <a:pt x="9" y="22"/>
                  </a:lnTo>
                  <a:lnTo>
                    <a:pt x="6" y="35"/>
                  </a:lnTo>
                  <a:lnTo>
                    <a:pt x="2" y="48"/>
                  </a:lnTo>
                  <a:lnTo>
                    <a:pt x="0" y="64"/>
                  </a:lnTo>
                  <a:lnTo>
                    <a:pt x="0" y="81"/>
                  </a:lnTo>
                  <a:lnTo>
                    <a:pt x="0" y="99"/>
                  </a:lnTo>
                  <a:lnTo>
                    <a:pt x="0" y="99"/>
                  </a:lnTo>
                  <a:lnTo>
                    <a:pt x="0" y="81"/>
                  </a:lnTo>
                  <a:lnTo>
                    <a:pt x="2" y="66"/>
                  </a:lnTo>
                  <a:lnTo>
                    <a:pt x="4" y="52"/>
                  </a:lnTo>
                  <a:lnTo>
                    <a:pt x="6" y="38"/>
                  </a:lnTo>
                  <a:lnTo>
                    <a:pt x="9" y="26"/>
                  </a:lnTo>
                  <a:lnTo>
                    <a:pt x="13" y="17"/>
                  </a:lnTo>
                  <a:lnTo>
                    <a:pt x="17" y="10"/>
                  </a:lnTo>
                  <a:lnTo>
                    <a:pt x="20" y="7"/>
                  </a:lnTo>
                  <a:lnTo>
                    <a:pt x="26" y="5"/>
                  </a:lnTo>
                  <a:lnTo>
                    <a:pt x="26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1292" name="Google Shape;1292;p4"/>
            <p:cNvSpPr/>
            <p:nvPr/>
          </p:nvSpPr>
          <p:spPr>
            <a:xfrm>
              <a:off x="4096" y="3365"/>
              <a:ext cx="23" cy="56"/>
            </a:xfrm>
            <a:custGeom>
              <a:avLst/>
              <a:gdLst/>
              <a:ahLst/>
              <a:cxnLst/>
              <a:rect l="l" t="t" r="r" b="b"/>
              <a:pathLst>
                <a:path w="26" h="94" extrusionOk="0">
                  <a:moveTo>
                    <a:pt x="26" y="0"/>
                  </a:moveTo>
                  <a:lnTo>
                    <a:pt x="20" y="2"/>
                  </a:lnTo>
                  <a:lnTo>
                    <a:pt x="17" y="5"/>
                  </a:lnTo>
                  <a:lnTo>
                    <a:pt x="13" y="12"/>
                  </a:lnTo>
                  <a:lnTo>
                    <a:pt x="9" y="21"/>
                  </a:lnTo>
                  <a:lnTo>
                    <a:pt x="6" y="33"/>
                  </a:lnTo>
                  <a:lnTo>
                    <a:pt x="4" y="47"/>
                  </a:lnTo>
                  <a:lnTo>
                    <a:pt x="2" y="61"/>
                  </a:lnTo>
                  <a:lnTo>
                    <a:pt x="0" y="76"/>
                  </a:lnTo>
                  <a:lnTo>
                    <a:pt x="0" y="94"/>
                  </a:lnTo>
                  <a:lnTo>
                    <a:pt x="2" y="94"/>
                  </a:lnTo>
                  <a:lnTo>
                    <a:pt x="2" y="76"/>
                  </a:lnTo>
                  <a:lnTo>
                    <a:pt x="4" y="59"/>
                  </a:lnTo>
                  <a:lnTo>
                    <a:pt x="6" y="43"/>
                  </a:lnTo>
                  <a:lnTo>
                    <a:pt x="9" y="31"/>
                  </a:lnTo>
                  <a:lnTo>
                    <a:pt x="13" y="19"/>
                  </a:lnTo>
                  <a:lnTo>
                    <a:pt x="17" y="12"/>
                  </a:lnTo>
                  <a:lnTo>
                    <a:pt x="20" y="7"/>
                  </a:lnTo>
                  <a:lnTo>
                    <a:pt x="26" y="5"/>
                  </a:lnTo>
                  <a:lnTo>
                    <a:pt x="26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1293" name="Google Shape;1293;p4"/>
            <p:cNvSpPr/>
            <p:nvPr/>
          </p:nvSpPr>
          <p:spPr>
            <a:xfrm>
              <a:off x="4098" y="3369"/>
              <a:ext cx="21" cy="52"/>
            </a:xfrm>
            <a:custGeom>
              <a:avLst/>
              <a:gdLst/>
              <a:ahLst/>
              <a:cxnLst/>
              <a:rect l="l" t="t" r="r" b="b"/>
              <a:pathLst>
                <a:path w="24" h="89" extrusionOk="0">
                  <a:moveTo>
                    <a:pt x="24" y="0"/>
                  </a:moveTo>
                  <a:lnTo>
                    <a:pt x="18" y="2"/>
                  </a:lnTo>
                  <a:lnTo>
                    <a:pt x="15" y="7"/>
                  </a:lnTo>
                  <a:lnTo>
                    <a:pt x="11" y="14"/>
                  </a:lnTo>
                  <a:lnTo>
                    <a:pt x="7" y="26"/>
                  </a:lnTo>
                  <a:lnTo>
                    <a:pt x="4" y="38"/>
                  </a:lnTo>
                  <a:lnTo>
                    <a:pt x="2" y="54"/>
                  </a:lnTo>
                  <a:lnTo>
                    <a:pt x="0" y="71"/>
                  </a:lnTo>
                  <a:lnTo>
                    <a:pt x="0" y="89"/>
                  </a:lnTo>
                  <a:lnTo>
                    <a:pt x="2" y="89"/>
                  </a:lnTo>
                  <a:lnTo>
                    <a:pt x="2" y="71"/>
                  </a:lnTo>
                  <a:lnTo>
                    <a:pt x="4" y="56"/>
                  </a:lnTo>
                  <a:lnTo>
                    <a:pt x="5" y="42"/>
                  </a:lnTo>
                  <a:lnTo>
                    <a:pt x="7" y="30"/>
                  </a:lnTo>
                  <a:lnTo>
                    <a:pt x="11" y="19"/>
                  </a:lnTo>
                  <a:lnTo>
                    <a:pt x="15" y="11"/>
                  </a:lnTo>
                  <a:lnTo>
                    <a:pt x="18" y="7"/>
                  </a:lnTo>
                  <a:lnTo>
                    <a:pt x="24" y="6"/>
                  </a:lnTo>
                  <a:lnTo>
                    <a:pt x="24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1294" name="Google Shape;1294;p4"/>
            <p:cNvSpPr/>
            <p:nvPr/>
          </p:nvSpPr>
          <p:spPr>
            <a:xfrm>
              <a:off x="4100" y="3371"/>
              <a:ext cx="19" cy="50"/>
            </a:xfrm>
            <a:custGeom>
              <a:avLst/>
              <a:gdLst/>
              <a:ahLst/>
              <a:cxnLst/>
              <a:rect l="l" t="t" r="r" b="b"/>
              <a:pathLst>
                <a:path w="22" h="83" extrusionOk="0">
                  <a:moveTo>
                    <a:pt x="22" y="0"/>
                  </a:moveTo>
                  <a:lnTo>
                    <a:pt x="16" y="1"/>
                  </a:lnTo>
                  <a:lnTo>
                    <a:pt x="13" y="5"/>
                  </a:lnTo>
                  <a:lnTo>
                    <a:pt x="9" y="13"/>
                  </a:lnTo>
                  <a:lnTo>
                    <a:pt x="5" y="24"/>
                  </a:lnTo>
                  <a:lnTo>
                    <a:pt x="3" y="36"/>
                  </a:lnTo>
                  <a:lnTo>
                    <a:pt x="2" y="50"/>
                  </a:lnTo>
                  <a:lnTo>
                    <a:pt x="0" y="65"/>
                  </a:lnTo>
                  <a:lnTo>
                    <a:pt x="0" y="83"/>
                  </a:lnTo>
                  <a:lnTo>
                    <a:pt x="2" y="83"/>
                  </a:lnTo>
                  <a:lnTo>
                    <a:pt x="2" y="67"/>
                  </a:lnTo>
                  <a:lnTo>
                    <a:pt x="2" y="52"/>
                  </a:lnTo>
                  <a:lnTo>
                    <a:pt x="3" y="39"/>
                  </a:lnTo>
                  <a:lnTo>
                    <a:pt x="7" y="27"/>
                  </a:lnTo>
                  <a:lnTo>
                    <a:pt x="11" y="17"/>
                  </a:lnTo>
                  <a:lnTo>
                    <a:pt x="13" y="10"/>
                  </a:lnTo>
                  <a:lnTo>
                    <a:pt x="18" y="6"/>
                  </a:lnTo>
                  <a:lnTo>
                    <a:pt x="22" y="5"/>
                  </a:lnTo>
                  <a:lnTo>
                    <a:pt x="22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1295" name="Google Shape;1295;p4"/>
            <p:cNvSpPr/>
            <p:nvPr/>
          </p:nvSpPr>
          <p:spPr>
            <a:xfrm>
              <a:off x="4102" y="3375"/>
              <a:ext cx="17" cy="46"/>
            </a:xfrm>
            <a:custGeom>
              <a:avLst/>
              <a:gdLst/>
              <a:ahLst/>
              <a:cxnLst/>
              <a:rect l="l" t="t" r="r" b="b"/>
              <a:pathLst>
                <a:path w="20" h="78" extrusionOk="0">
                  <a:moveTo>
                    <a:pt x="20" y="0"/>
                  </a:moveTo>
                  <a:lnTo>
                    <a:pt x="16" y="1"/>
                  </a:lnTo>
                  <a:lnTo>
                    <a:pt x="11" y="5"/>
                  </a:lnTo>
                  <a:lnTo>
                    <a:pt x="9" y="12"/>
                  </a:lnTo>
                  <a:lnTo>
                    <a:pt x="5" y="22"/>
                  </a:lnTo>
                  <a:lnTo>
                    <a:pt x="1" y="34"/>
                  </a:lnTo>
                  <a:lnTo>
                    <a:pt x="0" y="47"/>
                  </a:lnTo>
                  <a:lnTo>
                    <a:pt x="0" y="62"/>
                  </a:lnTo>
                  <a:lnTo>
                    <a:pt x="0" y="78"/>
                  </a:lnTo>
                  <a:lnTo>
                    <a:pt x="0" y="78"/>
                  </a:lnTo>
                  <a:lnTo>
                    <a:pt x="0" y="62"/>
                  </a:lnTo>
                  <a:lnTo>
                    <a:pt x="1" y="50"/>
                  </a:lnTo>
                  <a:lnTo>
                    <a:pt x="3" y="36"/>
                  </a:lnTo>
                  <a:lnTo>
                    <a:pt x="5" y="26"/>
                  </a:lnTo>
                  <a:lnTo>
                    <a:pt x="9" y="17"/>
                  </a:lnTo>
                  <a:lnTo>
                    <a:pt x="12" y="10"/>
                  </a:lnTo>
                  <a:lnTo>
                    <a:pt x="16" y="7"/>
                  </a:lnTo>
                  <a:lnTo>
                    <a:pt x="20" y="5"/>
                  </a:lnTo>
                  <a:lnTo>
                    <a:pt x="20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1296" name="Google Shape;1296;p4"/>
            <p:cNvSpPr/>
            <p:nvPr/>
          </p:nvSpPr>
          <p:spPr>
            <a:xfrm>
              <a:off x="4102" y="3377"/>
              <a:ext cx="17" cy="44"/>
            </a:xfrm>
            <a:custGeom>
              <a:avLst/>
              <a:gdLst/>
              <a:ahLst/>
              <a:cxnLst/>
              <a:rect l="l" t="t" r="r" b="b"/>
              <a:pathLst>
                <a:path w="20" h="73" extrusionOk="0">
                  <a:moveTo>
                    <a:pt x="20" y="0"/>
                  </a:moveTo>
                  <a:lnTo>
                    <a:pt x="16" y="2"/>
                  </a:lnTo>
                  <a:lnTo>
                    <a:pt x="12" y="5"/>
                  </a:lnTo>
                  <a:lnTo>
                    <a:pt x="9" y="12"/>
                  </a:lnTo>
                  <a:lnTo>
                    <a:pt x="5" y="21"/>
                  </a:lnTo>
                  <a:lnTo>
                    <a:pt x="3" y="31"/>
                  </a:lnTo>
                  <a:lnTo>
                    <a:pt x="1" y="45"/>
                  </a:lnTo>
                  <a:lnTo>
                    <a:pt x="0" y="57"/>
                  </a:lnTo>
                  <a:lnTo>
                    <a:pt x="0" y="73"/>
                  </a:lnTo>
                  <a:lnTo>
                    <a:pt x="1" y="73"/>
                  </a:lnTo>
                  <a:lnTo>
                    <a:pt x="1" y="57"/>
                  </a:lnTo>
                  <a:lnTo>
                    <a:pt x="3" y="43"/>
                  </a:lnTo>
                  <a:lnTo>
                    <a:pt x="5" y="29"/>
                  </a:lnTo>
                  <a:lnTo>
                    <a:pt x="9" y="19"/>
                  </a:lnTo>
                  <a:lnTo>
                    <a:pt x="12" y="12"/>
                  </a:lnTo>
                  <a:lnTo>
                    <a:pt x="16" y="7"/>
                  </a:lnTo>
                  <a:lnTo>
                    <a:pt x="20" y="5"/>
                  </a:lnTo>
                  <a:lnTo>
                    <a:pt x="20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1297" name="Google Shape;1297;p4"/>
            <p:cNvSpPr/>
            <p:nvPr/>
          </p:nvSpPr>
          <p:spPr>
            <a:xfrm>
              <a:off x="4103" y="3381"/>
              <a:ext cx="16" cy="40"/>
            </a:xfrm>
            <a:custGeom>
              <a:avLst/>
              <a:gdLst/>
              <a:ahLst/>
              <a:cxnLst/>
              <a:rect l="l" t="t" r="r" b="b"/>
              <a:pathLst>
                <a:path w="19" h="68" extrusionOk="0">
                  <a:moveTo>
                    <a:pt x="19" y="0"/>
                  </a:moveTo>
                  <a:lnTo>
                    <a:pt x="15" y="2"/>
                  </a:lnTo>
                  <a:lnTo>
                    <a:pt x="11" y="7"/>
                  </a:lnTo>
                  <a:lnTo>
                    <a:pt x="8" y="14"/>
                  </a:lnTo>
                  <a:lnTo>
                    <a:pt x="4" y="24"/>
                  </a:lnTo>
                  <a:lnTo>
                    <a:pt x="2" y="38"/>
                  </a:lnTo>
                  <a:lnTo>
                    <a:pt x="0" y="52"/>
                  </a:lnTo>
                  <a:lnTo>
                    <a:pt x="0" y="68"/>
                  </a:lnTo>
                  <a:lnTo>
                    <a:pt x="2" y="68"/>
                  </a:lnTo>
                  <a:lnTo>
                    <a:pt x="2" y="54"/>
                  </a:lnTo>
                  <a:lnTo>
                    <a:pt x="4" y="40"/>
                  </a:lnTo>
                  <a:lnTo>
                    <a:pt x="6" y="28"/>
                  </a:lnTo>
                  <a:lnTo>
                    <a:pt x="8" y="19"/>
                  </a:lnTo>
                  <a:lnTo>
                    <a:pt x="11" y="11"/>
                  </a:lnTo>
                  <a:lnTo>
                    <a:pt x="15" y="7"/>
                  </a:lnTo>
                  <a:lnTo>
                    <a:pt x="19" y="5"/>
                  </a:lnTo>
                  <a:lnTo>
                    <a:pt x="19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1298" name="Google Shape;1298;p4"/>
            <p:cNvSpPr/>
            <p:nvPr/>
          </p:nvSpPr>
          <p:spPr>
            <a:xfrm>
              <a:off x="4105" y="3385"/>
              <a:ext cx="14" cy="36"/>
            </a:xfrm>
            <a:custGeom>
              <a:avLst/>
              <a:gdLst/>
              <a:ahLst/>
              <a:cxnLst/>
              <a:rect l="l" t="t" r="r" b="b"/>
              <a:pathLst>
                <a:path w="17" h="63" extrusionOk="0">
                  <a:moveTo>
                    <a:pt x="17" y="0"/>
                  </a:moveTo>
                  <a:lnTo>
                    <a:pt x="13" y="2"/>
                  </a:lnTo>
                  <a:lnTo>
                    <a:pt x="9" y="6"/>
                  </a:lnTo>
                  <a:lnTo>
                    <a:pt x="6" y="14"/>
                  </a:lnTo>
                  <a:lnTo>
                    <a:pt x="4" y="23"/>
                  </a:lnTo>
                  <a:lnTo>
                    <a:pt x="2" y="35"/>
                  </a:lnTo>
                  <a:lnTo>
                    <a:pt x="0" y="49"/>
                  </a:lnTo>
                  <a:lnTo>
                    <a:pt x="0" y="63"/>
                  </a:lnTo>
                  <a:lnTo>
                    <a:pt x="2" y="63"/>
                  </a:lnTo>
                  <a:lnTo>
                    <a:pt x="2" y="49"/>
                  </a:lnTo>
                  <a:lnTo>
                    <a:pt x="2" y="37"/>
                  </a:lnTo>
                  <a:lnTo>
                    <a:pt x="4" y="26"/>
                  </a:lnTo>
                  <a:lnTo>
                    <a:pt x="8" y="18"/>
                  </a:lnTo>
                  <a:lnTo>
                    <a:pt x="9" y="11"/>
                  </a:lnTo>
                  <a:lnTo>
                    <a:pt x="13" y="7"/>
                  </a:lnTo>
                  <a:lnTo>
                    <a:pt x="17" y="6"/>
                  </a:lnTo>
                  <a:lnTo>
                    <a:pt x="17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1299" name="Google Shape;1299;p4"/>
            <p:cNvSpPr/>
            <p:nvPr/>
          </p:nvSpPr>
          <p:spPr>
            <a:xfrm>
              <a:off x="4107" y="3387"/>
              <a:ext cx="12" cy="34"/>
            </a:xfrm>
            <a:custGeom>
              <a:avLst/>
              <a:gdLst/>
              <a:ahLst/>
              <a:cxnLst/>
              <a:rect l="l" t="t" r="r" b="b"/>
              <a:pathLst>
                <a:path w="15" h="57" extrusionOk="0">
                  <a:moveTo>
                    <a:pt x="15" y="0"/>
                  </a:moveTo>
                  <a:lnTo>
                    <a:pt x="11" y="1"/>
                  </a:lnTo>
                  <a:lnTo>
                    <a:pt x="7" y="5"/>
                  </a:lnTo>
                  <a:lnTo>
                    <a:pt x="6" y="12"/>
                  </a:lnTo>
                  <a:lnTo>
                    <a:pt x="2" y="20"/>
                  </a:lnTo>
                  <a:lnTo>
                    <a:pt x="0" y="31"/>
                  </a:lnTo>
                  <a:lnTo>
                    <a:pt x="0" y="43"/>
                  </a:lnTo>
                  <a:lnTo>
                    <a:pt x="0" y="57"/>
                  </a:lnTo>
                  <a:lnTo>
                    <a:pt x="0" y="57"/>
                  </a:lnTo>
                  <a:lnTo>
                    <a:pt x="0" y="45"/>
                  </a:lnTo>
                  <a:lnTo>
                    <a:pt x="2" y="34"/>
                  </a:lnTo>
                  <a:lnTo>
                    <a:pt x="4" y="24"/>
                  </a:lnTo>
                  <a:lnTo>
                    <a:pt x="6" y="15"/>
                  </a:lnTo>
                  <a:lnTo>
                    <a:pt x="7" y="10"/>
                  </a:lnTo>
                  <a:lnTo>
                    <a:pt x="11" y="5"/>
                  </a:lnTo>
                  <a:lnTo>
                    <a:pt x="15" y="5"/>
                  </a:lnTo>
                  <a:lnTo>
                    <a:pt x="15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1300" name="Google Shape;1300;p4"/>
            <p:cNvSpPr/>
            <p:nvPr/>
          </p:nvSpPr>
          <p:spPr>
            <a:xfrm>
              <a:off x="4107" y="3390"/>
              <a:ext cx="12" cy="31"/>
            </a:xfrm>
            <a:custGeom>
              <a:avLst/>
              <a:gdLst/>
              <a:ahLst/>
              <a:cxnLst/>
              <a:rect l="l" t="t" r="r" b="b"/>
              <a:pathLst>
                <a:path w="15" h="52" extrusionOk="0">
                  <a:moveTo>
                    <a:pt x="15" y="0"/>
                  </a:moveTo>
                  <a:lnTo>
                    <a:pt x="11" y="0"/>
                  </a:lnTo>
                  <a:lnTo>
                    <a:pt x="7" y="5"/>
                  </a:lnTo>
                  <a:lnTo>
                    <a:pt x="6" y="10"/>
                  </a:lnTo>
                  <a:lnTo>
                    <a:pt x="4" y="19"/>
                  </a:lnTo>
                  <a:lnTo>
                    <a:pt x="2" y="29"/>
                  </a:lnTo>
                  <a:lnTo>
                    <a:pt x="0" y="40"/>
                  </a:lnTo>
                  <a:lnTo>
                    <a:pt x="0" y="52"/>
                  </a:lnTo>
                  <a:lnTo>
                    <a:pt x="2" y="52"/>
                  </a:lnTo>
                  <a:lnTo>
                    <a:pt x="2" y="40"/>
                  </a:lnTo>
                  <a:lnTo>
                    <a:pt x="4" y="27"/>
                  </a:lnTo>
                  <a:lnTo>
                    <a:pt x="6" y="19"/>
                  </a:lnTo>
                  <a:lnTo>
                    <a:pt x="7" y="10"/>
                  </a:lnTo>
                  <a:lnTo>
                    <a:pt x="11" y="7"/>
                  </a:lnTo>
                  <a:lnTo>
                    <a:pt x="15" y="5"/>
                  </a:lnTo>
                  <a:lnTo>
                    <a:pt x="15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1301" name="Google Shape;1301;p4"/>
            <p:cNvSpPr/>
            <p:nvPr/>
          </p:nvSpPr>
          <p:spPr>
            <a:xfrm>
              <a:off x="4107" y="3393"/>
              <a:ext cx="12" cy="28"/>
            </a:xfrm>
            <a:custGeom>
              <a:avLst/>
              <a:gdLst/>
              <a:ahLst/>
              <a:cxnLst/>
              <a:rect l="l" t="t" r="r" b="b"/>
              <a:pathLst>
                <a:path w="13" h="47" extrusionOk="0">
                  <a:moveTo>
                    <a:pt x="13" y="0"/>
                  </a:moveTo>
                  <a:lnTo>
                    <a:pt x="9" y="2"/>
                  </a:lnTo>
                  <a:lnTo>
                    <a:pt x="5" y="5"/>
                  </a:lnTo>
                  <a:lnTo>
                    <a:pt x="4" y="14"/>
                  </a:lnTo>
                  <a:lnTo>
                    <a:pt x="2" y="22"/>
                  </a:lnTo>
                  <a:lnTo>
                    <a:pt x="0" y="35"/>
                  </a:lnTo>
                  <a:lnTo>
                    <a:pt x="0" y="47"/>
                  </a:lnTo>
                  <a:lnTo>
                    <a:pt x="2" y="47"/>
                  </a:lnTo>
                  <a:lnTo>
                    <a:pt x="2" y="35"/>
                  </a:lnTo>
                  <a:lnTo>
                    <a:pt x="4" y="26"/>
                  </a:lnTo>
                  <a:lnTo>
                    <a:pt x="5" y="17"/>
                  </a:lnTo>
                  <a:lnTo>
                    <a:pt x="7" y="10"/>
                  </a:lnTo>
                  <a:lnTo>
                    <a:pt x="9" y="7"/>
                  </a:lnTo>
                  <a:lnTo>
                    <a:pt x="13" y="5"/>
                  </a:lnTo>
                  <a:lnTo>
                    <a:pt x="1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1302" name="Google Shape;1302;p4"/>
            <p:cNvSpPr/>
            <p:nvPr/>
          </p:nvSpPr>
          <p:spPr>
            <a:xfrm>
              <a:off x="4109" y="3396"/>
              <a:ext cx="10" cy="25"/>
            </a:xfrm>
            <a:custGeom>
              <a:avLst/>
              <a:gdLst/>
              <a:ahLst/>
              <a:cxnLst/>
              <a:rect l="l" t="t" r="r" b="b"/>
              <a:pathLst>
                <a:path w="11" h="42" extrusionOk="0">
                  <a:moveTo>
                    <a:pt x="11" y="0"/>
                  </a:moveTo>
                  <a:lnTo>
                    <a:pt x="7" y="2"/>
                  </a:lnTo>
                  <a:lnTo>
                    <a:pt x="5" y="5"/>
                  </a:lnTo>
                  <a:lnTo>
                    <a:pt x="3" y="12"/>
                  </a:lnTo>
                  <a:lnTo>
                    <a:pt x="2" y="21"/>
                  </a:lnTo>
                  <a:lnTo>
                    <a:pt x="0" y="30"/>
                  </a:lnTo>
                  <a:lnTo>
                    <a:pt x="0" y="42"/>
                  </a:lnTo>
                  <a:lnTo>
                    <a:pt x="0" y="42"/>
                  </a:lnTo>
                  <a:lnTo>
                    <a:pt x="2" y="31"/>
                  </a:lnTo>
                  <a:lnTo>
                    <a:pt x="2" y="23"/>
                  </a:lnTo>
                  <a:lnTo>
                    <a:pt x="3" y="16"/>
                  </a:lnTo>
                  <a:lnTo>
                    <a:pt x="5" y="11"/>
                  </a:lnTo>
                  <a:lnTo>
                    <a:pt x="7" y="5"/>
                  </a:lnTo>
                  <a:lnTo>
                    <a:pt x="11" y="5"/>
                  </a:lnTo>
                  <a:lnTo>
                    <a:pt x="11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1303" name="Google Shape;1303;p4"/>
            <p:cNvSpPr/>
            <p:nvPr/>
          </p:nvSpPr>
          <p:spPr>
            <a:xfrm>
              <a:off x="4109" y="3400"/>
              <a:ext cx="10" cy="21"/>
            </a:xfrm>
            <a:custGeom>
              <a:avLst/>
              <a:gdLst/>
              <a:ahLst/>
              <a:cxnLst/>
              <a:rect l="l" t="t" r="r" b="b"/>
              <a:pathLst>
                <a:path w="11" h="37" extrusionOk="0">
                  <a:moveTo>
                    <a:pt x="11" y="0"/>
                  </a:moveTo>
                  <a:lnTo>
                    <a:pt x="7" y="0"/>
                  </a:lnTo>
                  <a:lnTo>
                    <a:pt x="5" y="6"/>
                  </a:lnTo>
                  <a:lnTo>
                    <a:pt x="3" y="11"/>
                  </a:lnTo>
                  <a:lnTo>
                    <a:pt x="2" y="18"/>
                  </a:lnTo>
                  <a:lnTo>
                    <a:pt x="2" y="26"/>
                  </a:lnTo>
                  <a:lnTo>
                    <a:pt x="0" y="37"/>
                  </a:lnTo>
                  <a:lnTo>
                    <a:pt x="2" y="37"/>
                  </a:lnTo>
                  <a:lnTo>
                    <a:pt x="2" y="26"/>
                  </a:lnTo>
                  <a:lnTo>
                    <a:pt x="3" y="18"/>
                  </a:lnTo>
                  <a:lnTo>
                    <a:pt x="5" y="11"/>
                  </a:lnTo>
                  <a:lnTo>
                    <a:pt x="7" y="7"/>
                  </a:lnTo>
                  <a:lnTo>
                    <a:pt x="11" y="6"/>
                  </a:lnTo>
                  <a:lnTo>
                    <a:pt x="11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1304" name="Google Shape;1304;p4"/>
            <p:cNvSpPr/>
            <p:nvPr/>
          </p:nvSpPr>
          <p:spPr>
            <a:xfrm>
              <a:off x="4110" y="3402"/>
              <a:ext cx="9" cy="19"/>
            </a:xfrm>
            <a:custGeom>
              <a:avLst/>
              <a:gdLst/>
              <a:ahLst/>
              <a:cxnLst/>
              <a:rect l="l" t="t" r="r" b="b"/>
              <a:pathLst>
                <a:path w="9" h="31" extrusionOk="0">
                  <a:moveTo>
                    <a:pt x="9" y="0"/>
                  </a:moveTo>
                  <a:lnTo>
                    <a:pt x="5" y="1"/>
                  </a:lnTo>
                  <a:lnTo>
                    <a:pt x="3" y="5"/>
                  </a:lnTo>
                  <a:lnTo>
                    <a:pt x="1" y="12"/>
                  </a:lnTo>
                  <a:lnTo>
                    <a:pt x="0" y="20"/>
                  </a:lnTo>
                  <a:lnTo>
                    <a:pt x="0" y="31"/>
                  </a:lnTo>
                  <a:lnTo>
                    <a:pt x="1" y="31"/>
                  </a:lnTo>
                  <a:lnTo>
                    <a:pt x="1" y="22"/>
                  </a:lnTo>
                  <a:lnTo>
                    <a:pt x="3" y="15"/>
                  </a:lnTo>
                  <a:lnTo>
                    <a:pt x="5" y="10"/>
                  </a:lnTo>
                  <a:lnTo>
                    <a:pt x="7" y="5"/>
                  </a:lnTo>
                  <a:lnTo>
                    <a:pt x="9" y="5"/>
                  </a:lnTo>
                  <a:lnTo>
                    <a:pt x="9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1305" name="Google Shape;1305;p4"/>
            <p:cNvSpPr/>
            <p:nvPr/>
          </p:nvSpPr>
          <p:spPr>
            <a:xfrm>
              <a:off x="4112" y="3406"/>
              <a:ext cx="7" cy="15"/>
            </a:xfrm>
            <a:custGeom>
              <a:avLst/>
              <a:gdLst/>
              <a:ahLst/>
              <a:cxnLst/>
              <a:rect l="l" t="t" r="r" b="b"/>
              <a:pathLst>
                <a:path w="8" h="26" extrusionOk="0">
                  <a:moveTo>
                    <a:pt x="8" y="0"/>
                  </a:moveTo>
                  <a:lnTo>
                    <a:pt x="6" y="0"/>
                  </a:lnTo>
                  <a:lnTo>
                    <a:pt x="4" y="5"/>
                  </a:lnTo>
                  <a:lnTo>
                    <a:pt x="2" y="10"/>
                  </a:lnTo>
                  <a:lnTo>
                    <a:pt x="0" y="17"/>
                  </a:lnTo>
                  <a:lnTo>
                    <a:pt x="0" y="26"/>
                  </a:lnTo>
                  <a:lnTo>
                    <a:pt x="2" y="26"/>
                  </a:lnTo>
                  <a:lnTo>
                    <a:pt x="2" y="17"/>
                  </a:lnTo>
                  <a:lnTo>
                    <a:pt x="4" y="10"/>
                  </a:lnTo>
                  <a:lnTo>
                    <a:pt x="6" y="7"/>
                  </a:lnTo>
                  <a:lnTo>
                    <a:pt x="8" y="5"/>
                  </a:lnTo>
                  <a:lnTo>
                    <a:pt x="8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1306" name="Google Shape;1306;p4"/>
            <p:cNvSpPr/>
            <p:nvPr/>
          </p:nvSpPr>
          <p:spPr>
            <a:xfrm>
              <a:off x="4114" y="3408"/>
              <a:ext cx="5" cy="13"/>
            </a:xfrm>
            <a:custGeom>
              <a:avLst/>
              <a:gdLst/>
              <a:ahLst/>
              <a:cxnLst/>
              <a:rect l="l" t="t" r="r" b="b"/>
              <a:pathLst>
                <a:path w="6" h="21" extrusionOk="0">
                  <a:moveTo>
                    <a:pt x="6" y="0"/>
                  </a:moveTo>
                  <a:lnTo>
                    <a:pt x="4" y="2"/>
                  </a:lnTo>
                  <a:lnTo>
                    <a:pt x="2" y="5"/>
                  </a:lnTo>
                  <a:lnTo>
                    <a:pt x="0" y="12"/>
                  </a:lnTo>
                  <a:lnTo>
                    <a:pt x="0" y="21"/>
                  </a:lnTo>
                  <a:lnTo>
                    <a:pt x="0" y="21"/>
                  </a:lnTo>
                  <a:lnTo>
                    <a:pt x="2" y="14"/>
                  </a:lnTo>
                  <a:lnTo>
                    <a:pt x="2" y="9"/>
                  </a:lnTo>
                  <a:lnTo>
                    <a:pt x="4" y="5"/>
                  </a:lnTo>
                  <a:lnTo>
                    <a:pt x="6" y="5"/>
                  </a:lnTo>
                  <a:lnTo>
                    <a:pt x="6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1307" name="Google Shape;1307;p4"/>
            <p:cNvSpPr/>
            <p:nvPr/>
          </p:nvSpPr>
          <p:spPr>
            <a:xfrm>
              <a:off x="4114" y="3412"/>
              <a:ext cx="5" cy="9"/>
            </a:xfrm>
            <a:custGeom>
              <a:avLst/>
              <a:gdLst/>
              <a:ahLst/>
              <a:cxnLst/>
              <a:rect l="l" t="t" r="r" b="b"/>
              <a:pathLst>
                <a:path w="6" h="16" extrusionOk="0">
                  <a:moveTo>
                    <a:pt x="6" y="0"/>
                  </a:moveTo>
                  <a:lnTo>
                    <a:pt x="4" y="0"/>
                  </a:lnTo>
                  <a:lnTo>
                    <a:pt x="2" y="4"/>
                  </a:lnTo>
                  <a:lnTo>
                    <a:pt x="2" y="9"/>
                  </a:lnTo>
                  <a:lnTo>
                    <a:pt x="0" y="16"/>
                  </a:lnTo>
                  <a:lnTo>
                    <a:pt x="2" y="16"/>
                  </a:lnTo>
                  <a:lnTo>
                    <a:pt x="2" y="11"/>
                  </a:lnTo>
                  <a:lnTo>
                    <a:pt x="4" y="5"/>
                  </a:lnTo>
                  <a:lnTo>
                    <a:pt x="6" y="5"/>
                  </a:lnTo>
                  <a:lnTo>
                    <a:pt x="6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1308" name="Google Shape;1308;p4"/>
            <p:cNvSpPr/>
            <p:nvPr/>
          </p:nvSpPr>
          <p:spPr>
            <a:xfrm>
              <a:off x="4116" y="3416"/>
              <a:ext cx="3" cy="5"/>
            </a:xfrm>
            <a:custGeom>
              <a:avLst/>
              <a:gdLst/>
              <a:ahLst/>
              <a:cxnLst/>
              <a:rect l="l" t="t" r="r" b="b"/>
              <a:pathLst>
                <a:path w="4" h="11" extrusionOk="0">
                  <a:moveTo>
                    <a:pt x="4" y="0"/>
                  </a:moveTo>
                  <a:lnTo>
                    <a:pt x="2" y="0"/>
                  </a:lnTo>
                  <a:lnTo>
                    <a:pt x="0" y="6"/>
                  </a:lnTo>
                  <a:lnTo>
                    <a:pt x="0" y="11"/>
                  </a:lnTo>
                  <a:lnTo>
                    <a:pt x="2" y="11"/>
                  </a:lnTo>
                  <a:lnTo>
                    <a:pt x="2" y="7"/>
                  </a:lnTo>
                  <a:lnTo>
                    <a:pt x="4" y="6"/>
                  </a:lnTo>
                  <a:lnTo>
                    <a:pt x="4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1309" name="Google Shape;1309;p4"/>
            <p:cNvSpPr/>
            <p:nvPr/>
          </p:nvSpPr>
          <p:spPr>
            <a:xfrm>
              <a:off x="4117" y="3418"/>
              <a:ext cx="2" cy="3"/>
            </a:xfrm>
            <a:custGeom>
              <a:avLst/>
              <a:gdLst/>
              <a:ahLst/>
              <a:cxnLst/>
              <a:rect l="l" t="t" r="r" b="b"/>
              <a:pathLst>
                <a:path w="2" h="5" extrusionOk="0">
                  <a:moveTo>
                    <a:pt x="2" y="0"/>
                  </a:moveTo>
                  <a:lnTo>
                    <a:pt x="0" y="1"/>
                  </a:lnTo>
                  <a:lnTo>
                    <a:pt x="0" y="5"/>
                  </a:lnTo>
                  <a:lnTo>
                    <a:pt x="2" y="5"/>
                  </a:lnTo>
                  <a:lnTo>
                    <a:pt x="2" y="5"/>
                  </a:lnTo>
                  <a:lnTo>
                    <a:pt x="2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1310" name="Google Shape;1310;p4"/>
            <p:cNvSpPr/>
            <p:nvPr/>
          </p:nvSpPr>
          <p:spPr>
            <a:xfrm>
              <a:off x="4070" y="3294"/>
              <a:ext cx="49" cy="127"/>
            </a:xfrm>
            <a:custGeom>
              <a:avLst/>
              <a:gdLst/>
              <a:ahLst/>
              <a:cxnLst/>
              <a:rect l="l" t="t" r="r" b="b"/>
              <a:pathLst>
                <a:path w="56" h="214" extrusionOk="0">
                  <a:moveTo>
                    <a:pt x="27" y="214"/>
                  </a:moveTo>
                  <a:lnTo>
                    <a:pt x="34" y="210"/>
                  </a:lnTo>
                  <a:lnTo>
                    <a:pt x="41" y="202"/>
                  </a:lnTo>
                  <a:lnTo>
                    <a:pt x="47" y="186"/>
                  </a:lnTo>
                  <a:lnTo>
                    <a:pt x="50" y="167"/>
                  </a:lnTo>
                  <a:lnTo>
                    <a:pt x="54" y="144"/>
                  </a:lnTo>
                  <a:lnTo>
                    <a:pt x="56" y="120"/>
                  </a:lnTo>
                  <a:lnTo>
                    <a:pt x="56" y="94"/>
                  </a:lnTo>
                  <a:lnTo>
                    <a:pt x="54" y="70"/>
                  </a:lnTo>
                  <a:lnTo>
                    <a:pt x="50" y="45"/>
                  </a:lnTo>
                  <a:lnTo>
                    <a:pt x="47" y="26"/>
                  </a:lnTo>
                  <a:lnTo>
                    <a:pt x="41" y="13"/>
                  </a:lnTo>
                  <a:lnTo>
                    <a:pt x="34" y="4"/>
                  </a:lnTo>
                  <a:lnTo>
                    <a:pt x="27" y="0"/>
                  </a:lnTo>
                  <a:lnTo>
                    <a:pt x="21" y="4"/>
                  </a:lnTo>
                  <a:lnTo>
                    <a:pt x="14" y="13"/>
                  </a:lnTo>
                  <a:lnTo>
                    <a:pt x="9" y="26"/>
                  </a:lnTo>
                  <a:lnTo>
                    <a:pt x="5" y="45"/>
                  </a:lnTo>
                  <a:lnTo>
                    <a:pt x="1" y="70"/>
                  </a:lnTo>
                  <a:lnTo>
                    <a:pt x="0" y="94"/>
                  </a:lnTo>
                  <a:lnTo>
                    <a:pt x="0" y="120"/>
                  </a:lnTo>
                  <a:lnTo>
                    <a:pt x="1" y="144"/>
                  </a:lnTo>
                  <a:lnTo>
                    <a:pt x="5" y="167"/>
                  </a:lnTo>
                  <a:lnTo>
                    <a:pt x="9" y="186"/>
                  </a:lnTo>
                  <a:lnTo>
                    <a:pt x="14" y="202"/>
                  </a:lnTo>
                  <a:lnTo>
                    <a:pt x="21" y="210"/>
                  </a:lnTo>
                  <a:lnTo>
                    <a:pt x="27" y="214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1311" name="Google Shape;1311;p4"/>
            <p:cNvSpPr/>
            <p:nvPr/>
          </p:nvSpPr>
          <p:spPr>
            <a:xfrm>
              <a:off x="4070" y="3294"/>
              <a:ext cx="49" cy="127"/>
            </a:xfrm>
            <a:custGeom>
              <a:avLst/>
              <a:gdLst/>
              <a:ahLst/>
              <a:cxnLst/>
              <a:rect l="l" t="t" r="r" b="b"/>
              <a:pathLst>
                <a:path w="56" h="214" extrusionOk="0">
                  <a:moveTo>
                    <a:pt x="56" y="0"/>
                  </a:moveTo>
                  <a:lnTo>
                    <a:pt x="48" y="2"/>
                  </a:lnTo>
                  <a:lnTo>
                    <a:pt x="41" y="7"/>
                  </a:lnTo>
                  <a:lnTo>
                    <a:pt x="36" y="14"/>
                  </a:lnTo>
                  <a:lnTo>
                    <a:pt x="28" y="25"/>
                  </a:lnTo>
                  <a:lnTo>
                    <a:pt x="23" y="39"/>
                  </a:lnTo>
                  <a:lnTo>
                    <a:pt x="18" y="54"/>
                  </a:lnTo>
                  <a:lnTo>
                    <a:pt x="14" y="72"/>
                  </a:lnTo>
                  <a:lnTo>
                    <a:pt x="9" y="92"/>
                  </a:lnTo>
                  <a:lnTo>
                    <a:pt x="7" y="115"/>
                  </a:lnTo>
                  <a:lnTo>
                    <a:pt x="3" y="137"/>
                  </a:lnTo>
                  <a:lnTo>
                    <a:pt x="1" y="162"/>
                  </a:lnTo>
                  <a:lnTo>
                    <a:pt x="0" y="188"/>
                  </a:lnTo>
                  <a:lnTo>
                    <a:pt x="0" y="214"/>
                  </a:lnTo>
                  <a:lnTo>
                    <a:pt x="0" y="0"/>
                  </a:lnTo>
                  <a:lnTo>
                    <a:pt x="56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1312" name="Google Shape;1312;p4"/>
            <p:cNvSpPr/>
            <p:nvPr/>
          </p:nvSpPr>
          <p:spPr>
            <a:xfrm>
              <a:off x="4070" y="3294"/>
              <a:ext cx="49" cy="127"/>
            </a:xfrm>
            <a:custGeom>
              <a:avLst/>
              <a:gdLst/>
              <a:ahLst/>
              <a:cxnLst/>
              <a:rect l="l" t="t" r="r" b="b"/>
              <a:pathLst>
                <a:path w="56" h="214" extrusionOk="0">
                  <a:moveTo>
                    <a:pt x="56" y="0"/>
                  </a:moveTo>
                  <a:lnTo>
                    <a:pt x="48" y="2"/>
                  </a:lnTo>
                  <a:lnTo>
                    <a:pt x="41" y="7"/>
                  </a:lnTo>
                  <a:lnTo>
                    <a:pt x="36" y="14"/>
                  </a:lnTo>
                  <a:lnTo>
                    <a:pt x="28" y="25"/>
                  </a:lnTo>
                  <a:lnTo>
                    <a:pt x="23" y="39"/>
                  </a:lnTo>
                  <a:lnTo>
                    <a:pt x="18" y="54"/>
                  </a:lnTo>
                  <a:lnTo>
                    <a:pt x="14" y="72"/>
                  </a:lnTo>
                  <a:lnTo>
                    <a:pt x="9" y="92"/>
                  </a:lnTo>
                  <a:lnTo>
                    <a:pt x="7" y="115"/>
                  </a:lnTo>
                  <a:lnTo>
                    <a:pt x="3" y="137"/>
                  </a:lnTo>
                  <a:lnTo>
                    <a:pt x="1" y="162"/>
                  </a:lnTo>
                  <a:lnTo>
                    <a:pt x="0" y="188"/>
                  </a:lnTo>
                  <a:lnTo>
                    <a:pt x="0" y="214"/>
                  </a:lnTo>
                  <a:lnTo>
                    <a:pt x="1" y="214"/>
                  </a:lnTo>
                  <a:lnTo>
                    <a:pt x="1" y="188"/>
                  </a:lnTo>
                  <a:lnTo>
                    <a:pt x="3" y="163"/>
                  </a:lnTo>
                  <a:lnTo>
                    <a:pt x="5" y="139"/>
                  </a:lnTo>
                  <a:lnTo>
                    <a:pt x="7" y="117"/>
                  </a:lnTo>
                  <a:lnTo>
                    <a:pt x="10" y="96"/>
                  </a:lnTo>
                  <a:lnTo>
                    <a:pt x="14" y="75"/>
                  </a:lnTo>
                  <a:lnTo>
                    <a:pt x="19" y="58"/>
                  </a:lnTo>
                  <a:lnTo>
                    <a:pt x="25" y="42"/>
                  </a:lnTo>
                  <a:lnTo>
                    <a:pt x="30" y="30"/>
                  </a:lnTo>
                  <a:lnTo>
                    <a:pt x="36" y="19"/>
                  </a:lnTo>
                  <a:lnTo>
                    <a:pt x="43" y="11"/>
                  </a:lnTo>
                  <a:lnTo>
                    <a:pt x="48" y="7"/>
                  </a:lnTo>
                  <a:lnTo>
                    <a:pt x="56" y="6"/>
                  </a:lnTo>
                  <a:lnTo>
                    <a:pt x="56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1313" name="Google Shape;1313;p4"/>
            <p:cNvSpPr/>
            <p:nvPr/>
          </p:nvSpPr>
          <p:spPr>
            <a:xfrm>
              <a:off x="4072" y="3298"/>
              <a:ext cx="47" cy="123"/>
            </a:xfrm>
            <a:custGeom>
              <a:avLst/>
              <a:gdLst/>
              <a:ahLst/>
              <a:cxnLst/>
              <a:rect l="l" t="t" r="r" b="b"/>
              <a:pathLst>
                <a:path w="55" h="208" extrusionOk="0">
                  <a:moveTo>
                    <a:pt x="55" y="0"/>
                  </a:moveTo>
                  <a:lnTo>
                    <a:pt x="47" y="1"/>
                  </a:lnTo>
                  <a:lnTo>
                    <a:pt x="42" y="5"/>
                  </a:lnTo>
                  <a:lnTo>
                    <a:pt x="35" y="13"/>
                  </a:lnTo>
                  <a:lnTo>
                    <a:pt x="29" y="24"/>
                  </a:lnTo>
                  <a:lnTo>
                    <a:pt x="24" y="36"/>
                  </a:lnTo>
                  <a:lnTo>
                    <a:pt x="18" y="52"/>
                  </a:lnTo>
                  <a:lnTo>
                    <a:pt x="13" y="69"/>
                  </a:lnTo>
                  <a:lnTo>
                    <a:pt x="9" y="90"/>
                  </a:lnTo>
                  <a:lnTo>
                    <a:pt x="6" y="111"/>
                  </a:lnTo>
                  <a:lnTo>
                    <a:pt x="4" y="133"/>
                  </a:lnTo>
                  <a:lnTo>
                    <a:pt x="2" y="157"/>
                  </a:lnTo>
                  <a:lnTo>
                    <a:pt x="0" y="182"/>
                  </a:lnTo>
                  <a:lnTo>
                    <a:pt x="0" y="208"/>
                  </a:lnTo>
                  <a:lnTo>
                    <a:pt x="2" y="208"/>
                  </a:lnTo>
                  <a:lnTo>
                    <a:pt x="2" y="180"/>
                  </a:lnTo>
                  <a:lnTo>
                    <a:pt x="4" y="154"/>
                  </a:lnTo>
                  <a:lnTo>
                    <a:pt x="6" y="130"/>
                  </a:lnTo>
                  <a:lnTo>
                    <a:pt x="8" y="105"/>
                  </a:lnTo>
                  <a:lnTo>
                    <a:pt x="13" y="85"/>
                  </a:lnTo>
                  <a:lnTo>
                    <a:pt x="17" y="64"/>
                  </a:lnTo>
                  <a:lnTo>
                    <a:pt x="22" y="46"/>
                  </a:lnTo>
                  <a:lnTo>
                    <a:pt x="27" y="33"/>
                  </a:lnTo>
                  <a:lnTo>
                    <a:pt x="35" y="20"/>
                  </a:lnTo>
                  <a:lnTo>
                    <a:pt x="40" y="12"/>
                  </a:lnTo>
                  <a:lnTo>
                    <a:pt x="47" y="7"/>
                  </a:lnTo>
                  <a:lnTo>
                    <a:pt x="55" y="5"/>
                  </a:lnTo>
                  <a:lnTo>
                    <a:pt x="55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1314" name="Google Shape;1314;p4"/>
            <p:cNvSpPr/>
            <p:nvPr/>
          </p:nvSpPr>
          <p:spPr>
            <a:xfrm>
              <a:off x="4074" y="3300"/>
              <a:ext cx="45" cy="121"/>
            </a:xfrm>
            <a:custGeom>
              <a:avLst/>
              <a:gdLst/>
              <a:ahLst/>
              <a:cxnLst/>
              <a:rect l="l" t="t" r="r" b="b"/>
              <a:pathLst>
                <a:path w="53" h="203" extrusionOk="0">
                  <a:moveTo>
                    <a:pt x="53" y="0"/>
                  </a:moveTo>
                  <a:lnTo>
                    <a:pt x="45" y="2"/>
                  </a:lnTo>
                  <a:lnTo>
                    <a:pt x="38" y="7"/>
                  </a:lnTo>
                  <a:lnTo>
                    <a:pt x="33" y="15"/>
                  </a:lnTo>
                  <a:lnTo>
                    <a:pt x="25" y="28"/>
                  </a:lnTo>
                  <a:lnTo>
                    <a:pt x="20" y="41"/>
                  </a:lnTo>
                  <a:lnTo>
                    <a:pt x="15" y="59"/>
                  </a:lnTo>
                  <a:lnTo>
                    <a:pt x="11" y="80"/>
                  </a:lnTo>
                  <a:lnTo>
                    <a:pt x="6" y="100"/>
                  </a:lnTo>
                  <a:lnTo>
                    <a:pt x="4" y="125"/>
                  </a:lnTo>
                  <a:lnTo>
                    <a:pt x="2" y="149"/>
                  </a:lnTo>
                  <a:lnTo>
                    <a:pt x="0" y="175"/>
                  </a:lnTo>
                  <a:lnTo>
                    <a:pt x="0" y="203"/>
                  </a:lnTo>
                  <a:lnTo>
                    <a:pt x="0" y="203"/>
                  </a:lnTo>
                  <a:lnTo>
                    <a:pt x="2" y="177"/>
                  </a:lnTo>
                  <a:lnTo>
                    <a:pt x="2" y="151"/>
                  </a:lnTo>
                  <a:lnTo>
                    <a:pt x="4" y="126"/>
                  </a:lnTo>
                  <a:lnTo>
                    <a:pt x="7" y="104"/>
                  </a:lnTo>
                  <a:lnTo>
                    <a:pt x="11" y="81"/>
                  </a:lnTo>
                  <a:lnTo>
                    <a:pt x="16" y="62"/>
                  </a:lnTo>
                  <a:lnTo>
                    <a:pt x="20" y="45"/>
                  </a:lnTo>
                  <a:lnTo>
                    <a:pt x="27" y="31"/>
                  </a:lnTo>
                  <a:lnTo>
                    <a:pt x="33" y="21"/>
                  </a:lnTo>
                  <a:lnTo>
                    <a:pt x="38" y="12"/>
                  </a:lnTo>
                  <a:lnTo>
                    <a:pt x="45" y="7"/>
                  </a:lnTo>
                  <a:lnTo>
                    <a:pt x="53" y="5"/>
                  </a:lnTo>
                  <a:lnTo>
                    <a:pt x="5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1315" name="Google Shape;1315;p4"/>
            <p:cNvSpPr/>
            <p:nvPr/>
          </p:nvSpPr>
          <p:spPr>
            <a:xfrm>
              <a:off x="4074" y="3304"/>
              <a:ext cx="45" cy="117"/>
            </a:xfrm>
            <a:custGeom>
              <a:avLst/>
              <a:gdLst/>
              <a:ahLst/>
              <a:cxnLst/>
              <a:rect l="l" t="t" r="r" b="b"/>
              <a:pathLst>
                <a:path w="53" h="198" extrusionOk="0">
                  <a:moveTo>
                    <a:pt x="53" y="0"/>
                  </a:moveTo>
                  <a:lnTo>
                    <a:pt x="45" y="2"/>
                  </a:lnTo>
                  <a:lnTo>
                    <a:pt x="38" y="7"/>
                  </a:lnTo>
                  <a:lnTo>
                    <a:pt x="33" y="16"/>
                  </a:lnTo>
                  <a:lnTo>
                    <a:pt x="27" y="26"/>
                  </a:lnTo>
                  <a:lnTo>
                    <a:pt x="20" y="40"/>
                  </a:lnTo>
                  <a:lnTo>
                    <a:pt x="16" y="57"/>
                  </a:lnTo>
                  <a:lnTo>
                    <a:pt x="11" y="76"/>
                  </a:lnTo>
                  <a:lnTo>
                    <a:pt x="7" y="99"/>
                  </a:lnTo>
                  <a:lnTo>
                    <a:pt x="4" y="121"/>
                  </a:lnTo>
                  <a:lnTo>
                    <a:pt x="2" y="146"/>
                  </a:lnTo>
                  <a:lnTo>
                    <a:pt x="2" y="172"/>
                  </a:lnTo>
                  <a:lnTo>
                    <a:pt x="0" y="198"/>
                  </a:lnTo>
                  <a:lnTo>
                    <a:pt x="2" y="198"/>
                  </a:lnTo>
                  <a:lnTo>
                    <a:pt x="2" y="172"/>
                  </a:lnTo>
                  <a:lnTo>
                    <a:pt x="4" y="147"/>
                  </a:lnTo>
                  <a:lnTo>
                    <a:pt x="6" y="123"/>
                  </a:lnTo>
                  <a:lnTo>
                    <a:pt x="9" y="101"/>
                  </a:lnTo>
                  <a:lnTo>
                    <a:pt x="13" y="80"/>
                  </a:lnTo>
                  <a:lnTo>
                    <a:pt x="16" y="61"/>
                  </a:lnTo>
                  <a:lnTo>
                    <a:pt x="22" y="45"/>
                  </a:lnTo>
                  <a:lnTo>
                    <a:pt x="27" y="31"/>
                  </a:lnTo>
                  <a:lnTo>
                    <a:pt x="33" y="19"/>
                  </a:lnTo>
                  <a:lnTo>
                    <a:pt x="40" y="12"/>
                  </a:lnTo>
                  <a:lnTo>
                    <a:pt x="45" y="7"/>
                  </a:lnTo>
                  <a:lnTo>
                    <a:pt x="53" y="5"/>
                  </a:lnTo>
                  <a:lnTo>
                    <a:pt x="5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1316" name="Google Shape;1316;p4"/>
            <p:cNvSpPr/>
            <p:nvPr/>
          </p:nvSpPr>
          <p:spPr>
            <a:xfrm>
              <a:off x="4074" y="3307"/>
              <a:ext cx="45" cy="114"/>
            </a:xfrm>
            <a:custGeom>
              <a:avLst/>
              <a:gdLst/>
              <a:ahLst/>
              <a:cxnLst/>
              <a:rect l="l" t="t" r="r" b="b"/>
              <a:pathLst>
                <a:path w="51" h="193" extrusionOk="0">
                  <a:moveTo>
                    <a:pt x="51" y="0"/>
                  </a:moveTo>
                  <a:lnTo>
                    <a:pt x="43" y="2"/>
                  </a:lnTo>
                  <a:lnTo>
                    <a:pt x="38" y="7"/>
                  </a:lnTo>
                  <a:lnTo>
                    <a:pt x="31" y="14"/>
                  </a:lnTo>
                  <a:lnTo>
                    <a:pt x="25" y="26"/>
                  </a:lnTo>
                  <a:lnTo>
                    <a:pt x="20" y="40"/>
                  </a:lnTo>
                  <a:lnTo>
                    <a:pt x="14" y="56"/>
                  </a:lnTo>
                  <a:lnTo>
                    <a:pt x="11" y="75"/>
                  </a:lnTo>
                  <a:lnTo>
                    <a:pt x="7" y="96"/>
                  </a:lnTo>
                  <a:lnTo>
                    <a:pt x="4" y="118"/>
                  </a:lnTo>
                  <a:lnTo>
                    <a:pt x="2" y="142"/>
                  </a:lnTo>
                  <a:lnTo>
                    <a:pt x="0" y="167"/>
                  </a:lnTo>
                  <a:lnTo>
                    <a:pt x="0" y="193"/>
                  </a:lnTo>
                  <a:lnTo>
                    <a:pt x="2" y="193"/>
                  </a:lnTo>
                  <a:lnTo>
                    <a:pt x="2" y="168"/>
                  </a:lnTo>
                  <a:lnTo>
                    <a:pt x="4" y="144"/>
                  </a:lnTo>
                  <a:lnTo>
                    <a:pt x="5" y="120"/>
                  </a:lnTo>
                  <a:lnTo>
                    <a:pt x="7" y="99"/>
                  </a:lnTo>
                  <a:lnTo>
                    <a:pt x="11" y="78"/>
                  </a:lnTo>
                  <a:lnTo>
                    <a:pt x="16" y="59"/>
                  </a:lnTo>
                  <a:lnTo>
                    <a:pt x="20" y="44"/>
                  </a:lnTo>
                  <a:lnTo>
                    <a:pt x="25" y="30"/>
                  </a:lnTo>
                  <a:lnTo>
                    <a:pt x="31" y="19"/>
                  </a:lnTo>
                  <a:lnTo>
                    <a:pt x="38" y="12"/>
                  </a:lnTo>
                  <a:lnTo>
                    <a:pt x="43" y="7"/>
                  </a:lnTo>
                  <a:lnTo>
                    <a:pt x="51" y="5"/>
                  </a:lnTo>
                  <a:lnTo>
                    <a:pt x="51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1317" name="Google Shape;1317;p4"/>
            <p:cNvSpPr/>
            <p:nvPr/>
          </p:nvSpPr>
          <p:spPr>
            <a:xfrm>
              <a:off x="4075" y="3309"/>
              <a:ext cx="44" cy="112"/>
            </a:xfrm>
            <a:custGeom>
              <a:avLst/>
              <a:gdLst/>
              <a:ahLst/>
              <a:cxnLst/>
              <a:rect l="l" t="t" r="r" b="b"/>
              <a:pathLst>
                <a:path w="49" h="188" extrusionOk="0">
                  <a:moveTo>
                    <a:pt x="49" y="0"/>
                  </a:moveTo>
                  <a:lnTo>
                    <a:pt x="41" y="2"/>
                  </a:lnTo>
                  <a:lnTo>
                    <a:pt x="36" y="7"/>
                  </a:lnTo>
                  <a:lnTo>
                    <a:pt x="29" y="14"/>
                  </a:lnTo>
                  <a:lnTo>
                    <a:pt x="23" y="25"/>
                  </a:lnTo>
                  <a:lnTo>
                    <a:pt x="18" y="39"/>
                  </a:lnTo>
                  <a:lnTo>
                    <a:pt x="14" y="54"/>
                  </a:lnTo>
                  <a:lnTo>
                    <a:pt x="9" y="73"/>
                  </a:lnTo>
                  <a:lnTo>
                    <a:pt x="5" y="94"/>
                  </a:lnTo>
                  <a:lnTo>
                    <a:pt x="3" y="115"/>
                  </a:lnTo>
                  <a:lnTo>
                    <a:pt x="2" y="139"/>
                  </a:lnTo>
                  <a:lnTo>
                    <a:pt x="0" y="163"/>
                  </a:lnTo>
                  <a:lnTo>
                    <a:pt x="0" y="188"/>
                  </a:lnTo>
                  <a:lnTo>
                    <a:pt x="2" y="188"/>
                  </a:lnTo>
                  <a:lnTo>
                    <a:pt x="2" y="163"/>
                  </a:lnTo>
                  <a:lnTo>
                    <a:pt x="2" y="141"/>
                  </a:lnTo>
                  <a:lnTo>
                    <a:pt x="5" y="118"/>
                  </a:lnTo>
                  <a:lnTo>
                    <a:pt x="7" y="96"/>
                  </a:lnTo>
                  <a:lnTo>
                    <a:pt x="11" y="77"/>
                  </a:lnTo>
                  <a:lnTo>
                    <a:pt x="14" y="59"/>
                  </a:lnTo>
                  <a:lnTo>
                    <a:pt x="20" y="44"/>
                  </a:lnTo>
                  <a:lnTo>
                    <a:pt x="25" y="30"/>
                  </a:lnTo>
                  <a:lnTo>
                    <a:pt x="30" y="19"/>
                  </a:lnTo>
                  <a:lnTo>
                    <a:pt x="36" y="11"/>
                  </a:lnTo>
                  <a:lnTo>
                    <a:pt x="41" y="7"/>
                  </a:lnTo>
                  <a:lnTo>
                    <a:pt x="49" y="6"/>
                  </a:lnTo>
                  <a:lnTo>
                    <a:pt x="49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1318" name="Google Shape;1318;p4"/>
            <p:cNvSpPr/>
            <p:nvPr/>
          </p:nvSpPr>
          <p:spPr>
            <a:xfrm>
              <a:off x="4077" y="3313"/>
              <a:ext cx="42" cy="108"/>
            </a:xfrm>
            <a:custGeom>
              <a:avLst/>
              <a:gdLst/>
              <a:ahLst/>
              <a:cxnLst/>
              <a:rect l="l" t="t" r="r" b="b"/>
              <a:pathLst>
                <a:path w="47" h="182" extrusionOk="0">
                  <a:moveTo>
                    <a:pt x="47" y="0"/>
                  </a:moveTo>
                  <a:lnTo>
                    <a:pt x="39" y="1"/>
                  </a:lnTo>
                  <a:lnTo>
                    <a:pt x="34" y="5"/>
                  </a:lnTo>
                  <a:lnTo>
                    <a:pt x="28" y="13"/>
                  </a:lnTo>
                  <a:lnTo>
                    <a:pt x="23" y="24"/>
                  </a:lnTo>
                  <a:lnTo>
                    <a:pt x="18" y="38"/>
                  </a:lnTo>
                  <a:lnTo>
                    <a:pt x="12" y="53"/>
                  </a:lnTo>
                  <a:lnTo>
                    <a:pt x="9" y="71"/>
                  </a:lnTo>
                  <a:lnTo>
                    <a:pt x="5" y="90"/>
                  </a:lnTo>
                  <a:lnTo>
                    <a:pt x="3" y="112"/>
                  </a:lnTo>
                  <a:lnTo>
                    <a:pt x="0" y="135"/>
                  </a:lnTo>
                  <a:lnTo>
                    <a:pt x="0" y="157"/>
                  </a:lnTo>
                  <a:lnTo>
                    <a:pt x="0" y="182"/>
                  </a:lnTo>
                  <a:lnTo>
                    <a:pt x="0" y="182"/>
                  </a:lnTo>
                  <a:lnTo>
                    <a:pt x="1" y="157"/>
                  </a:lnTo>
                  <a:lnTo>
                    <a:pt x="1" y="135"/>
                  </a:lnTo>
                  <a:lnTo>
                    <a:pt x="3" y="114"/>
                  </a:lnTo>
                  <a:lnTo>
                    <a:pt x="7" y="93"/>
                  </a:lnTo>
                  <a:lnTo>
                    <a:pt x="10" y="74"/>
                  </a:lnTo>
                  <a:lnTo>
                    <a:pt x="14" y="57"/>
                  </a:lnTo>
                  <a:lnTo>
                    <a:pt x="18" y="41"/>
                  </a:lnTo>
                  <a:lnTo>
                    <a:pt x="23" y="29"/>
                  </a:lnTo>
                  <a:lnTo>
                    <a:pt x="28" y="19"/>
                  </a:lnTo>
                  <a:lnTo>
                    <a:pt x="34" y="10"/>
                  </a:lnTo>
                  <a:lnTo>
                    <a:pt x="39" y="7"/>
                  </a:lnTo>
                  <a:lnTo>
                    <a:pt x="47" y="5"/>
                  </a:lnTo>
                  <a:lnTo>
                    <a:pt x="47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1319" name="Google Shape;1319;p4"/>
            <p:cNvSpPr/>
            <p:nvPr/>
          </p:nvSpPr>
          <p:spPr>
            <a:xfrm>
              <a:off x="4077" y="3315"/>
              <a:ext cx="42" cy="106"/>
            </a:xfrm>
            <a:custGeom>
              <a:avLst/>
              <a:gdLst/>
              <a:ahLst/>
              <a:cxnLst/>
              <a:rect l="l" t="t" r="r" b="b"/>
              <a:pathLst>
                <a:path w="47" h="177" extrusionOk="0">
                  <a:moveTo>
                    <a:pt x="47" y="0"/>
                  </a:moveTo>
                  <a:lnTo>
                    <a:pt x="39" y="2"/>
                  </a:lnTo>
                  <a:lnTo>
                    <a:pt x="34" y="5"/>
                  </a:lnTo>
                  <a:lnTo>
                    <a:pt x="28" y="14"/>
                  </a:lnTo>
                  <a:lnTo>
                    <a:pt x="23" y="24"/>
                  </a:lnTo>
                  <a:lnTo>
                    <a:pt x="18" y="36"/>
                  </a:lnTo>
                  <a:lnTo>
                    <a:pt x="14" y="52"/>
                  </a:lnTo>
                  <a:lnTo>
                    <a:pt x="10" y="69"/>
                  </a:lnTo>
                  <a:lnTo>
                    <a:pt x="7" y="88"/>
                  </a:lnTo>
                  <a:lnTo>
                    <a:pt x="3" y="109"/>
                  </a:lnTo>
                  <a:lnTo>
                    <a:pt x="1" y="130"/>
                  </a:lnTo>
                  <a:lnTo>
                    <a:pt x="1" y="152"/>
                  </a:lnTo>
                  <a:lnTo>
                    <a:pt x="0" y="177"/>
                  </a:lnTo>
                  <a:lnTo>
                    <a:pt x="1" y="177"/>
                  </a:lnTo>
                  <a:lnTo>
                    <a:pt x="1" y="154"/>
                  </a:lnTo>
                  <a:lnTo>
                    <a:pt x="3" y="132"/>
                  </a:lnTo>
                  <a:lnTo>
                    <a:pt x="5" y="111"/>
                  </a:lnTo>
                  <a:lnTo>
                    <a:pt x="7" y="90"/>
                  </a:lnTo>
                  <a:lnTo>
                    <a:pt x="10" y="73"/>
                  </a:lnTo>
                  <a:lnTo>
                    <a:pt x="14" y="55"/>
                  </a:lnTo>
                  <a:lnTo>
                    <a:pt x="19" y="40"/>
                  </a:lnTo>
                  <a:lnTo>
                    <a:pt x="23" y="28"/>
                  </a:lnTo>
                  <a:lnTo>
                    <a:pt x="28" y="17"/>
                  </a:lnTo>
                  <a:lnTo>
                    <a:pt x="34" y="10"/>
                  </a:lnTo>
                  <a:lnTo>
                    <a:pt x="41" y="7"/>
                  </a:lnTo>
                  <a:lnTo>
                    <a:pt x="47" y="5"/>
                  </a:lnTo>
                  <a:lnTo>
                    <a:pt x="47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1320" name="Google Shape;1320;p4"/>
            <p:cNvSpPr/>
            <p:nvPr/>
          </p:nvSpPr>
          <p:spPr>
            <a:xfrm>
              <a:off x="4079" y="3319"/>
              <a:ext cx="40" cy="102"/>
            </a:xfrm>
            <a:custGeom>
              <a:avLst/>
              <a:gdLst/>
              <a:ahLst/>
              <a:cxnLst/>
              <a:rect l="l" t="t" r="r" b="b"/>
              <a:pathLst>
                <a:path w="46" h="172" extrusionOk="0">
                  <a:moveTo>
                    <a:pt x="46" y="0"/>
                  </a:moveTo>
                  <a:lnTo>
                    <a:pt x="40" y="2"/>
                  </a:lnTo>
                  <a:lnTo>
                    <a:pt x="33" y="5"/>
                  </a:lnTo>
                  <a:lnTo>
                    <a:pt x="27" y="12"/>
                  </a:lnTo>
                  <a:lnTo>
                    <a:pt x="22" y="23"/>
                  </a:lnTo>
                  <a:lnTo>
                    <a:pt x="18" y="35"/>
                  </a:lnTo>
                  <a:lnTo>
                    <a:pt x="13" y="50"/>
                  </a:lnTo>
                  <a:lnTo>
                    <a:pt x="9" y="68"/>
                  </a:lnTo>
                  <a:lnTo>
                    <a:pt x="6" y="85"/>
                  </a:lnTo>
                  <a:lnTo>
                    <a:pt x="4" y="106"/>
                  </a:lnTo>
                  <a:lnTo>
                    <a:pt x="2" y="127"/>
                  </a:lnTo>
                  <a:lnTo>
                    <a:pt x="0" y="149"/>
                  </a:lnTo>
                  <a:lnTo>
                    <a:pt x="0" y="172"/>
                  </a:lnTo>
                  <a:lnTo>
                    <a:pt x="2" y="172"/>
                  </a:lnTo>
                  <a:lnTo>
                    <a:pt x="2" y="147"/>
                  </a:lnTo>
                  <a:lnTo>
                    <a:pt x="4" y="125"/>
                  </a:lnTo>
                  <a:lnTo>
                    <a:pt x="6" y="102"/>
                  </a:lnTo>
                  <a:lnTo>
                    <a:pt x="9" y="82"/>
                  </a:lnTo>
                  <a:lnTo>
                    <a:pt x="13" y="62"/>
                  </a:lnTo>
                  <a:lnTo>
                    <a:pt x="17" y="45"/>
                  </a:lnTo>
                  <a:lnTo>
                    <a:pt x="22" y="31"/>
                  </a:lnTo>
                  <a:lnTo>
                    <a:pt x="27" y="21"/>
                  </a:lnTo>
                  <a:lnTo>
                    <a:pt x="33" y="12"/>
                  </a:lnTo>
                  <a:lnTo>
                    <a:pt x="38" y="7"/>
                  </a:lnTo>
                  <a:lnTo>
                    <a:pt x="46" y="5"/>
                  </a:lnTo>
                  <a:lnTo>
                    <a:pt x="46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1321" name="Google Shape;1321;p4"/>
            <p:cNvSpPr/>
            <p:nvPr/>
          </p:nvSpPr>
          <p:spPr>
            <a:xfrm>
              <a:off x="4081" y="3323"/>
              <a:ext cx="38" cy="98"/>
            </a:xfrm>
            <a:custGeom>
              <a:avLst/>
              <a:gdLst/>
              <a:ahLst/>
              <a:cxnLst/>
              <a:rect l="l" t="t" r="r" b="b"/>
              <a:pathLst>
                <a:path w="44" h="167" extrusionOk="0">
                  <a:moveTo>
                    <a:pt x="44" y="0"/>
                  </a:moveTo>
                  <a:lnTo>
                    <a:pt x="36" y="2"/>
                  </a:lnTo>
                  <a:lnTo>
                    <a:pt x="31" y="7"/>
                  </a:lnTo>
                  <a:lnTo>
                    <a:pt x="25" y="16"/>
                  </a:lnTo>
                  <a:lnTo>
                    <a:pt x="20" y="26"/>
                  </a:lnTo>
                  <a:lnTo>
                    <a:pt x="15" y="40"/>
                  </a:lnTo>
                  <a:lnTo>
                    <a:pt x="11" y="57"/>
                  </a:lnTo>
                  <a:lnTo>
                    <a:pt x="7" y="77"/>
                  </a:lnTo>
                  <a:lnTo>
                    <a:pt x="4" y="97"/>
                  </a:lnTo>
                  <a:lnTo>
                    <a:pt x="2" y="120"/>
                  </a:lnTo>
                  <a:lnTo>
                    <a:pt x="0" y="142"/>
                  </a:lnTo>
                  <a:lnTo>
                    <a:pt x="0" y="167"/>
                  </a:lnTo>
                  <a:lnTo>
                    <a:pt x="2" y="167"/>
                  </a:lnTo>
                  <a:lnTo>
                    <a:pt x="2" y="142"/>
                  </a:lnTo>
                  <a:lnTo>
                    <a:pt x="2" y="122"/>
                  </a:lnTo>
                  <a:lnTo>
                    <a:pt x="6" y="99"/>
                  </a:lnTo>
                  <a:lnTo>
                    <a:pt x="7" y="80"/>
                  </a:lnTo>
                  <a:lnTo>
                    <a:pt x="11" y="61"/>
                  </a:lnTo>
                  <a:lnTo>
                    <a:pt x="16" y="45"/>
                  </a:lnTo>
                  <a:lnTo>
                    <a:pt x="20" y="31"/>
                  </a:lnTo>
                  <a:lnTo>
                    <a:pt x="25" y="19"/>
                  </a:lnTo>
                  <a:lnTo>
                    <a:pt x="31" y="12"/>
                  </a:lnTo>
                  <a:lnTo>
                    <a:pt x="36" y="7"/>
                  </a:lnTo>
                  <a:lnTo>
                    <a:pt x="44" y="5"/>
                  </a:lnTo>
                  <a:lnTo>
                    <a:pt x="44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1322" name="Google Shape;1322;p4"/>
            <p:cNvSpPr/>
            <p:nvPr/>
          </p:nvSpPr>
          <p:spPr>
            <a:xfrm>
              <a:off x="4082" y="3325"/>
              <a:ext cx="37" cy="96"/>
            </a:xfrm>
            <a:custGeom>
              <a:avLst/>
              <a:gdLst/>
              <a:ahLst/>
              <a:cxnLst/>
              <a:rect l="l" t="t" r="r" b="b"/>
              <a:pathLst>
                <a:path w="42" h="162" extrusionOk="0">
                  <a:moveTo>
                    <a:pt x="42" y="0"/>
                  </a:moveTo>
                  <a:lnTo>
                    <a:pt x="34" y="2"/>
                  </a:lnTo>
                  <a:lnTo>
                    <a:pt x="29" y="7"/>
                  </a:lnTo>
                  <a:lnTo>
                    <a:pt x="23" y="14"/>
                  </a:lnTo>
                  <a:lnTo>
                    <a:pt x="18" y="26"/>
                  </a:lnTo>
                  <a:lnTo>
                    <a:pt x="14" y="40"/>
                  </a:lnTo>
                  <a:lnTo>
                    <a:pt x="9" y="56"/>
                  </a:lnTo>
                  <a:lnTo>
                    <a:pt x="5" y="75"/>
                  </a:lnTo>
                  <a:lnTo>
                    <a:pt x="4" y="94"/>
                  </a:lnTo>
                  <a:lnTo>
                    <a:pt x="0" y="117"/>
                  </a:lnTo>
                  <a:lnTo>
                    <a:pt x="0" y="137"/>
                  </a:lnTo>
                  <a:lnTo>
                    <a:pt x="0" y="162"/>
                  </a:lnTo>
                  <a:lnTo>
                    <a:pt x="0" y="162"/>
                  </a:lnTo>
                  <a:lnTo>
                    <a:pt x="2" y="139"/>
                  </a:lnTo>
                  <a:lnTo>
                    <a:pt x="2" y="117"/>
                  </a:lnTo>
                  <a:lnTo>
                    <a:pt x="4" y="96"/>
                  </a:lnTo>
                  <a:lnTo>
                    <a:pt x="7" y="77"/>
                  </a:lnTo>
                  <a:lnTo>
                    <a:pt x="11" y="59"/>
                  </a:lnTo>
                  <a:lnTo>
                    <a:pt x="14" y="44"/>
                  </a:lnTo>
                  <a:lnTo>
                    <a:pt x="20" y="30"/>
                  </a:lnTo>
                  <a:lnTo>
                    <a:pt x="23" y="20"/>
                  </a:lnTo>
                  <a:lnTo>
                    <a:pt x="29" y="13"/>
                  </a:lnTo>
                  <a:lnTo>
                    <a:pt x="36" y="7"/>
                  </a:lnTo>
                  <a:lnTo>
                    <a:pt x="42" y="6"/>
                  </a:lnTo>
                  <a:lnTo>
                    <a:pt x="42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</p:grpSp>
      <p:grpSp>
        <p:nvGrpSpPr>
          <p:cNvPr id="1323" name="Google Shape;1323;p4"/>
          <p:cNvGrpSpPr/>
          <p:nvPr/>
        </p:nvGrpSpPr>
        <p:grpSpPr>
          <a:xfrm>
            <a:off x="5105400" y="3429000"/>
            <a:ext cx="228600" cy="762000"/>
            <a:chOff x="3969" y="3294"/>
            <a:chExt cx="164" cy="567"/>
          </a:xfrm>
        </p:grpSpPr>
        <p:sp>
          <p:nvSpPr>
            <p:cNvPr id="1324" name="Google Shape;1324;p4"/>
            <p:cNvSpPr/>
            <p:nvPr/>
          </p:nvSpPr>
          <p:spPr>
            <a:xfrm>
              <a:off x="3969" y="3294"/>
              <a:ext cx="164" cy="567"/>
            </a:xfrm>
            <a:custGeom>
              <a:avLst/>
              <a:gdLst/>
              <a:ahLst/>
              <a:cxnLst/>
              <a:rect l="l" t="t" r="r" b="b"/>
              <a:pathLst>
                <a:path w="188" h="953" extrusionOk="0">
                  <a:moveTo>
                    <a:pt x="188" y="873"/>
                  </a:moveTo>
                  <a:lnTo>
                    <a:pt x="94" y="953"/>
                  </a:lnTo>
                  <a:lnTo>
                    <a:pt x="0" y="873"/>
                  </a:lnTo>
                  <a:lnTo>
                    <a:pt x="94" y="0"/>
                  </a:lnTo>
                  <a:lnTo>
                    <a:pt x="188" y="873"/>
                  </a:lnTo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1325" name="Google Shape;1325;p4"/>
            <p:cNvSpPr/>
            <p:nvPr/>
          </p:nvSpPr>
          <p:spPr>
            <a:xfrm>
              <a:off x="4035" y="3318"/>
              <a:ext cx="32" cy="59"/>
            </a:xfrm>
            <a:custGeom>
              <a:avLst/>
              <a:gdLst/>
              <a:ahLst/>
              <a:cxnLst/>
              <a:rect l="l" t="t" r="r" b="b"/>
              <a:pathLst>
                <a:path w="36" h="99" extrusionOk="0">
                  <a:moveTo>
                    <a:pt x="29" y="19"/>
                  </a:moveTo>
                  <a:lnTo>
                    <a:pt x="18" y="0"/>
                  </a:lnTo>
                  <a:lnTo>
                    <a:pt x="5" y="19"/>
                  </a:lnTo>
                  <a:lnTo>
                    <a:pt x="0" y="80"/>
                  </a:lnTo>
                  <a:lnTo>
                    <a:pt x="18" y="99"/>
                  </a:lnTo>
                  <a:lnTo>
                    <a:pt x="36" y="80"/>
                  </a:lnTo>
                  <a:lnTo>
                    <a:pt x="29" y="19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1326" name="Google Shape;1326;p4"/>
            <p:cNvSpPr/>
            <p:nvPr/>
          </p:nvSpPr>
          <p:spPr>
            <a:xfrm>
              <a:off x="3969" y="3767"/>
              <a:ext cx="164" cy="48"/>
            </a:xfrm>
            <a:custGeom>
              <a:avLst/>
              <a:gdLst/>
              <a:ahLst/>
              <a:cxnLst/>
              <a:rect l="l" t="t" r="r" b="b"/>
              <a:pathLst>
                <a:path w="188" h="78" extrusionOk="0">
                  <a:moveTo>
                    <a:pt x="188" y="78"/>
                  </a:moveTo>
                  <a:lnTo>
                    <a:pt x="94" y="0"/>
                  </a:lnTo>
                  <a:lnTo>
                    <a:pt x="0" y="78"/>
                  </a:lnTo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1327" name="Google Shape;1327;p4"/>
            <p:cNvSpPr/>
            <p:nvPr/>
          </p:nvSpPr>
          <p:spPr>
            <a:xfrm>
              <a:off x="3969" y="3294"/>
              <a:ext cx="164" cy="567"/>
            </a:xfrm>
            <a:custGeom>
              <a:avLst/>
              <a:gdLst/>
              <a:ahLst/>
              <a:cxnLst/>
              <a:rect l="l" t="t" r="r" b="b"/>
              <a:pathLst>
                <a:path w="188" h="953" extrusionOk="0">
                  <a:moveTo>
                    <a:pt x="94" y="0"/>
                  </a:moveTo>
                  <a:lnTo>
                    <a:pt x="94" y="953"/>
                  </a:lnTo>
                  <a:lnTo>
                    <a:pt x="188" y="873"/>
                  </a:lnTo>
                  <a:lnTo>
                    <a:pt x="94" y="0"/>
                  </a:lnTo>
                  <a:lnTo>
                    <a:pt x="0" y="873"/>
                  </a:lnTo>
                  <a:lnTo>
                    <a:pt x="94" y="953"/>
                  </a:lnTo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1328" name="Google Shape;1328;p4"/>
            <p:cNvSpPr/>
            <p:nvPr/>
          </p:nvSpPr>
          <p:spPr>
            <a:xfrm>
              <a:off x="4030" y="3424"/>
              <a:ext cx="42" cy="12"/>
            </a:xfrm>
            <a:custGeom>
              <a:avLst/>
              <a:gdLst/>
              <a:ahLst/>
              <a:cxnLst/>
              <a:rect l="l" t="t" r="r" b="b"/>
              <a:pathLst>
                <a:path w="47" h="19" extrusionOk="0">
                  <a:moveTo>
                    <a:pt x="47" y="0"/>
                  </a:moveTo>
                  <a:lnTo>
                    <a:pt x="24" y="19"/>
                  </a:lnTo>
                  <a:lnTo>
                    <a:pt x="0" y="0"/>
                  </a:lnTo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1329" name="Google Shape;1329;p4"/>
            <p:cNvSpPr/>
            <p:nvPr/>
          </p:nvSpPr>
          <p:spPr>
            <a:xfrm>
              <a:off x="4023" y="3468"/>
              <a:ext cx="54" cy="15"/>
            </a:xfrm>
            <a:custGeom>
              <a:avLst/>
              <a:gdLst/>
              <a:ahLst/>
              <a:cxnLst/>
              <a:rect l="l" t="t" r="r" b="b"/>
              <a:pathLst>
                <a:path w="64" h="26" extrusionOk="0">
                  <a:moveTo>
                    <a:pt x="64" y="0"/>
                  </a:moveTo>
                  <a:lnTo>
                    <a:pt x="33" y="26"/>
                  </a:lnTo>
                  <a:lnTo>
                    <a:pt x="0" y="0"/>
                  </a:lnTo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1330" name="Google Shape;1330;p4"/>
            <p:cNvSpPr/>
            <p:nvPr/>
          </p:nvSpPr>
          <p:spPr>
            <a:xfrm>
              <a:off x="4018" y="3510"/>
              <a:ext cx="68" cy="21"/>
            </a:xfrm>
            <a:custGeom>
              <a:avLst/>
              <a:gdLst/>
              <a:ahLst/>
              <a:cxnLst/>
              <a:rect l="l" t="t" r="r" b="b"/>
              <a:pathLst>
                <a:path w="78" h="35" extrusionOk="0">
                  <a:moveTo>
                    <a:pt x="78" y="2"/>
                  </a:moveTo>
                  <a:lnTo>
                    <a:pt x="38" y="35"/>
                  </a:lnTo>
                  <a:lnTo>
                    <a:pt x="0" y="0"/>
                  </a:lnTo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1331" name="Google Shape;1331;p4"/>
            <p:cNvSpPr/>
            <p:nvPr/>
          </p:nvSpPr>
          <p:spPr>
            <a:xfrm>
              <a:off x="4009" y="3555"/>
              <a:ext cx="82" cy="23"/>
            </a:xfrm>
            <a:custGeom>
              <a:avLst/>
              <a:gdLst/>
              <a:ahLst/>
              <a:cxnLst/>
              <a:rect l="l" t="t" r="r" b="b"/>
              <a:pathLst>
                <a:path w="94" h="38" extrusionOk="0">
                  <a:moveTo>
                    <a:pt x="94" y="0"/>
                  </a:moveTo>
                  <a:lnTo>
                    <a:pt x="47" y="38"/>
                  </a:lnTo>
                  <a:lnTo>
                    <a:pt x="0" y="0"/>
                  </a:lnTo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1332" name="Google Shape;1332;p4"/>
            <p:cNvSpPr/>
            <p:nvPr/>
          </p:nvSpPr>
          <p:spPr>
            <a:xfrm>
              <a:off x="4002" y="3598"/>
              <a:ext cx="96" cy="27"/>
            </a:xfrm>
            <a:custGeom>
              <a:avLst/>
              <a:gdLst/>
              <a:ahLst/>
              <a:cxnLst/>
              <a:rect l="l" t="t" r="r" b="b"/>
              <a:pathLst>
                <a:path w="110" h="46" extrusionOk="0">
                  <a:moveTo>
                    <a:pt x="110" y="0"/>
                  </a:moveTo>
                  <a:lnTo>
                    <a:pt x="56" y="46"/>
                  </a:lnTo>
                  <a:lnTo>
                    <a:pt x="0" y="0"/>
                  </a:lnTo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1333" name="Google Shape;1333;p4"/>
            <p:cNvSpPr/>
            <p:nvPr/>
          </p:nvSpPr>
          <p:spPr>
            <a:xfrm>
              <a:off x="3997" y="3641"/>
              <a:ext cx="110" cy="32"/>
            </a:xfrm>
            <a:custGeom>
              <a:avLst/>
              <a:gdLst/>
              <a:ahLst/>
              <a:cxnLst/>
              <a:rect l="l" t="t" r="r" b="b"/>
              <a:pathLst>
                <a:path w="125" h="53" extrusionOk="0">
                  <a:moveTo>
                    <a:pt x="125" y="0"/>
                  </a:moveTo>
                  <a:lnTo>
                    <a:pt x="62" y="53"/>
                  </a:lnTo>
                  <a:lnTo>
                    <a:pt x="0" y="0"/>
                  </a:lnTo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1334" name="Google Shape;1334;p4"/>
            <p:cNvSpPr/>
            <p:nvPr/>
          </p:nvSpPr>
          <p:spPr>
            <a:xfrm>
              <a:off x="3990" y="3684"/>
              <a:ext cx="122" cy="36"/>
            </a:xfrm>
            <a:custGeom>
              <a:avLst/>
              <a:gdLst/>
              <a:ahLst/>
              <a:cxnLst/>
              <a:rect l="l" t="t" r="r" b="b"/>
              <a:pathLst>
                <a:path w="141" h="61" extrusionOk="0">
                  <a:moveTo>
                    <a:pt x="141" y="0"/>
                  </a:moveTo>
                  <a:lnTo>
                    <a:pt x="71" y="61"/>
                  </a:lnTo>
                  <a:lnTo>
                    <a:pt x="0" y="0"/>
                  </a:lnTo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1335" name="Google Shape;1335;p4"/>
            <p:cNvSpPr/>
            <p:nvPr/>
          </p:nvSpPr>
          <p:spPr>
            <a:xfrm>
              <a:off x="3981" y="3728"/>
              <a:ext cx="138" cy="39"/>
            </a:xfrm>
            <a:custGeom>
              <a:avLst/>
              <a:gdLst/>
              <a:ahLst/>
              <a:cxnLst/>
              <a:rect l="l" t="t" r="r" b="b"/>
              <a:pathLst>
                <a:path w="158" h="68" extrusionOk="0">
                  <a:moveTo>
                    <a:pt x="158" y="0"/>
                  </a:moveTo>
                  <a:lnTo>
                    <a:pt x="80" y="68"/>
                  </a:lnTo>
                  <a:lnTo>
                    <a:pt x="0" y="2"/>
                  </a:lnTo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1336" name="Google Shape;1336;p4"/>
            <p:cNvSpPr/>
            <p:nvPr/>
          </p:nvSpPr>
          <p:spPr>
            <a:xfrm>
              <a:off x="3978" y="3769"/>
              <a:ext cx="148" cy="46"/>
            </a:xfrm>
            <a:custGeom>
              <a:avLst/>
              <a:gdLst/>
              <a:ahLst/>
              <a:cxnLst/>
              <a:rect l="l" t="t" r="r" b="b"/>
              <a:pathLst>
                <a:path w="172" h="75" extrusionOk="0">
                  <a:moveTo>
                    <a:pt x="172" y="2"/>
                  </a:moveTo>
                  <a:lnTo>
                    <a:pt x="85" y="75"/>
                  </a:lnTo>
                  <a:lnTo>
                    <a:pt x="0" y="0"/>
                  </a:lnTo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1337" name="Google Shape;1337;p4"/>
            <p:cNvSpPr/>
            <p:nvPr/>
          </p:nvSpPr>
          <p:spPr>
            <a:xfrm>
              <a:off x="4035" y="3318"/>
              <a:ext cx="32" cy="59"/>
            </a:xfrm>
            <a:custGeom>
              <a:avLst/>
              <a:gdLst/>
              <a:ahLst/>
              <a:cxnLst/>
              <a:rect l="l" t="t" r="r" b="b"/>
              <a:pathLst>
                <a:path w="36" h="99" extrusionOk="0">
                  <a:moveTo>
                    <a:pt x="29" y="19"/>
                  </a:moveTo>
                  <a:lnTo>
                    <a:pt x="18" y="0"/>
                  </a:lnTo>
                  <a:lnTo>
                    <a:pt x="5" y="19"/>
                  </a:lnTo>
                  <a:lnTo>
                    <a:pt x="0" y="80"/>
                  </a:lnTo>
                  <a:lnTo>
                    <a:pt x="18" y="99"/>
                  </a:lnTo>
                  <a:lnTo>
                    <a:pt x="36" y="80"/>
                  </a:lnTo>
                  <a:lnTo>
                    <a:pt x="29" y="19"/>
                  </a:lnTo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1338" name="Google Shape;1338;p4"/>
            <p:cNvSpPr/>
            <p:nvPr/>
          </p:nvSpPr>
          <p:spPr>
            <a:xfrm>
              <a:off x="4070" y="3294"/>
              <a:ext cx="49" cy="127"/>
            </a:xfrm>
            <a:custGeom>
              <a:avLst/>
              <a:gdLst/>
              <a:ahLst/>
              <a:cxnLst/>
              <a:rect l="l" t="t" r="r" b="b"/>
              <a:pathLst>
                <a:path w="56" h="214" extrusionOk="0">
                  <a:moveTo>
                    <a:pt x="56" y="0"/>
                  </a:moveTo>
                  <a:lnTo>
                    <a:pt x="48" y="2"/>
                  </a:lnTo>
                  <a:lnTo>
                    <a:pt x="41" y="7"/>
                  </a:lnTo>
                  <a:lnTo>
                    <a:pt x="36" y="14"/>
                  </a:lnTo>
                  <a:lnTo>
                    <a:pt x="28" y="25"/>
                  </a:lnTo>
                  <a:lnTo>
                    <a:pt x="23" y="39"/>
                  </a:lnTo>
                  <a:lnTo>
                    <a:pt x="18" y="54"/>
                  </a:lnTo>
                  <a:lnTo>
                    <a:pt x="14" y="72"/>
                  </a:lnTo>
                  <a:lnTo>
                    <a:pt x="9" y="92"/>
                  </a:lnTo>
                  <a:lnTo>
                    <a:pt x="7" y="115"/>
                  </a:lnTo>
                  <a:lnTo>
                    <a:pt x="3" y="137"/>
                  </a:lnTo>
                  <a:lnTo>
                    <a:pt x="1" y="162"/>
                  </a:lnTo>
                  <a:lnTo>
                    <a:pt x="0" y="188"/>
                  </a:lnTo>
                  <a:lnTo>
                    <a:pt x="0" y="214"/>
                  </a:lnTo>
                  <a:lnTo>
                    <a:pt x="0" y="0"/>
                  </a:lnTo>
                  <a:lnTo>
                    <a:pt x="56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1339" name="Google Shape;1339;p4"/>
            <p:cNvSpPr/>
            <p:nvPr/>
          </p:nvSpPr>
          <p:spPr>
            <a:xfrm>
              <a:off x="4070" y="3294"/>
              <a:ext cx="49" cy="127"/>
            </a:xfrm>
            <a:custGeom>
              <a:avLst/>
              <a:gdLst/>
              <a:ahLst/>
              <a:cxnLst/>
              <a:rect l="l" t="t" r="r" b="b"/>
              <a:pathLst>
                <a:path w="56" h="214" extrusionOk="0">
                  <a:moveTo>
                    <a:pt x="56" y="0"/>
                  </a:moveTo>
                  <a:lnTo>
                    <a:pt x="48" y="2"/>
                  </a:lnTo>
                  <a:lnTo>
                    <a:pt x="41" y="7"/>
                  </a:lnTo>
                  <a:lnTo>
                    <a:pt x="36" y="14"/>
                  </a:lnTo>
                  <a:lnTo>
                    <a:pt x="28" y="25"/>
                  </a:lnTo>
                  <a:lnTo>
                    <a:pt x="23" y="39"/>
                  </a:lnTo>
                  <a:lnTo>
                    <a:pt x="18" y="54"/>
                  </a:lnTo>
                  <a:lnTo>
                    <a:pt x="14" y="72"/>
                  </a:lnTo>
                  <a:lnTo>
                    <a:pt x="9" y="92"/>
                  </a:lnTo>
                  <a:lnTo>
                    <a:pt x="7" y="115"/>
                  </a:lnTo>
                  <a:lnTo>
                    <a:pt x="3" y="137"/>
                  </a:lnTo>
                  <a:lnTo>
                    <a:pt x="1" y="162"/>
                  </a:lnTo>
                  <a:lnTo>
                    <a:pt x="0" y="188"/>
                  </a:lnTo>
                  <a:lnTo>
                    <a:pt x="0" y="214"/>
                  </a:lnTo>
                  <a:lnTo>
                    <a:pt x="1" y="214"/>
                  </a:lnTo>
                  <a:lnTo>
                    <a:pt x="1" y="188"/>
                  </a:lnTo>
                  <a:lnTo>
                    <a:pt x="3" y="163"/>
                  </a:lnTo>
                  <a:lnTo>
                    <a:pt x="5" y="139"/>
                  </a:lnTo>
                  <a:lnTo>
                    <a:pt x="7" y="117"/>
                  </a:lnTo>
                  <a:lnTo>
                    <a:pt x="10" y="96"/>
                  </a:lnTo>
                  <a:lnTo>
                    <a:pt x="14" y="75"/>
                  </a:lnTo>
                  <a:lnTo>
                    <a:pt x="19" y="58"/>
                  </a:lnTo>
                  <a:lnTo>
                    <a:pt x="25" y="42"/>
                  </a:lnTo>
                  <a:lnTo>
                    <a:pt x="30" y="30"/>
                  </a:lnTo>
                  <a:lnTo>
                    <a:pt x="36" y="19"/>
                  </a:lnTo>
                  <a:lnTo>
                    <a:pt x="43" y="11"/>
                  </a:lnTo>
                  <a:lnTo>
                    <a:pt x="48" y="7"/>
                  </a:lnTo>
                  <a:lnTo>
                    <a:pt x="56" y="6"/>
                  </a:lnTo>
                  <a:lnTo>
                    <a:pt x="56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1340" name="Google Shape;1340;p4"/>
            <p:cNvSpPr/>
            <p:nvPr/>
          </p:nvSpPr>
          <p:spPr>
            <a:xfrm>
              <a:off x="4072" y="3298"/>
              <a:ext cx="47" cy="123"/>
            </a:xfrm>
            <a:custGeom>
              <a:avLst/>
              <a:gdLst/>
              <a:ahLst/>
              <a:cxnLst/>
              <a:rect l="l" t="t" r="r" b="b"/>
              <a:pathLst>
                <a:path w="55" h="208" extrusionOk="0">
                  <a:moveTo>
                    <a:pt x="55" y="0"/>
                  </a:moveTo>
                  <a:lnTo>
                    <a:pt x="47" y="1"/>
                  </a:lnTo>
                  <a:lnTo>
                    <a:pt x="42" y="5"/>
                  </a:lnTo>
                  <a:lnTo>
                    <a:pt x="35" y="13"/>
                  </a:lnTo>
                  <a:lnTo>
                    <a:pt x="29" y="24"/>
                  </a:lnTo>
                  <a:lnTo>
                    <a:pt x="24" y="36"/>
                  </a:lnTo>
                  <a:lnTo>
                    <a:pt x="18" y="52"/>
                  </a:lnTo>
                  <a:lnTo>
                    <a:pt x="13" y="69"/>
                  </a:lnTo>
                  <a:lnTo>
                    <a:pt x="9" y="90"/>
                  </a:lnTo>
                  <a:lnTo>
                    <a:pt x="6" y="111"/>
                  </a:lnTo>
                  <a:lnTo>
                    <a:pt x="4" y="133"/>
                  </a:lnTo>
                  <a:lnTo>
                    <a:pt x="2" y="157"/>
                  </a:lnTo>
                  <a:lnTo>
                    <a:pt x="0" y="182"/>
                  </a:lnTo>
                  <a:lnTo>
                    <a:pt x="0" y="208"/>
                  </a:lnTo>
                  <a:lnTo>
                    <a:pt x="2" y="208"/>
                  </a:lnTo>
                  <a:lnTo>
                    <a:pt x="2" y="180"/>
                  </a:lnTo>
                  <a:lnTo>
                    <a:pt x="4" y="154"/>
                  </a:lnTo>
                  <a:lnTo>
                    <a:pt x="6" y="130"/>
                  </a:lnTo>
                  <a:lnTo>
                    <a:pt x="8" y="105"/>
                  </a:lnTo>
                  <a:lnTo>
                    <a:pt x="13" y="85"/>
                  </a:lnTo>
                  <a:lnTo>
                    <a:pt x="17" y="64"/>
                  </a:lnTo>
                  <a:lnTo>
                    <a:pt x="22" y="46"/>
                  </a:lnTo>
                  <a:lnTo>
                    <a:pt x="27" y="33"/>
                  </a:lnTo>
                  <a:lnTo>
                    <a:pt x="35" y="20"/>
                  </a:lnTo>
                  <a:lnTo>
                    <a:pt x="40" y="12"/>
                  </a:lnTo>
                  <a:lnTo>
                    <a:pt x="47" y="7"/>
                  </a:lnTo>
                  <a:lnTo>
                    <a:pt x="55" y="5"/>
                  </a:lnTo>
                  <a:lnTo>
                    <a:pt x="55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1341" name="Google Shape;1341;p4"/>
            <p:cNvSpPr/>
            <p:nvPr/>
          </p:nvSpPr>
          <p:spPr>
            <a:xfrm>
              <a:off x="4074" y="3300"/>
              <a:ext cx="45" cy="121"/>
            </a:xfrm>
            <a:custGeom>
              <a:avLst/>
              <a:gdLst/>
              <a:ahLst/>
              <a:cxnLst/>
              <a:rect l="l" t="t" r="r" b="b"/>
              <a:pathLst>
                <a:path w="53" h="203" extrusionOk="0">
                  <a:moveTo>
                    <a:pt x="53" y="0"/>
                  </a:moveTo>
                  <a:lnTo>
                    <a:pt x="45" y="2"/>
                  </a:lnTo>
                  <a:lnTo>
                    <a:pt x="38" y="7"/>
                  </a:lnTo>
                  <a:lnTo>
                    <a:pt x="33" y="15"/>
                  </a:lnTo>
                  <a:lnTo>
                    <a:pt x="25" y="28"/>
                  </a:lnTo>
                  <a:lnTo>
                    <a:pt x="20" y="41"/>
                  </a:lnTo>
                  <a:lnTo>
                    <a:pt x="15" y="59"/>
                  </a:lnTo>
                  <a:lnTo>
                    <a:pt x="11" y="80"/>
                  </a:lnTo>
                  <a:lnTo>
                    <a:pt x="6" y="100"/>
                  </a:lnTo>
                  <a:lnTo>
                    <a:pt x="4" y="125"/>
                  </a:lnTo>
                  <a:lnTo>
                    <a:pt x="2" y="149"/>
                  </a:lnTo>
                  <a:lnTo>
                    <a:pt x="0" y="175"/>
                  </a:lnTo>
                  <a:lnTo>
                    <a:pt x="0" y="203"/>
                  </a:lnTo>
                  <a:lnTo>
                    <a:pt x="0" y="203"/>
                  </a:lnTo>
                  <a:lnTo>
                    <a:pt x="2" y="177"/>
                  </a:lnTo>
                  <a:lnTo>
                    <a:pt x="2" y="151"/>
                  </a:lnTo>
                  <a:lnTo>
                    <a:pt x="4" y="126"/>
                  </a:lnTo>
                  <a:lnTo>
                    <a:pt x="7" y="104"/>
                  </a:lnTo>
                  <a:lnTo>
                    <a:pt x="11" y="81"/>
                  </a:lnTo>
                  <a:lnTo>
                    <a:pt x="16" y="62"/>
                  </a:lnTo>
                  <a:lnTo>
                    <a:pt x="20" y="45"/>
                  </a:lnTo>
                  <a:lnTo>
                    <a:pt x="27" y="31"/>
                  </a:lnTo>
                  <a:lnTo>
                    <a:pt x="33" y="21"/>
                  </a:lnTo>
                  <a:lnTo>
                    <a:pt x="38" y="12"/>
                  </a:lnTo>
                  <a:lnTo>
                    <a:pt x="45" y="7"/>
                  </a:lnTo>
                  <a:lnTo>
                    <a:pt x="53" y="5"/>
                  </a:lnTo>
                  <a:lnTo>
                    <a:pt x="5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1342" name="Google Shape;1342;p4"/>
            <p:cNvSpPr/>
            <p:nvPr/>
          </p:nvSpPr>
          <p:spPr>
            <a:xfrm>
              <a:off x="4074" y="3304"/>
              <a:ext cx="45" cy="117"/>
            </a:xfrm>
            <a:custGeom>
              <a:avLst/>
              <a:gdLst/>
              <a:ahLst/>
              <a:cxnLst/>
              <a:rect l="l" t="t" r="r" b="b"/>
              <a:pathLst>
                <a:path w="53" h="198" extrusionOk="0">
                  <a:moveTo>
                    <a:pt x="53" y="0"/>
                  </a:moveTo>
                  <a:lnTo>
                    <a:pt x="45" y="2"/>
                  </a:lnTo>
                  <a:lnTo>
                    <a:pt x="38" y="7"/>
                  </a:lnTo>
                  <a:lnTo>
                    <a:pt x="33" y="16"/>
                  </a:lnTo>
                  <a:lnTo>
                    <a:pt x="27" y="26"/>
                  </a:lnTo>
                  <a:lnTo>
                    <a:pt x="20" y="40"/>
                  </a:lnTo>
                  <a:lnTo>
                    <a:pt x="16" y="57"/>
                  </a:lnTo>
                  <a:lnTo>
                    <a:pt x="11" y="76"/>
                  </a:lnTo>
                  <a:lnTo>
                    <a:pt x="7" y="99"/>
                  </a:lnTo>
                  <a:lnTo>
                    <a:pt x="4" y="121"/>
                  </a:lnTo>
                  <a:lnTo>
                    <a:pt x="2" y="146"/>
                  </a:lnTo>
                  <a:lnTo>
                    <a:pt x="2" y="172"/>
                  </a:lnTo>
                  <a:lnTo>
                    <a:pt x="0" y="198"/>
                  </a:lnTo>
                  <a:lnTo>
                    <a:pt x="2" y="198"/>
                  </a:lnTo>
                  <a:lnTo>
                    <a:pt x="2" y="172"/>
                  </a:lnTo>
                  <a:lnTo>
                    <a:pt x="4" y="147"/>
                  </a:lnTo>
                  <a:lnTo>
                    <a:pt x="6" y="123"/>
                  </a:lnTo>
                  <a:lnTo>
                    <a:pt x="9" y="101"/>
                  </a:lnTo>
                  <a:lnTo>
                    <a:pt x="13" y="80"/>
                  </a:lnTo>
                  <a:lnTo>
                    <a:pt x="16" y="61"/>
                  </a:lnTo>
                  <a:lnTo>
                    <a:pt x="22" y="45"/>
                  </a:lnTo>
                  <a:lnTo>
                    <a:pt x="27" y="31"/>
                  </a:lnTo>
                  <a:lnTo>
                    <a:pt x="33" y="19"/>
                  </a:lnTo>
                  <a:lnTo>
                    <a:pt x="40" y="12"/>
                  </a:lnTo>
                  <a:lnTo>
                    <a:pt x="45" y="7"/>
                  </a:lnTo>
                  <a:lnTo>
                    <a:pt x="53" y="5"/>
                  </a:lnTo>
                  <a:lnTo>
                    <a:pt x="5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1343" name="Google Shape;1343;p4"/>
            <p:cNvSpPr/>
            <p:nvPr/>
          </p:nvSpPr>
          <p:spPr>
            <a:xfrm>
              <a:off x="4074" y="3307"/>
              <a:ext cx="45" cy="114"/>
            </a:xfrm>
            <a:custGeom>
              <a:avLst/>
              <a:gdLst/>
              <a:ahLst/>
              <a:cxnLst/>
              <a:rect l="l" t="t" r="r" b="b"/>
              <a:pathLst>
                <a:path w="51" h="193" extrusionOk="0">
                  <a:moveTo>
                    <a:pt x="51" y="0"/>
                  </a:moveTo>
                  <a:lnTo>
                    <a:pt x="43" y="2"/>
                  </a:lnTo>
                  <a:lnTo>
                    <a:pt x="38" y="7"/>
                  </a:lnTo>
                  <a:lnTo>
                    <a:pt x="31" y="14"/>
                  </a:lnTo>
                  <a:lnTo>
                    <a:pt x="25" y="26"/>
                  </a:lnTo>
                  <a:lnTo>
                    <a:pt x="20" y="40"/>
                  </a:lnTo>
                  <a:lnTo>
                    <a:pt x="14" y="56"/>
                  </a:lnTo>
                  <a:lnTo>
                    <a:pt x="11" y="75"/>
                  </a:lnTo>
                  <a:lnTo>
                    <a:pt x="7" y="96"/>
                  </a:lnTo>
                  <a:lnTo>
                    <a:pt x="4" y="118"/>
                  </a:lnTo>
                  <a:lnTo>
                    <a:pt x="2" y="142"/>
                  </a:lnTo>
                  <a:lnTo>
                    <a:pt x="0" y="167"/>
                  </a:lnTo>
                  <a:lnTo>
                    <a:pt x="0" y="193"/>
                  </a:lnTo>
                  <a:lnTo>
                    <a:pt x="2" y="193"/>
                  </a:lnTo>
                  <a:lnTo>
                    <a:pt x="2" y="168"/>
                  </a:lnTo>
                  <a:lnTo>
                    <a:pt x="4" y="144"/>
                  </a:lnTo>
                  <a:lnTo>
                    <a:pt x="5" y="120"/>
                  </a:lnTo>
                  <a:lnTo>
                    <a:pt x="7" y="99"/>
                  </a:lnTo>
                  <a:lnTo>
                    <a:pt x="11" y="78"/>
                  </a:lnTo>
                  <a:lnTo>
                    <a:pt x="16" y="59"/>
                  </a:lnTo>
                  <a:lnTo>
                    <a:pt x="20" y="44"/>
                  </a:lnTo>
                  <a:lnTo>
                    <a:pt x="25" y="30"/>
                  </a:lnTo>
                  <a:lnTo>
                    <a:pt x="31" y="19"/>
                  </a:lnTo>
                  <a:lnTo>
                    <a:pt x="38" y="12"/>
                  </a:lnTo>
                  <a:lnTo>
                    <a:pt x="43" y="7"/>
                  </a:lnTo>
                  <a:lnTo>
                    <a:pt x="51" y="5"/>
                  </a:lnTo>
                  <a:lnTo>
                    <a:pt x="51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1344" name="Google Shape;1344;p4"/>
            <p:cNvSpPr/>
            <p:nvPr/>
          </p:nvSpPr>
          <p:spPr>
            <a:xfrm>
              <a:off x="4075" y="3309"/>
              <a:ext cx="44" cy="112"/>
            </a:xfrm>
            <a:custGeom>
              <a:avLst/>
              <a:gdLst/>
              <a:ahLst/>
              <a:cxnLst/>
              <a:rect l="l" t="t" r="r" b="b"/>
              <a:pathLst>
                <a:path w="49" h="188" extrusionOk="0">
                  <a:moveTo>
                    <a:pt x="49" y="0"/>
                  </a:moveTo>
                  <a:lnTo>
                    <a:pt x="41" y="2"/>
                  </a:lnTo>
                  <a:lnTo>
                    <a:pt x="36" y="7"/>
                  </a:lnTo>
                  <a:lnTo>
                    <a:pt x="29" y="14"/>
                  </a:lnTo>
                  <a:lnTo>
                    <a:pt x="23" y="25"/>
                  </a:lnTo>
                  <a:lnTo>
                    <a:pt x="18" y="39"/>
                  </a:lnTo>
                  <a:lnTo>
                    <a:pt x="14" y="54"/>
                  </a:lnTo>
                  <a:lnTo>
                    <a:pt x="9" y="73"/>
                  </a:lnTo>
                  <a:lnTo>
                    <a:pt x="5" y="94"/>
                  </a:lnTo>
                  <a:lnTo>
                    <a:pt x="3" y="115"/>
                  </a:lnTo>
                  <a:lnTo>
                    <a:pt x="2" y="139"/>
                  </a:lnTo>
                  <a:lnTo>
                    <a:pt x="0" y="163"/>
                  </a:lnTo>
                  <a:lnTo>
                    <a:pt x="0" y="188"/>
                  </a:lnTo>
                  <a:lnTo>
                    <a:pt x="2" y="188"/>
                  </a:lnTo>
                  <a:lnTo>
                    <a:pt x="2" y="163"/>
                  </a:lnTo>
                  <a:lnTo>
                    <a:pt x="2" y="141"/>
                  </a:lnTo>
                  <a:lnTo>
                    <a:pt x="5" y="118"/>
                  </a:lnTo>
                  <a:lnTo>
                    <a:pt x="7" y="96"/>
                  </a:lnTo>
                  <a:lnTo>
                    <a:pt x="11" y="77"/>
                  </a:lnTo>
                  <a:lnTo>
                    <a:pt x="14" y="59"/>
                  </a:lnTo>
                  <a:lnTo>
                    <a:pt x="20" y="44"/>
                  </a:lnTo>
                  <a:lnTo>
                    <a:pt x="25" y="30"/>
                  </a:lnTo>
                  <a:lnTo>
                    <a:pt x="30" y="19"/>
                  </a:lnTo>
                  <a:lnTo>
                    <a:pt x="36" y="11"/>
                  </a:lnTo>
                  <a:lnTo>
                    <a:pt x="41" y="7"/>
                  </a:lnTo>
                  <a:lnTo>
                    <a:pt x="49" y="6"/>
                  </a:lnTo>
                  <a:lnTo>
                    <a:pt x="49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1345" name="Google Shape;1345;p4"/>
            <p:cNvSpPr/>
            <p:nvPr/>
          </p:nvSpPr>
          <p:spPr>
            <a:xfrm>
              <a:off x="4077" y="3313"/>
              <a:ext cx="42" cy="108"/>
            </a:xfrm>
            <a:custGeom>
              <a:avLst/>
              <a:gdLst/>
              <a:ahLst/>
              <a:cxnLst/>
              <a:rect l="l" t="t" r="r" b="b"/>
              <a:pathLst>
                <a:path w="47" h="182" extrusionOk="0">
                  <a:moveTo>
                    <a:pt x="47" y="0"/>
                  </a:moveTo>
                  <a:lnTo>
                    <a:pt x="39" y="1"/>
                  </a:lnTo>
                  <a:lnTo>
                    <a:pt x="34" y="5"/>
                  </a:lnTo>
                  <a:lnTo>
                    <a:pt x="28" y="13"/>
                  </a:lnTo>
                  <a:lnTo>
                    <a:pt x="23" y="24"/>
                  </a:lnTo>
                  <a:lnTo>
                    <a:pt x="18" y="38"/>
                  </a:lnTo>
                  <a:lnTo>
                    <a:pt x="12" y="53"/>
                  </a:lnTo>
                  <a:lnTo>
                    <a:pt x="9" y="71"/>
                  </a:lnTo>
                  <a:lnTo>
                    <a:pt x="5" y="90"/>
                  </a:lnTo>
                  <a:lnTo>
                    <a:pt x="3" y="112"/>
                  </a:lnTo>
                  <a:lnTo>
                    <a:pt x="0" y="135"/>
                  </a:lnTo>
                  <a:lnTo>
                    <a:pt x="0" y="157"/>
                  </a:lnTo>
                  <a:lnTo>
                    <a:pt x="0" y="182"/>
                  </a:lnTo>
                  <a:lnTo>
                    <a:pt x="0" y="182"/>
                  </a:lnTo>
                  <a:lnTo>
                    <a:pt x="1" y="157"/>
                  </a:lnTo>
                  <a:lnTo>
                    <a:pt x="1" y="135"/>
                  </a:lnTo>
                  <a:lnTo>
                    <a:pt x="3" y="114"/>
                  </a:lnTo>
                  <a:lnTo>
                    <a:pt x="7" y="93"/>
                  </a:lnTo>
                  <a:lnTo>
                    <a:pt x="10" y="74"/>
                  </a:lnTo>
                  <a:lnTo>
                    <a:pt x="14" y="57"/>
                  </a:lnTo>
                  <a:lnTo>
                    <a:pt x="18" y="41"/>
                  </a:lnTo>
                  <a:lnTo>
                    <a:pt x="23" y="29"/>
                  </a:lnTo>
                  <a:lnTo>
                    <a:pt x="28" y="19"/>
                  </a:lnTo>
                  <a:lnTo>
                    <a:pt x="34" y="10"/>
                  </a:lnTo>
                  <a:lnTo>
                    <a:pt x="39" y="7"/>
                  </a:lnTo>
                  <a:lnTo>
                    <a:pt x="47" y="5"/>
                  </a:lnTo>
                  <a:lnTo>
                    <a:pt x="47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1346" name="Google Shape;1346;p4"/>
            <p:cNvSpPr/>
            <p:nvPr/>
          </p:nvSpPr>
          <p:spPr>
            <a:xfrm>
              <a:off x="4077" y="3315"/>
              <a:ext cx="42" cy="106"/>
            </a:xfrm>
            <a:custGeom>
              <a:avLst/>
              <a:gdLst/>
              <a:ahLst/>
              <a:cxnLst/>
              <a:rect l="l" t="t" r="r" b="b"/>
              <a:pathLst>
                <a:path w="47" h="177" extrusionOk="0">
                  <a:moveTo>
                    <a:pt x="47" y="0"/>
                  </a:moveTo>
                  <a:lnTo>
                    <a:pt x="39" y="2"/>
                  </a:lnTo>
                  <a:lnTo>
                    <a:pt x="34" y="5"/>
                  </a:lnTo>
                  <a:lnTo>
                    <a:pt x="28" y="14"/>
                  </a:lnTo>
                  <a:lnTo>
                    <a:pt x="23" y="24"/>
                  </a:lnTo>
                  <a:lnTo>
                    <a:pt x="18" y="36"/>
                  </a:lnTo>
                  <a:lnTo>
                    <a:pt x="14" y="52"/>
                  </a:lnTo>
                  <a:lnTo>
                    <a:pt x="10" y="69"/>
                  </a:lnTo>
                  <a:lnTo>
                    <a:pt x="7" y="88"/>
                  </a:lnTo>
                  <a:lnTo>
                    <a:pt x="3" y="109"/>
                  </a:lnTo>
                  <a:lnTo>
                    <a:pt x="1" y="130"/>
                  </a:lnTo>
                  <a:lnTo>
                    <a:pt x="1" y="152"/>
                  </a:lnTo>
                  <a:lnTo>
                    <a:pt x="0" y="177"/>
                  </a:lnTo>
                  <a:lnTo>
                    <a:pt x="1" y="177"/>
                  </a:lnTo>
                  <a:lnTo>
                    <a:pt x="1" y="154"/>
                  </a:lnTo>
                  <a:lnTo>
                    <a:pt x="3" y="132"/>
                  </a:lnTo>
                  <a:lnTo>
                    <a:pt x="5" y="111"/>
                  </a:lnTo>
                  <a:lnTo>
                    <a:pt x="7" y="90"/>
                  </a:lnTo>
                  <a:lnTo>
                    <a:pt x="10" y="73"/>
                  </a:lnTo>
                  <a:lnTo>
                    <a:pt x="14" y="55"/>
                  </a:lnTo>
                  <a:lnTo>
                    <a:pt x="19" y="40"/>
                  </a:lnTo>
                  <a:lnTo>
                    <a:pt x="23" y="28"/>
                  </a:lnTo>
                  <a:lnTo>
                    <a:pt x="28" y="17"/>
                  </a:lnTo>
                  <a:lnTo>
                    <a:pt x="34" y="10"/>
                  </a:lnTo>
                  <a:lnTo>
                    <a:pt x="41" y="7"/>
                  </a:lnTo>
                  <a:lnTo>
                    <a:pt x="47" y="5"/>
                  </a:lnTo>
                  <a:lnTo>
                    <a:pt x="47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1347" name="Google Shape;1347;p4"/>
            <p:cNvSpPr/>
            <p:nvPr/>
          </p:nvSpPr>
          <p:spPr>
            <a:xfrm>
              <a:off x="4079" y="3319"/>
              <a:ext cx="40" cy="102"/>
            </a:xfrm>
            <a:custGeom>
              <a:avLst/>
              <a:gdLst/>
              <a:ahLst/>
              <a:cxnLst/>
              <a:rect l="l" t="t" r="r" b="b"/>
              <a:pathLst>
                <a:path w="46" h="172" extrusionOk="0">
                  <a:moveTo>
                    <a:pt x="46" y="0"/>
                  </a:moveTo>
                  <a:lnTo>
                    <a:pt x="40" y="2"/>
                  </a:lnTo>
                  <a:lnTo>
                    <a:pt x="33" y="5"/>
                  </a:lnTo>
                  <a:lnTo>
                    <a:pt x="27" y="12"/>
                  </a:lnTo>
                  <a:lnTo>
                    <a:pt x="22" y="23"/>
                  </a:lnTo>
                  <a:lnTo>
                    <a:pt x="18" y="35"/>
                  </a:lnTo>
                  <a:lnTo>
                    <a:pt x="13" y="50"/>
                  </a:lnTo>
                  <a:lnTo>
                    <a:pt x="9" y="68"/>
                  </a:lnTo>
                  <a:lnTo>
                    <a:pt x="6" y="85"/>
                  </a:lnTo>
                  <a:lnTo>
                    <a:pt x="4" y="106"/>
                  </a:lnTo>
                  <a:lnTo>
                    <a:pt x="2" y="127"/>
                  </a:lnTo>
                  <a:lnTo>
                    <a:pt x="0" y="149"/>
                  </a:lnTo>
                  <a:lnTo>
                    <a:pt x="0" y="172"/>
                  </a:lnTo>
                  <a:lnTo>
                    <a:pt x="2" y="172"/>
                  </a:lnTo>
                  <a:lnTo>
                    <a:pt x="2" y="147"/>
                  </a:lnTo>
                  <a:lnTo>
                    <a:pt x="4" y="125"/>
                  </a:lnTo>
                  <a:lnTo>
                    <a:pt x="6" y="102"/>
                  </a:lnTo>
                  <a:lnTo>
                    <a:pt x="9" y="82"/>
                  </a:lnTo>
                  <a:lnTo>
                    <a:pt x="13" y="62"/>
                  </a:lnTo>
                  <a:lnTo>
                    <a:pt x="17" y="45"/>
                  </a:lnTo>
                  <a:lnTo>
                    <a:pt x="22" y="31"/>
                  </a:lnTo>
                  <a:lnTo>
                    <a:pt x="27" y="21"/>
                  </a:lnTo>
                  <a:lnTo>
                    <a:pt x="33" y="12"/>
                  </a:lnTo>
                  <a:lnTo>
                    <a:pt x="38" y="7"/>
                  </a:lnTo>
                  <a:lnTo>
                    <a:pt x="46" y="5"/>
                  </a:lnTo>
                  <a:lnTo>
                    <a:pt x="46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1348" name="Google Shape;1348;p4"/>
            <p:cNvSpPr/>
            <p:nvPr/>
          </p:nvSpPr>
          <p:spPr>
            <a:xfrm>
              <a:off x="4081" y="3323"/>
              <a:ext cx="38" cy="98"/>
            </a:xfrm>
            <a:custGeom>
              <a:avLst/>
              <a:gdLst/>
              <a:ahLst/>
              <a:cxnLst/>
              <a:rect l="l" t="t" r="r" b="b"/>
              <a:pathLst>
                <a:path w="44" h="167" extrusionOk="0">
                  <a:moveTo>
                    <a:pt x="44" y="0"/>
                  </a:moveTo>
                  <a:lnTo>
                    <a:pt x="36" y="2"/>
                  </a:lnTo>
                  <a:lnTo>
                    <a:pt x="31" y="7"/>
                  </a:lnTo>
                  <a:lnTo>
                    <a:pt x="25" y="16"/>
                  </a:lnTo>
                  <a:lnTo>
                    <a:pt x="20" y="26"/>
                  </a:lnTo>
                  <a:lnTo>
                    <a:pt x="15" y="40"/>
                  </a:lnTo>
                  <a:lnTo>
                    <a:pt x="11" y="57"/>
                  </a:lnTo>
                  <a:lnTo>
                    <a:pt x="7" y="77"/>
                  </a:lnTo>
                  <a:lnTo>
                    <a:pt x="4" y="97"/>
                  </a:lnTo>
                  <a:lnTo>
                    <a:pt x="2" y="120"/>
                  </a:lnTo>
                  <a:lnTo>
                    <a:pt x="0" y="142"/>
                  </a:lnTo>
                  <a:lnTo>
                    <a:pt x="0" y="167"/>
                  </a:lnTo>
                  <a:lnTo>
                    <a:pt x="2" y="167"/>
                  </a:lnTo>
                  <a:lnTo>
                    <a:pt x="2" y="142"/>
                  </a:lnTo>
                  <a:lnTo>
                    <a:pt x="2" y="122"/>
                  </a:lnTo>
                  <a:lnTo>
                    <a:pt x="6" y="99"/>
                  </a:lnTo>
                  <a:lnTo>
                    <a:pt x="7" y="80"/>
                  </a:lnTo>
                  <a:lnTo>
                    <a:pt x="11" y="61"/>
                  </a:lnTo>
                  <a:lnTo>
                    <a:pt x="16" y="45"/>
                  </a:lnTo>
                  <a:lnTo>
                    <a:pt x="20" y="31"/>
                  </a:lnTo>
                  <a:lnTo>
                    <a:pt x="25" y="19"/>
                  </a:lnTo>
                  <a:lnTo>
                    <a:pt x="31" y="12"/>
                  </a:lnTo>
                  <a:lnTo>
                    <a:pt x="36" y="7"/>
                  </a:lnTo>
                  <a:lnTo>
                    <a:pt x="44" y="5"/>
                  </a:lnTo>
                  <a:lnTo>
                    <a:pt x="44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1349" name="Google Shape;1349;p4"/>
            <p:cNvSpPr/>
            <p:nvPr/>
          </p:nvSpPr>
          <p:spPr>
            <a:xfrm>
              <a:off x="4082" y="3325"/>
              <a:ext cx="37" cy="96"/>
            </a:xfrm>
            <a:custGeom>
              <a:avLst/>
              <a:gdLst/>
              <a:ahLst/>
              <a:cxnLst/>
              <a:rect l="l" t="t" r="r" b="b"/>
              <a:pathLst>
                <a:path w="42" h="162" extrusionOk="0">
                  <a:moveTo>
                    <a:pt x="42" y="0"/>
                  </a:moveTo>
                  <a:lnTo>
                    <a:pt x="34" y="2"/>
                  </a:lnTo>
                  <a:lnTo>
                    <a:pt x="29" y="7"/>
                  </a:lnTo>
                  <a:lnTo>
                    <a:pt x="23" y="14"/>
                  </a:lnTo>
                  <a:lnTo>
                    <a:pt x="18" y="26"/>
                  </a:lnTo>
                  <a:lnTo>
                    <a:pt x="14" y="40"/>
                  </a:lnTo>
                  <a:lnTo>
                    <a:pt x="9" y="56"/>
                  </a:lnTo>
                  <a:lnTo>
                    <a:pt x="5" y="75"/>
                  </a:lnTo>
                  <a:lnTo>
                    <a:pt x="4" y="94"/>
                  </a:lnTo>
                  <a:lnTo>
                    <a:pt x="0" y="117"/>
                  </a:lnTo>
                  <a:lnTo>
                    <a:pt x="0" y="137"/>
                  </a:lnTo>
                  <a:lnTo>
                    <a:pt x="0" y="162"/>
                  </a:lnTo>
                  <a:lnTo>
                    <a:pt x="0" y="162"/>
                  </a:lnTo>
                  <a:lnTo>
                    <a:pt x="2" y="139"/>
                  </a:lnTo>
                  <a:lnTo>
                    <a:pt x="2" y="117"/>
                  </a:lnTo>
                  <a:lnTo>
                    <a:pt x="4" y="96"/>
                  </a:lnTo>
                  <a:lnTo>
                    <a:pt x="7" y="77"/>
                  </a:lnTo>
                  <a:lnTo>
                    <a:pt x="11" y="59"/>
                  </a:lnTo>
                  <a:lnTo>
                    <a:pt x="14" y="44"/>
                  </a:lnTo>
                  <a:lnTo>
                    <a:pt x="20" y="30"/>
                  </a:lnTo>
                  <a:lnTo>
                    <a:pt x="23" y="20"/>
                  </a:lnTo>
                  <a:lnTo>
                    <a:pt x="29" y="13"/>
                  </a:lnTo>
                  <a:lnTo>
                    <a:pt x="36" y="7"/>
                  </a:lnTo>
                  <a:lnTo>
                    <a:pt x="42" y="6"/>
                  </a:lnTo>
                  <a:lnTo>
                    <a:pt x="42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1350" name="Google Shape;1350;p4"/>
            <p:cNvSpPr/>
            <p:nvPr/>
          </p:nvSpPr>
          <p:spPr>
            <a:xfrm>
              <a:off x="4082" y="3329"/>
              <a:ext cx="37" cy="92"/>
            </a:xfrm>
            <a:custGeom>
              <a:avLst/>
              <a:gdLst/>
              <a:ahLst/>
              <a:cxnLst/>
              <a:rect l="l" t="t" r="r" b="b"/>
              <a:pathLst>
                <a:path w="42" h="156" extrusionOk="0">
                  <a:moveTo>
                    <a:pt x="42" y="0"/>
                  </a:moveTo>
                  <a:lnTo>
                    <a:pt x="36" y="1"/>
                  </a:lnTo>
                  <a:lnTo>
                    <a:pt x="29" y="7"/>
                  </a:lnTo>
                  <a:lnTo>
                    <a:pt x="23" y="14"/>
                  </a:lnTo>
                  <a:lnTo>
                    <a:pt x="20" y="24"/>
                  </a:lnTo>
                  <a:lnTo>
                    <a:pt x="14" y="38"/>
                  </a:lnTo>
                  <a:lnTo>
                    <a:pt x="11" y="53"/>
                  </a:lnTo>
                  <a:lnTo>
                    <a:pt x="7" y="71"/>
                  </a:lnTo>
                  <a:lnTo>
                    <a:pt x="4" y="90"/>
                  </a:lnTo>
                  <a:lnTo>
                    <a:pt x="2" y="111"/>
                  </a:lnTo>
                  <a:lnTo>
                    <a:pt x="2" y="133"/>
                  </a:lnTo>
                  <a:lnTo>
                    <a:pt x="0" y="156"/>
                  </a:lnTo>
                  <a:lnTo>
                    <a:pt x="2" y="156"/>
                  </a:lnTo>
                  <a:lnTo>
                    <a:pt x="2" y="133"/>
                  </a:lnTo>
                  <a:lnTo>
                    <a:pt x="4" y="112"/>
                  </a:lnTo>
                  <a:lnTo>
                    <a:pt x="5" y="93"/>
                  </a:lnTo>
                  <a:lnTo>
                    <a:pt x="7" y="74"/>
                  </a:lnTo>
                  <a:lnTo>
                    <a:pt x="11" y="57"/>
                  </a:lnTo>
                  <a:lnTo>
                    <a:pt x="16" y="41"/>
                  </a:lnTo>
                  <a:lnTo>
                    <a:pt x="20" y="29"/>
                  </a:lnTo>
                  <a:lnTo>
                    <a:pt x="25" y="19"/>
                  </a:lnTo>
                  <a:lnTo>
                    <a:pt x="31" y="10"/>
                  </a:lnTo>
                  <a:lnTo>
                    <a:pt x="36" y="7"/>
                  </a:lnTo>
                  <a:lnTo>
                    <a:pt x="42" y="5"/>
                  </a:lnTo>
                  <a:lnTo>
                    <a:pt x="42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1351" name="Google Shape;1351;p4"/>
            <p:cNvSpPr/>
            <p:nvPr/>
          </p:nvSpPr>
          <p:spPr>
            <a:xfrm>
              <a:off x="4084" y="3331"/>
              <a:ext cx="35" cy="90"/>
            </a:xfrm>
            <a:custGeom>
              <a:avLst/>
              <a:gdLst/>
              <a:ahLst/>
              <a:cxnLst/>
              <a:rect l="l" t="t" r="r" b="b"/>
              <a:pathLst>
                <a:path w="40" h="151" extrusionOk="0">
                  <a:moveTo>
                    <a:pt x="40" y="0"/>
                  </a:moveTo>
                  <a:lnTo>
                    <a:pt x="34" y="2"/>
                  </a:lnTo>
                  <a:lnTo>
                    <a:pt x="29" y="5"/>
                  </a:lnTo>
                  <a:lnTo>
                    <a:pt x="23" y="14"/>
                  </a:lnTo>
                  <a:lnTo>
                    <a:pt x="18" y="24"/>
                  </a:lnTo>
                  <a:lnTo>
                    <a:pt x="14" y="36"/>
                  </a:lnTo>
                  <a:lnTo>
                    <a:pt x="9" y="52"/>
                  </a:lnTo>
                  <a:lnTo>
                    <a:pt x="5" y="69"/>
                  </a:lnTo>
                  <a:lnTo>
                    <a:pt x="3" y="88"/>
                  </a:lnTo>
                  <a:lnTo>
                    <a:pt x="2" y="107"/>
                  </a:lnTo>
                  <a:lnTo>
                    <a:pt x="0" y="128"/>
                  </a:lnTo>
                  <a:lnTo>
                    <a:pt x="0" y="151"/>
                  </a:lnTo>
                  <a:lnTo>
                    <a:pt x="2" y="151"/>
                  </a:lnTo>
                  <a:lnTo>
                    <a:pt x="2" y="130"/>
                  </a:lnTo>
                  <a:lnTo>
                    <a:pt x="3" y="109"/>
                  </a:lnTo>
                  <a:lnTo>
                    <a:pt x="5" y="90"/>
                  </a:lnTo>
                  <a:lnTo>
                    <a:pt x="7" y="71"/>
                  </a:lnTo>
                  <a:lnTo>
                    <a:pt x="11" y="55"/>
                  </a:lnTo>
                  <a:lnTo>
                    <a:pt x="14" y="40"/>
                  </a:lnTo>
                  <a:lnTo>
                    <a:pt x="18" y="28"/>
                  </a:lnTo>
                  <a:lnTo>
                    <a:pt x="23" y="17"/>
                  </a:lnTo>
                  <a:lnTo>
                    <a:pt x="29" y="10"/>
                  </a:lnTo>
                  <a:lnTo>
                    <a:pt x="34" y="7"/>
                  </a:lnTo>
                  <a:lnTo>
                    <a:pt x="40" y="5"/>
                  </a:lnTo>
                  <a:lnTo>
                    <a:pt x="40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1352" name="Google Shape;1352;p4"/>
            <p:cNvSpPr/>
            <p:nvPr/>
          </p:nvSpPr>
          <p:spPr>
            <a:xfrm>
              <a:off x="4086" y="3335"/>
              <a:ext cx="33" cy="86"/>
            </a:xfrm>
            <a:custGeom>
              <a:avLst/>
              <a:gdLst/>
              <a:ahLst/>
              <a:cxnLst/>
              <a:rect l="l" t="t" r="r" b="b"/>
              <a:pathLst>
                <a:path w="38" h="146" extrusionOk="0">
                  <a:moveTo>
                    <a:pt x="38" y="0"/>
                  </a:moveTo>
                  <a:lnTo>
                    <a:pt x="32" y="2"/>
                  </a:lnTo>
                  <a:lnTo>
                    <a:pt x="27" y="5"/>
                  </a:lnTo>
                  <a:lnTo>
                    <a:pt x="21" y="12"/>
                  </a:lnTo>
                  <a:lnTo>
                    <a:pt x="16" y="23"/>
                  </a:lnTo>
                  <a:lnTo>
                    <a:pt x="12" y="35"/>
                  </a:lnTo>
                  <a:lnTo>
                    <a:pt x="9" y="50"/>
                  </a:lnTo>
                  <a:lnTo>
                    <a:pt x="5" y="66"/>
                  </a:lnTo>
                  <a:lnTo>
                    <a:pt x="3" y="85"/>
                  </a:lnTo>
                  <a:lnTo>
                    <a:pt x="1" y="104"/>
                  </a:lnTo>
                  <a:lnTo>
                    <a:pt x="0" y="125"/>
                  </a:lnTo>
                  <a:lnTo>
                    <a:pt x="0" y="146"/>
                  </a:lnTo>
                  <a:lnTo>
                    <a:pt x="1" y="146"/>
                  </a:lnTo>
                  <a:lnTo>
                    <a:pt x="1" y="123"/>
                  </a:lnTo>
                  <a:lnTo>
                    <a:pt x="3" y="102"/>
                  </a:lnTo>
                  <a:lnTo>
                    <a:pt x="5" y="82"/>
                  </a:lnTo>
                  <a:lnTo>
                    <a:pt x="7" y="63"/>
                  </a:lnTo>
                  <a:lnTo>
                    <a:pt x="10" y="47"/>
                  </a:lnTo>
                  <a:lnTo>
                    <a:pt x="16" y="31"/>
                  </a:lnTo>
                  <a:lnTo>
                    <a:pt x="21" y="21"/>
                  </a:lnTo>
                  <a:lnTo>
                    <a:pt x="25" y="12"/>
                  </a:lnTo>
                  <a:lnTo>
                    <a:pt x="32" y="7"/>
                  </a:lnTo>
                  <a:lnTo>
                    <a:pt x="38" y="5"/>
                  </a:lnTo>
                  <a:lnTo>
                    <a:pt x="38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1353" name="Google Shape;1353;p4"/>
            <p:cNvSpPr/>
            <p:nvPr/>
          </p:nvSpPr>
          <p:spPr>
            <a:xfrm>
              <a:off x="4088" y="3338"/>
              <a:ext cx="31" cy="83"/>
            </a:xfrm>
            <a:custGeom>
              <a:avLst/>
              <a:gdLst/>
              <a:ahLst/>
              <a:cxnLst/>
              <a:rect l="l" t="t" r="r" b="b"/>
              <a:pathLst>
                <a:path w="37" h="141" extrusionOk="0">
                  <a:moveTo>
                    <a:pt x="37" y="0"/>
                  </a:moveTo>
                  <a:lnTo>
                    <a:pt x="31" y="2"/>
                  </a:lnTo>
                  <a:lnTo>
                    <a:pt x="24" y="7"/>
                  </a:lnTo>
                  <a:lnTo>
                    <a:pt x="20" y="16"/>
                  </a:lnTo>
                  <a:lnTo>
                    <a:pt x="15" y="26"/>
                  </a:lnTo>
                  <a:lnTo>
                    <a:pt x="9" y="42"/>
                  </a:lnTo>
                  <a:lnTo>
                    <a:pt x="6" y="58"/>
                  </a:lnTo>
                  <a:lnTo>
                    <a:pt x="4" y="77"/>
                  </a:lnTo>
                  <a:lnTo>
                    <a:pt x="2" y="97"/>
                  </a:lnTo>
                  <a:lnTo>
                    <a:pt x="0" y="118"/>
                  </a:lnTo>
                  <a:lnTo>
                    <a:pt x="0" y="141"/>
                  </a:lnTo>
                  <a:lnTo>
                    <a:pt x="0" y="141"/>
                  </a:lnTo>
                  <a:lnTo>
                    <a:pt x="2" y="118"/>
                  </a:lnTo>
                  <a:lnTo>
                    <a:pt x="2" y="99"/>
                  </a:lnTo>
                  <a:lnTo>
                    <a:pt x="4" y="78"/>
                  </a:lnTo>
                  <a:lnTo>
                    <a:pt x="8" y="61"/>
                  </a:lnTo>
                  <a:lnTo>
                    <a:pt x="11" y="45"/>
                  </a:lnTo>
                  <a:lnTo>
                    <a:pt x="15" y="31"/>
                  </a:lnTo>
                  <a:lnTo>
                    <a:pt x="20" y="19"/>
                  </a:lnTo>
                  <a:lnTo>
                    <a:pt x="26" y="12"/>
                  </a:lnTo>
                  <a:lnTo>
                    <a:pt x="31" y="7"/>
                  </a:lnTo>
                  <a:lnTo>
                    <a:pt x="37" y="5"/>
                  </a:lnTo>
                  <a:lnTo>
                    <a:pt x="37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1354" name="Google Shape;1354;p4"/>
            <p:cNvSpPr/>
            <p:nvPr/>
          </p:nvSpPr>
          <p:spPr>
            <a:xfrm>
              <a:off x="4088" y="3340"/>
              <a:ext cx="31" cy="81"/>
            </a:xfrm>
            <a:custGeom>
              <a:avLst/>
              <a:gdLst/>
              <a:ahLst/>
              <a:cxnLst/>
              <a:rect l="l" t="t" r="r" b="b"/>
              <a:pathLst>
                <a:path w="37" h="136" extrusionOk="0">
                  <a:moveTo>
                    <a:pt x="37" y="0"/>
                  </a:moveTo>
                  <a:lnTo>
                    <a:pt x="31" y="2"/>
                  </a:lnTo>
                  <a:lnTo>
                    <a:pt x="26" y="7"/>
                  </a:lnTo>
                  <a:lnTo>
                    <a:pt x="20" y="14"/>
                  </a:lnTo>
                  <a:lnTo>
                    <a:pt x="15" y="26"/>
                  </a:lnTo>
                  <a:lnTo>
                    <a:pt x="11" y="40"/>
                  </a:lnTo>
                  <a:lnTo>
                    <a:pt x="8" y="56"/>
                  </a:lnTo>
                  <a:lnTo>
                    <a:pt x="4" y="73"/>
                  </a:lnTo>
                  <a:lnTo>
                    <a:pt x="2" y="94"/>
                  </a:lnTo>
                  <a:lnTo>
                    <a:pt x="2" y="113"/>
                  </a:lnTo>
                  <a:lnTo>
                    <a:pt x="0" y="136"/>
                  </a:lnTo>
                  <a:lnTo>
                    <a:pt x="2" y="136"/>
                  </a:lnTo>
                  <a:lnTo>
                    <a:pt x="2" y="115"/>
                  </a:lnTo>
                  <a:lnTo>
                    <a:pt x="4" y="96"/>
                  </a:lnTo>
                  <a:lnTo>
                    <a:pt x="6" y="77"/>
                  </a:lnTo>
                  <a:lnTo>
                    <a:pt x="9" y="59"/>
                  </a:lnTo>
                  <a:lnTo>
                    <a:pt x="13" y="44"/>
                  </a:lnTo>
                  <a:lnTo>
                    <a:pt x="17" y="30"/>
                  </a:lnTo>
                  <a:lnTo>
                    <a:pt x="20" y="20"/>
                  </a:lnTo>
                  <a:lnTo>
                    <a:pt x="26" y="13"/>
                  </a:lnTo>
                  <a:lnTo>
                    <a:pt x="31" y="7"/>
                  </a:lnTo>
                  <a:lnTo>
                    <a:pt x="37" y="6"/>
                  </a:lnTo>
                  <a:lnTo>
                    <a:pt x="37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1355" name="Google Shape;1355;p4"/>
            <p:cNvSpPr/>
            <p:nvPr/>
          </p:nvSpPr>
          <p:spPr>
            <a:xfrm>
              <a:off x="4089" y="3344"/>
              <a:ext cx="30" cy="77"/>
            </a:xfrm>
            <a:custGeom>
              <a:avLst/>
              <a:gdLst/>
              <a:ahLst/>
              <a:cxnLst/>
              <a:rect l="l" t="t" r="r" b="b"/>
              <a:pathLst>
                <a:path w="35" h="130" extrusionOk="0">
                  <a:moveTo>
                    <a:pt x="35" y="0"/>
                  </a:moveTo>
                  <a:lnTo>
                    <a:pt x="29" y="1"/>
                  </a:lnTo>
                  <a:lnTo>
                    <a:pt x="24" y="7"/>
                  </a:lnTo>
                  <a:lnTo>
                    <a:pt x="18" y="14"/>
                  </a:lnTo>
                  <a:lnTo>
                    <a:pt x="15" y="24"/>
                  </a:lnTo>
                  <a:lnTo>
                    <a:pt x="11" y="38"/>
                  </a:lnTo>
                  <a:lnTo>
                    <a:pt x="7" y="53"/>
                  </a:lnTo>
                  <a:lnTo>
                    <a:pt x="4" y="71"/>
                  </a:lnTo>
                  <a:lnTo>
                    <a:pt x="2" y="90"/>
                  </a:lnTo>
                  <a:lnTo>
                    <a:pt x="0" y="109"/>
                  </a:lnTo>
                  <a:lnTo>
                    <a:pt x="0" y="130"/>
                  </a:lnTo>
                  <a:lnTo>
                    <a:pt x="2" y="130"/>
                  </a:lnTo>
                  <a:lnTo>
                    <a:pt x="2" y="109"/>
                  </a:lnTo>
                  <a:lnTo>
                    <a:pt x="4" y="90"/>
                  </a:lnTo>
                  <a:lnTo>
                    <a:pt x="6" y="73"/>
                  </a:lnTo>
                  <a:lnTo>
                    <a:pt x="7" y="55"/>
                  </a:lnTo>
                  <a:lnTo>
                    <a:pt x="11" y="41"/>
                  </a:lnTo>
                  <a:lnTo>
                    <a:pt x="15" y="29"/>
                  </a:lnTo>
                  <a:lnTo>
                    <a:pt x="20" y="19"/>
                  </a:lnTo>
                  <a:lnTo>
                    <a:pt x="24" y="10"/>
                  </a:lnTo>
                  <a:lnTo>
                    <a:pt x="29" y="7"/>
                  </a:lnTo>
                  <a:lnTo>
                    <a:pt x="35" y="5"/>
                  </a:lnTo>
                  <a:lnTo>
                    <a:pt x="35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1356" name="Google Shape;1356;p4"/>
            <p:cNvSpPr/>
            <p:nvPr/>
          </p:nvSpPr>
          <p:spPr>
            <a:xfrm>
              <a:off x="4091" y="3346"/>
              <a:ext cx="28" cy="75"/>
            </a:xfrm>
            <a:custGeom>
              <a:avLst/>
              <a:gdLst/>
              <a:ahLst/>
              <a:cxnLst/>
              <a:rect l="l" t="t" r="r" b="b"/>
              <a:pathLst>
                <a:path w="33" h="125" extrusionOk="0">
                  <a:moveTo>
                    <a:pt x="33" y="0"/>
                  </a:moveTo>
                  <a:lnTo>
                    <a:pt x="27" y="2"/>
                  </a:lnTo>
                  <a:lnTo>
                    <a:pt x="22" y="5"/>
                  </a:lnTo>
                  <a:lnTo>
                    <a:pt x="18" y="14"/>
                  </a:lnTo>
                  <a:lnTo>
                    <a:pt x="13" y="24"/>
                  </a:lnTo>
                  <a:lnTo>
                    <a:pt x="9" y="36"/>
                  </a:lnTo>
                  <a:lnTo>
                    <a:pt x="5" y="50"/>
                  </a:lnTo>
                  <a:lnTo>
                    <a:pt x="4" y="68"/>
                  </a:lnTo>
                  <a:lnTo>
                    <a:pt x="2" y="85"/>
                  </a:lnTo>
                  <a:lnTo>
                    <a:pt x="0" y="104"/>
                  </a:lnTo>
                  <a:lnTo>
                    <a:pt x="0" y="125"/>
                  </a:lnTo>
                  <a:lnTo>
                    <a:pt x="2" y="125"/>
                  </a:lnTo>
                  <a:lnTo>
                    <a:pt x="2" y="106"/>
                  </a:lnTo>
                  <a:lnTo>
                    <a:pt x="2" y="87"/>
                  </a:lnTo>
                  <a:lnTo>
                    <a:pt x="4" y="69"/>
                  </a:lnTo>
                  <a:lnTo>
                    <a:pt x="7" y="54"/>
                  </a:lnTo>
                  <a:lnTo>
                    <a:pt x="11" y="40"/>
                  </a:lnTo>
                  <a:lnTo>
                    <a:pt x="14" y="28"/>
                  </a:lnTo>
                  <a:lnTo>
                    <a:pt x="18" y="17"/>
                  </a:lnTo>
                  <a:lnTo>
                    <a:pt x="22" y="10"/>
                  </a:lnTo>
                  <a:lnTo>
                    <a:pt x="27" y="7"/>
                  </a:lnTo>
                  <a:lnTo>
                    <a:pt x="33" y="5"/>
                  </a:lnTo>
                  <a:lnTo>
                    <a:pt x="3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1357" name="Google Shape;1357;p4"/>
            <p:cNvSpPr/>
            <p:nvPr/>
          </p:nvSpPr>
          <p:spPr>
            <a:xfrm>
              <a:off x="4091" y="3350"/>
              <a:ext cx="28" cy="71"/>
            </a:xfrm>
            <a:custGeom>
              <a:avLst/>
              <a:gdLst/>
              <a:ahLst/>
              <a:cxnLst/>
              <a:rect l="l" t="t" r="r" b="b"/>
              <a:pathLst>
                <a:path w="31" h="120" extrusionOk="0">
                  <a:moveTo>
                    <a:pt x="31" y="0"/>
                  </a:moveTo>
                  <a:lnTo>
                    <a:pt x="25" y="2"/>
                  </a:lnTo>
                  <a:lnTo>
                    <a:pt x="20" y="5"/>
                  </a:lnTo>
                  <a:lnTo>
                    <a:pt x="16" y="12"/>
                  </a:lnTo>
                  <a:lnTo>
                    <a:pt x="12" y="23"/>
                  </a:lnTo>
                  <a:lnTo>
                    <a:pt x="9" y="35"/>
                  </a:lnTo>
                  <a:lnTo>
                    <a:pt x="5" y="49"/>
                  </a:lnTo>
                  <a:lnTo>
                    <a:pt x="2" y="64"/>
                  </a:lnTo>
                  <a:lnTo>
                    <a:pt x="0" y="82"/>
                  </a:lnTo>
                  <a:lnTo>
                    <a:pt x="0" y="101"/>
                  </a:lnTo>
                  <a:lnTo>
                    <a:pt x="0" y="120"/>
                  </a:lnTo>
                  <a:lnTo>
                    <a:pt x="0" y="120"/>
                  </a:lnTo>
                  <a:lnTo>
                    <a:pt x="0" y="101"/>
                  </a:lnTo>
                  <a:lnTo>
                    <a:pt x="2" y="83"/>
                  </a:lnTo>
                  <a:lnTo>
                    <a:pt x="3" y="68"/>
                  </a:lnTo>
                  <a:lnTo>
                    <a:pt x="5" y="52"/>
                  </a:lnTo>
                  <a:lnTo>
                    <a:pt x="9" y="38"/>
                  </a:lnTo>
                  <a:lnTo>
                    <a:pt x="12" y="26"/>
                  </a:lnTo>
                  <a:lnTo>
                    <a:pt x="16" y="17"/>
                  </a:lnTo>
                  <a:lnTo>
                    <a:pt x="22" y="10"/>
                  </a:lnTo>
                  <a:lnTo>
                    <a:pt x="25" y="7"/>
                  </a:lnTo>
                  <a:lnTo>
                    <a:pt x="31" y="5"/>
                  </a:lnTo>
                  <a:lnTo>
                    <a:pt x="31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1358" name="Google Shape;1358;p4"/>
            <p:cNvSpPr/>
            <p:nvPr/>
          </p:nvSpPr>
          <p:spPr>
            <a:xfrm>
              <a:off x="4091" y="3354"/>
              <a:ext cx="28" cy="67"/>
            </a:xfrm>
            <a:custGeom>
              <a:avLst/>
              <a:gdLst/>
              <a:ahLst/>
              <a:cxnLst/>
              <a:rect l="l" t="t" r="r" b="b"/>
              <a:pathLst>
                <a:path w="31" h="115" extrusionOk="0">
                  <a:moveTo>
                    <a:pt x="31" y="0"/>
                  </a:moveTo>
                  <a:lnTo>
                    <a:pt x="25" y="2"/>
                  </a:lnTo>
                  <a:lnTo>
                    <a:pt x="22" y="5"/>
                  </a:lnTo>
                  <a:lnTo>
                    <a:pt x="16" y="12"/>
                  </a:lnTo>
                  <a:lnTo>
                    <a:pt x="12" y="21"/>
                  </a:lnTo>
                  <a:lnTo>
                    <a:pt x="9" y="33"/>
                  </a:lnTo>
                  <a:lnTo>
                    <a:pt x="5" y="47"/>
                  </a:lnTo>
                  <a:lnTo>
                    <a:pt x="3" y="63"/>
                  </a:lnTo>
                  <a:lnTo>
                    <a:pt x="2" y="78"/>
                  </a:lnTo>
                  <a:lnTo>
                    <a:pt x="0" y="96"/>
                  </a:lnTo>
                  <a:lnTo>
                    <a:pt x="0" y="115"/>
                  </a:lnTo>
                  <a:lnTo>
                    <a:pt x="2" y="115"/>
                  </a:lnTo>
                  <a:lnTo>
                    <a:pt x="2" y="96"/>
                  </a:lnTo>
                  <a:lnTo>
                    <a:pt x="3" y="77"/>
                  </a:lnTo>
                  <a:lnTo>
                    <a:pt x="5" y="59"/>
                  </a:lnTo>
                  <a:lnTo>
                    <a:pt x="9" y="44"/>
                  </a:lnTo>
                  <a:lnTo>
                    <a:pt x="12" y="32"/>
                  </a:lnTo>
                  <a:lnTo>
                    <a:pt x="16" y="19"/>
                  </a:lnTo>
                  <a:lnTo>
                    <a:pt x="20" y="12"/>
                  </a:lnTo>
                  <a:lnTo>
                    <a:pt x="25" y="7"/>
                  </a:lnTo>
                  <a:lnTo>
                    <a:pt x="31" y="5"/>
                  </a:lnTo>
                  <a:lnTo>
                    <a:pt x="31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1359" name="Google Shape;1359;p4"/>
            <p:cNvSpPr/>
            <p:nvPr/>
          </p:nvSpPr>
          <p:spPr>
            <a:xfrm>
              <a:off x="4093" y="3356"/>
              <a:ext cx="26" cy="65"/>
            </a:xfrm>
            <a:custGeom>
              <a:avLst/>
              <a:gdLst/>
              <a:ahLst/>
              <a:cxnLst/>
              <a:rect l="l" t="t" r="r" b="b"/>
              <a:pathLst>
                <a:path w="29" h="110" extrusionOk="0">
                  <a:moveTo>
                    <a:pt x="29" y="0"/>
                  </a:moveTo>
                  <a:lnTo>
                    <a:pt x="23" y="2"/>
                  </a:lnTo>
                  <a:lnTo>
                    <a:pt x="18" y="7"/>
                  </a:lnTo>
                  <a:lnTo>
                    <a:pt x="14" y="14"/>
                  </a:lnTo>
                  <a:lnTo>
                    <a:pt x="10" y="27"/>
                  </a:lnTo>
                  <a:lnTo>
                    <a:pt x="7" y="39"/>
                  </a:lnTo>
                  <a:lnTo>
                    <a:pt x="3" y="54"/>
                  </a:lnTo>
                  <a:lnTo>
                    <a:pt x="1" y="72"/>
                  </a:lnTo>
                  <a:lnTo>
                    <a:pt x="0" y="91"/>
                  </a:lnTo>
                  <a:lnTo>
                    <a:pt x="0" y="110"/>
                  </a:lnTo>
                  <a:lnTo>
                    <a:pt x="1" y="110"/>
                  </a:lnTo>
                  <a:lnTo>
                    <a:pt x="1" y="91"/>
                  </a:lnTo>
                  <a:lnTo>
                    <a:pt x="3" y="73"/>
                  </a:lnTo>
                  <a:lnTo>
                    <a:pt x="5" y="58"/>
                  </a:lnTo>
                  <a:lnTo>
                    <a:pt x="7" y="42"/>
                  </a:lnTo>
                  <a:lnTo>
                    <a:pt x="10" y="30"/>
                  </a:lnTo>
                  <a:lnTo>
                    <a:pt x="14" y="20"/>
                  </a:lnTo>
                  <a:lnTo>
                    <a:pt x="20" y="11"/>
                  </a:lnTo>
                  <a:lnTo>
                    <a:pt x="23" y="7"/>
                  </a:lnTo>
                  <a:lnTo>
                    <a:pt x="29" y="6"/>
                  </a:lnTo>
                  <a:lnTo>
                    <a:pt x="29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1360" name="Google Shape;1360;p4"/>
            <p:cNvSpPr/>
            <p:nvPr/>
          </p:nvSpPr>
          <p:spPr>
            <a:xfrm>
              <a:off x="4095" y="3360"/>
              <a:ext cx="24" cy="61"/>
            </a:xfrm>
            <a:custGeom>
              <a:avLst/>
              <a:gdLst/>
              <a:ahLst/>
              <a:cxnLst/>
              <a:rect l="l" t="t" r="r" b="b"/>
              <a:pathLst>
                <a:path w="28" h="104" extrusionOk="0">
                  <a:moveTo>
                    <a:pt x="28" y="0"/>
                  </a:moveTo>
                  <a:lnTo>
                    <a:pt x="22" y="1"/>
                  </a:lnTo>
                  <a:lnTo>
                    <a:pt x="19" y="5"/>
                  </a:lnTo>
                  <a:lnTo>
                    <a:pt x="13" y="14"/>
                  </a:lnTo>
                  <a:lnTo>
                    <a:pt x="9" y="24"/>
                  </a:lnTo>
                  <a:lnTo>
                    <a:pt x="6" y="36"/>
                  </a:lnTo>
                  <a:lnTo>
                    <a:pt x="4" y="52"/>
                  </a:lnTo>
                  <a:lnTo>
                    <a:pt x="2" y="67"/>
                  </a:lnTo>
                  <a:lnTo>
                    <a:pt x="0" y="85"/>
                  </a:lnTo>
                  <a:lnTo>
                    <a:pt x="0" y="104"/>
                  </a:lnTo>
                  <a:lnTo>
                    <a:pt x="2" y="104"/>
                  </a:lnTo>
                  <a:lnTo>
                    <a:pt x="2" y="86"/>
                  </a:lnTo>
                  <a:lnTo>
                    <a:pt x="2" y="69"/>
                  </a:lnTo>
                  <a:lnTo>
                    <a:pt x="4" y="53"/>
                  </a:lnTo>
                  <a:lnTo>
                    <a:pt x="8" y="40"/>
                  </a:lnTo>
                  <a:lnTo>
                    <a:pt x="11" y="27"/>
                  </a:lnTo>
                  <a:lnTo>
                    <a:pt x="15" y="17"/>
                  </a:lnTo>
                  <a:lnTo>
                    <a:pt x="19" y="10"/>
                  </a:lnTo>
                  <a:lnTo>
                    <a:pt x="22" y="7"/>
                  </a:lnTo>
                  <a:lnTo>
                    <a:pt x="28" y="5"/>
                  </a:lnTo>
                  <a:lnTo>
                    <a:pt x="28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1361" name="Google Shape;1361;p4"/>
            <p:cNvSpPr/>
            <p:nvPr/>
          </p:nvSpPr>
          <p:spPr>
            <a:xfrm>
              <a:off x="4096" y="3362"/>
              <a:ext cx="23" cy="59"/>
            </a:xfrm>
            <a:custGeom>
              <a:avLst/>
              <a:gdLst/>
              <a:ahLst/>
              <a:cxnLst/>
              <a:rect l="l" t="t" r="r" b="b"/>
              <a:pathLst>
                <a:path w="26" h="99" extrusionOk="0">
                  <a:moveTo>
                    <a:pt x="26" y="0"/>
                  </a:moveTo>
                  <a:lnTo>
                    <a:pt x="20" y="2"/>
                  </a:lnTo>
                  <a:lnTo>
                    <a:pt x="17" y="5"/>
                  </a:lnTo>
                  <a:lnTo>
                    <a:pt x="13" y="12"/>
                  </a:lnTo>
                  <a:lnTo>
                    <a:pt x="9" y="22"/>
                  </a:lnTo>
                  <a:lnTo>
                    <a:pt x="6" y="35"/>
                  </a:lnTo>
                  <a:lnTo>
                    <a:pt x="2" y="48"/>
                  </a:lnTo>
                  <a:lnTo>
                    <a:pt x="0" y="64"/>
                  </a:lnTo>
                  <a:lnTo>
                    <a:pt x="0" y="81"/>
                  </a:lnTo>
                  <a:lnTo>
                    <a:pt x="0" y="99"/>
                  </a:lnTo>
                  <a:lnTo>
                    <a:pt x="0" y="99"/>
                  </a:lnTo>
                  <a:lnTo>
                    <a:pt x="0" y="81"/>
                  </a:lnTo>
                  <a:lnTo>
                    <a:pt x="2" y="66"/>
                  </a:lnTo>
                  <a:lnTo>
                    <a:pt x="4" y="52"/>
                  </a:lnTo>
                  <a:lnTo>
                    <a:pt x="6" y="38"/>
                  </a:lnTo>
                  <a:lnTo>
                    <a:pt x="9" y="26"/>
                  </a:lnTo>
                  <a:lnTo>
                    <a:pt x="13" y="17"/>
                  </a:lnTo>
                  <a:lnTo>
                    <a:pt x="17" y="10"/>
                  </a:lnTo>
                  <a:lnTo>
                    <a:pt x="20" y="7"/>
                  </a:lnTo>
                  <a:lnTo>
                    <a:pt x="26" y="5"/>
                  </a:lnTo>
                  <a:lnTo>
                    <a:pt x="26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1362" name="Google Shape;1362;p4"/>
            <p:cNvSpPr/>
            <p:nvPr/>
          </p:nvSpPr>
          <p:spPr>
            <a:xfrm>
              <a:off x="4096" y="3365"/>
              <a:ext cx="23" cy="56"/>
            </a:xfrm>
            <a:custGeom>
              <a:avLst/>
              <a:gdLst/>
              <a:ahLst/>
              <a:cxnLst/>
              <a:rect l="l" t="t" r="r" b="b"/>
              <a:pathLst>
                <a:path w="26" h="94" extrusionOk="0">
                  <a:moveTo>
                    <a:pt x="26" y="0"/>
                  </a:moveTo>
                  <a:lnTo>
                    <a:pt x="20" y="2"/>
                  </a:lnTo>
                  <a:lnTo>
                    <a:pt x="17" y="5"/>
                  </a:lnTo>
                  <a:lnTo>
                    <a:pt x="13" y="12"/>
                  </a:lnTo>
                  <a:lnTo>
                    <a:pt x="9" y="21"/>
                  </a:lnTo>
                  <a:lnTo>
                    <a:pt x="6" y="33"/>
                  </a:lnTo>
                  <a:lnTo>
                    <a:pt x="4" y="47"/>
                  </a:lnTo>
                  <a:lnTo>
                    <a:pt x="2" y="61"/>
                  </a:lnTo>
                  <a:lnTo>
                    <a:pt x="0" y="76"/>
                  </a:lnTo>
                  <a:lnTo>
                    <a:pt x="0" y="94"/>
                  </a:lnTo>
                  <a:lnTo>
                    <a:pt x="2" y="94"/>
                  </a:lnTo>
                  <a:lnTo>
                    <a:pt x="2" y="76"/>
                  </a:lnTo>
                  <a:lnTo>
                    <a:pt x="4" y="59"/>
                  </a:lnTo>
                  <a:lnTo>
                    <a:pt x="6" y="43"/>
                  </a:lnTo>
                  <a:lnTo>
                    <a:pt x="9" y="31"/>
                  </a:lnTo>
                  <a:lnTo>
                    <a:pt x="13" y="19"/>
                  </a:lnTo>
                  <a:lnTo>
                    <a:pt x="17" y="12"/>
                  </a:lnTo>
                  <a:lnTo>
                    <a:pt x="20" y="7"/>
                  </a:lnTo>
                  <a:lnTo>
                    <a:pt x="26" y="5"/>
                  </a:lnTo>
                  <a:lnTo>
                    <a:pt x="26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1363" name="Google Shape;1363;p4"/>
            <p:cNvSpPr/>
            <p:nvPr/>
          </p:nvSpPr>
          <p:spPr>
            <a:xfrm>
              <a:off x="4098" y="3369"/>
              <a:ext cx="21" cy="52"/>
            </a:xfrm>
            <a:custGeom>
              <a:avLst/>
              <a:gdLst/>
              <a:ahLst/>
              <a:cxnLst/>
              <a:rect l="l" t="t" r="r" b="b"/>
              <a:pathLst>
                <a:path w="24" h="89" extrusionOk="0">
                  <a:moveTo>
                    <a:pt x="24" y="0"/>
                  </a:moveTo>
                  <a:lnTo>
                    <a:pt x="18" y="2"/>
                  </a:lnTo>
                  <a:lnTo>
                    <a:pt x="15" y="7"/>
                  </a:lnTo>
                  <a:lnTo>
                    <a:pt x="11" y="14"/>
                  </a:lnTo>
                  <a:lnTo>
                    <a:pt x="7" y="26"/>
                  </a:lnTo>
                  <a:lnTo>
                    <a:pt x="4" y="38"/>
                  </a:lnTo>
                  <a:lnTo>
                    <a:pt x="2" y="54"/>
                  </a:lnTo>
                  <a:lnTo>
                    <a:pt x="0" y="71"/>
                  </a:lnTo>
                  <a:lnTo>
                    <a:pt x="0" y="89"/>
                  </a:lnTo>
                  <a:lnTo>
                    <a:pt x="2" y="89"/>
                  </a:lnTo>
                  <a:lnTo>
                    <a:pt x="2" y="71"/>
                  </a:lnTo>
                  <a:lnTo>
                    <a:pt x="4" y="56"/>
                  </a:lnTo>
                  <a:lnTo>
                    <a:pt x="5" y="42"/>
                  </a:lnTo>
                  <a:lnTo>
                    <a:pt x="7" y="30"/>
                  </a:lnTo>
                  <a:lnTo>
                    <a:pt x="11" y="19"/>
                  </a:lnTo>
                  <a:lnTo>
                    <a:pt x="15" y="11"/>
                  </a:lnTo>
                  <a:lnTo>
                    <a:pt x="18" y="7"/>
                  </a:lnTo>
                  <a:lnTo>
                    <a:pt x="24" y="6"/>
                  </a:lnTo>
                  <a:lnTo>
                    <a:pt x="24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1364" name="Google Shape;1364;p4"/>
            <p:cNvSpPr/>
            <p:nvPr/>
          </p:nvSpPr>
          <p:spPr>
            <a:xfrm>
              <a:off x="4100" y="3371"/>
              <a:ext cx="19" cy="50"/>
            </a:xfrm>
            <a:custGeom>
              <a:avLst/>
              <a:gdLst/>
              <a:ahLst/>
              <a:cxnLst/>
              <a:rect l="l" t="t" r="r" b="b"/>
              <a:pathLst>
                <a:path w="22" h="83" extrusionOk="0">
                  <a:moveTo>
                    <a:pt x="22" y="0"/>
                  </a:moveTo>
                  <a:lnTo>
                    <a:pt x="16" y="1"/>
                  </a:lnTo>
                  <a:lnTo>
                    <a:pt x="13" y="5"/>
                  </a:lnTo>
                  <a:lnTo>
                    <a:pt x="9" y="13"/>
                  </a:lnTo>
                  <a:lnTo>
                    <a:pt x="5" y="24"/>
                  </a:lnTo>
                  <a:lnTo>
                    <a:pt x="3" y="36"/>
                  </a:lnTo>
                  <a:lnTo>
                    <a:pt x="2" y="50"/>
                  </a:lnTo>
                  <a:lnTo>
                    <a:pt x="0" y="65"/>
                  </a:lnTo>
                  <a:lnTo>
                    <a:pt x="0" y="83"/>
                  </a:lnTo>
                  <a:lnTo>
                    <a:pt x="2" y="83"/>
                  </a:lnTo>
                  <a:lnTo>
                    <a:pt x="2" y="67"/>
                  </a:lnTo>
                  <a:lnTo>
                    <a:pt x="2" y="52"/>
                  </a:lnTo>
                  <a:lnTo>
                    <a:pt x="3" y="39"/>
                  </a:lnTo>
                  <a:lnTo>
                    <a:pt x="7" y="27"/>
                  </a:lnTo>
                  <a:lnTo>
                    <a:pt x="11" y="17"/>
                  </a:lnTo>
                  <a:lnTo>
                    <a:pt x="13" y="10"/>
                  </a:lnTo>
                  <a:lnTo>
                    <a:pt x="18" y="6"/>
                  </a:lnTo>
                  <a:lnTo>
                    <a:pt x="22" y="5"/>
                  </a:lnTo>
                  <a:lnTo>
                    <a:pt x="22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1365" name="Google Shape;1365;p4"/>
            <p:cNvSpPr/>
            <p:nvPr/>
          </p:nvSpPr>
          <p:spPr>
            <a:xfrm>
              <a:off x="4102" y="3375"/>
              <a:ext cx="17" cy="46"/>
            </a:xfrm>
            <a:custGeom>
              <a:avLst/>
              <a:gdLst/>
              <a:ahLst/>
              <a:cxnLst/>
              <a:rect l="l" t="t" r="r" b="b"/>
              <a:pathLst>
                <a:path w="20" h="78" extrusionOk="0">
                  <a:moveTo>
                    <a:pt x="20" y="0"/>
                  </a:moveTo>
                  <a:lnTo>
                    <a:pt x="16" y="1"/>
                  </a:lnTo>
                  <a:lnTo>
                    <a:pt x="11" y="5"/>
                  </a:lnTo>
                  <a:lnTo>
                    <a:pt x="9" y="12"/>
                  </a:lnTo>
                  <a:lnTo>
                    <a:pt x="5" y="22"/>
                  </a:lnTo>
                  <a:lnTo>
                    <a:pt x="1" y="34"/>
                  </a:lnTo>
                  <a:lnTo>
                    <a:pt x="0" y="47"/>
                  </a:lnTo>
                  <a:lnTo>
                    <a:pt x="0" y="62"/>
                  </a:lnTo>
                  <a:lnTo>
                    <a:pt x="0" y="78"/>
                  </a:lnTo>
                  <a:lnTo>
                    <a:pt x="0" y="78"/>
                  </a:lnTo>
                  <a:lnTo>
                    <a:pt x="0" y="62"/>
                  </a:lnTo>
                  <a:lnTo>
                    <a:pt x="1" y="50"/>
                  </a:lnTo>
                  <a:lnTo>
                    <a:pt x="3" y="36"/>
                  </a:lnTo>
                  <a:lnTo>
                    <a:pt x="5" y="26"/>
                  </a:lnTo>
                  <a:lnTo>
                    <a:pt x="9" y="17"/>
                  </a:lnTo>
                  <a:lnTo>
                    <a:pt x="12" y="10"/>
                  </a:lnTo>
                  <a:lnTo>
                    <a:pt x="16" y="7"/>
                  </a:lnTo>
                  <a:lnTo>
                    <a:pt x="20" y="5"/>
                  </a:lnTo>
                  <a:lnTo>
                    <a:pt x="20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1366" name="Google Shape;1366;p4"/>
            <p:cNvSpPr/>
            <p:nvPr/>
          </p:nvSpPr>
          <p:spPr>
            <a:xfrm>
              <a:off x="4102" y="3377"/>
              <a:ext cx="17" cy="44"/>
            </a:xfrm>
            <a:custGeom>
              <a:avLst/>
              <a:gdLst/>
              <a:ahLst/>
              <a:cxnLst/>
              <a:rect l="l" t="t" r="r" b="b"/>
              <a:pathLst>
                <a:path w="20" h="73" extrusionOk="0">
                  <a:moveTo>
                    <a:pt x="20" y="0"/>
                  </a:moveTo>
                  <a:lnTo>
                    <a:pt x="16" y="2"/>
                  </a:lnTo>
                  <a:lnTo>
                    <a:pt x="12" y="5"/>
                  </a:lnTo>
                  <a:lnTo>
                    <a:pt x="9" y="12"/>
                  </a:lnTo>
                  <a:lnTo>
                    <a:pt x="5" y="21"/>
                  </a:lnTo>
                  <a:lnTo>
                    <a:pt x="3" y="31"/>
                  </a:lnTo>
                  <a:lnTo>
                    <a:pt x="1" y="45"/>
                  </a:lnTo>
                  <a:lnTo>
                    <a:pt x="0" y="57"/>
                  </a:lnTo>
                  <a:lnTo>
                    <a:pt x="0" y="73"/>
                  </a:lnTo>
                  <a:lnTo>
                    <a:pt x="1" y="73"/>
                  </a:lnTo>
                  <a:lnTo>
                    <a:pt x="1" y="57"/>
                  </a:lnTo>
                  <a:lnTo>
                    <a:pt x="3" y="43"/>
                  </a:lnTo>
                  <a:lnTo>
                    <a:pt x="5" y="29"/>
                  </a:lnTo>
                  <a:lnTo>
                    <a:pt x="9" y="19"/>
                  </a:lnTo>
                  <a:lnTo>
                    <a:pt x="12" y="12"/>
                  </a:lnTo>
                  <a:lnTo>
                    <a:pt x="16" y="7"/>
                  </a:lnTo>
                  <a:lnTo>
                    <a:pt x="20" y="5"/>
                  </a:lnTo>
                  <a:lnTo>
                    <a:pt x="20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1367" name="Google Shape;1367;p4"/>
            <p:cNvSpPr/>
            <p:nvPr/>
          </p:nvSpPr>
          <p:spPr>
            <a:xfrm>
              <a:off x="4103" y="3381"/>
              <a:ext cx="16" cy="40"/>
            </a:xfrm>
            <a:custGeom>
              <a:avLst/>
              <a:gdLst/>
              <a:ahLst/>
              <a:cxnLst/>
              <a:rect l="l" t="t" r="r" b="b"/>
              <a:pathLst>
                <a:path w="19" h="68" extrusionOk="0">
                  <a:moveTo>
                    <a:pt x="19" y="0"/>
                  </a:moveTo>
                  <a:lnTo>
                    <a:pt x="15" y="2"/>
                  </a:lnTo>
                  <a:lnTo>
                    <a:pt x="11" y="7"/>
                  </a:lnTo>
                  <a:lnTo>
                    <a:pt x="8" y="14"/>
                  </a:lnTo>
                  <a:lnTo>
                    <a:pt x="4" y="24"/>
                  </a:lnTo>
                  <a:lnTo>
                    <a:pt x="2" y="38"/>
                  </a:lnTo>
                  <a:lnTo>
                    <a:pt x="0" y="52"/>
                  </a:lnTo>
                  <a:lnTo>
                    <a:pt x="0" y="68"/>
                  </a:lnTo>
                  <a:lnTo>
                    <a:pt x="2" y="68"/>
                  </a:lnTo>
                  <a:lnTo>
                    <a:pt x="2" y="54"/>
                  </a:lnTo>
                  <a:lnTo>
                    <a:pt x="4" y="40"/>
                  </a:lnTo>
                  <a:lnTo>
                    <a:pt x="6" y="28"/>
                  </a:lnTo>
                  <a:lnTo>
                    <a:pt x="8" y="19"/>
                  </a:lnTo>
                  <a:lnTo>
                    <a:pt x="11" y="11"/>
                  </a:lnTo>
                  <a:lnTo>
                    <a:pt x="15" y="7"/>
                  </a:lnTo>
                  <a:lnTo>
                    <a:pt x="19" y="5"/>
                  </a:lnTo>
                  <a:lnTo>
                    <a:pt x="19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1368" name="Google Shape;1368;p4"/>
            <p:cNvSpPr/>
            <p:nvPr/>
          </p:nvSpPr>
          <p:spPr>
            <a:xfrm>
              <a:off x="4105" y="3385"/>
              <a:ext cx="14" cy="36"/>
            </a:xfrm>
            <a:custGeom>
              <a:avLst/>
              <a:gdLst/>
              <a:ahLst/>
              <a:cxnLst/>
              <a:rect l="l" t="t" r="r" b="b"/>
              <a:pathLst>
                <a:path w="17" h="63" extrusionOk="0">
                  <a:moveTo>
                    <a:pt x="17" y="0"/>
                  </a:moveTo>
                  <a:lnTo>
                    <a:pt x="13" y="2"/>
                  </a:lnTo>
                  <a:lnTo>
                    <a:pt x="9" y="6"/>
                  </a:lnTo>
                  <a:lnTo>
                    <a:pt x="6" y="14"/>
                  </a:lnTo>
                  <a:lnTo>
                    <a:pt x="4" y="23"/>
                  </a:lnTo>
                  <a:lnTo>
                    <a:pt x="2" y="35"/>
                  </a:lnTo>
                  <a:lnTo>
                    <a:pt x="0" y="49"/>
                  </a:lnTo>
                  <a:lnTo>
                    <a:pt x="0" y="63"/>
                  </a:lnTo>
                  <a:lnTo>
                    <a:pt x="2" y="63"/>
                  </a:lnTo>
                  <a:lnTo>
                    <a:pt x="2" y="49"/>
                  </a:lnTo>
                  <a:lnTo>
                    <a:pt x="2" y="37"/>
                  </a:lnTo>
                  <a:lnTo>
                    <a:pt x="4" y="26"/>
                  </a:lnTo>
                  <a:lnTo>
                    <a:pt x="8" y="18"/>
                  </a:lnTo>
                  <a:lnTo>
                    <a:pt x="9" y="11"/>
                  </a:lnTo>
                  <a:lnTo>
                    <a:pt x="13" y="7"/>
                  </a:lnTo>
                  <a:lnTo>
                    <a:pt x="17" y="6"/>
                  </a:lnTo>
                  <a:lnTo>
                    <a:pt x="17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1369" name="Google Shape;1369;p4"/>
            <p:cNvSpPr/>
            <p:nvPr/>
          </p:nvSpPr>
          <p:spPr>
            <a:xfrm>
              <a:off x="4107" y="3387"/>
              <a:ext cx="12" cy="34"/>
            </a:xfrm>
            <a:custGeom>
              <a:avLst/>
              <a:gdLst/>
              <a:ahLst/>
              <a:cxnLst/>
              <a:rect l="l" t="t" r="r" b="b"/>
              <a:pathLst>
                <a:path w="15" h="57" extrusionOk="0">
                  <a:moveTo>
                    <a:pt x="15" y="0"/>
                  </a:moveTo>
                  <a:lnTo>
                    <a:pt x="11" y="1"/>
                  </a:lnTo>
                  <a:lnTo>
                    <a:pt x="7" y="5"/>
                  </a:lnTo>
                  <a:lnTo>
                    <a:pt x="6" y="12"/>
                  </a:lnTo>
                  <a:lnTo>
                    <a:pt x="2" y="20"/>
                  </a:lnTo>
                  <a:lnTo>
                    <a:pt x="0" y="31"/>
                  </a:lnTo>
                  <a:lnTo>
                    <a:pt x="0" y="43"/>
                  </a:lnTo>
                  <a:lnTo>
                    <a:pt x="0" y="57"/>
                  </a:lnTo>
                  <a:lnTo>
                    <a:pt x="0" y="57"/>
                  </a:lnTo>
                  <a:lnTo>
                    <a:pt x="0" y="45"/>
                  </a:lnTo>
                  <a:lnTo>
                    <a:pt x="2" y="34"/>
                  </a:lnTo>
                  <a:lnTo>
                    <a:pt x="4" y="24"/>
                  </a:lnTo>
                  <a:lnTo>
                    <a:pt x="6" y="15"/>
                  </a:lnTo>
                  <a:lnTo>
                    <a:pt x="7" y="10"/>
                  </a:lnTo>
                  <a:lnTo>
                    <a:pt x="11" y="5"/>
                  </a:lnTo>
                  <a:lnTo>
                    <a:pt x="15" y="5"/>
                  </a:lnTo>
                  <a:lnTo>
                    <a:pt x="15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1370" name="Google Shape;1370;p4"/>
            <p:cNvSpPr/>
            <p:nvPr/>
          </p:nvSpPr>
          <p:spPr>
            <a:xfrm>
              <a:off x="4107" y="3390"/>
              <a:ext cx="12" cy="31"/>
            </a:xfrm>
            <a:custGeom>
              <a:avLst/>
              <a:gdLst/>
              <a:ahLst/>
              <a:cxnLst/>
              <a:rect l="l" t="t" r="r" b="b"/>
              <a:pathLst>
                <a:path w="15" h="52" extrusionOk="0">
                  <a:moveTo>
                    <a:pt x="15" y="0"/>
                  </a:moveTo>
                  <a:lnTo>
                    <a:pt x="11" y="0"/>
                  </a:lnTo>
                  <a:lnTo>
                    <a:pt x="7" y="5"/>
                  </a:lnTo>
                  <a:lnTo>
                    <a:pt x="6" y="10"/>
                  </a:lnTo>
                  <a:lnTo>
                    <a:pt x="4" y="19"/>
                  </a:lnTo>
                  <a:lnTo>
                    <a:pt x="2" y="29"/>
                  </a:lnTo>
                  <a:lnTo>
                    <a:pt x="0" y="40"/>
                  </a:lnTo>
                  <a:lnTo>
                    <a:pt x="0" y="52"/>
                  </a:lnTo>
                  <a:lnTo>
                    <a:pt x="2" y="52"/>
                  </a:lnTo>
                  <a:lnTo>
                    <a:pt x="2" y="40"/>
                  </a:lnTo>
                  <a:lnTo>
                    <a:pt x="4" y="27"/>
                  </a:lnTo>
                  <a:lnTo>
                    <a:pt x="6" y="19"/>
                  </a:lnTo>
                  <a:lnTo>
                    <a:pt x="7" y="10"/>
                  </a:lnTo>
                  <a:lnTo>
                    <a:pt x="11" y="7"/>
                  </a:lnTo>
                  <a:lnTo>
                    <a:pt x="15" y="5"/>
                  </a:lnTo>
                  <a:lnTo>
                    <a:pt x="15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1371" name="Google Shape;1371;p4"/>
            <p:cNvSpPr/>
            <p:nvPr/>
          </p:nvSpPr>
          <p:spPr>
            <a:xfrm>
              <a:off x="4107" y="3393"/>
              <a:ext cx="12" cy="28"/>
            </a:xfrm>
            <a:custGeom>
              <a:avLst/>
              <a:gdLst/>
              <a:ahLst/>
              <a:cxnLst/>
              <a:rect l="l" t="t" r="r" b="b"/>
              <a:pathLst>
                <a:path w="13" h="47" extrusionOk="0">
                  <a:moveTo>
                    <a:pt x="13" y="0"/>
                  </a:moveTo>
                  <a:lnTo>
                    <a:pt x="9" y="2"/>
                  </a:lnTo>
                  <a:lnTo>
                    <a:pt x="5" y="5"/>
                  </a:lnTo>
                  <a:lnTo>
                    <a:pt x="4" y="14"/>
                  </a:lnTo>
                  <a:lnTo>
                    <a:pt x="2" y="22"/>
                  </a:lnTo>
                  <a:lnTo>
                    <a:pt x="0" y="35"/>
                  </a:lnTo>
                  <a:lnTo>
                    <a:pt x="0" y="47"/>
                  </a:lnTo>
                  <a:lnTo>
                    <a:pt x="2" y="47"/>
                  </a:lnTo>
                  <a:lnTo>
                    <a:pt x="2" y="35"/>
                  </a:lnTo>
                  <a:lnTo>
                    <a:pt x="4" y="26"/>
                  </a:lnTo>
                  <a:lnTo>
                    <a:pt x="5" y="17"/>
                  </a:lnTo>
                  <a:lnTo>
                    <a:pt x="7" y="10"/>
                  </a:lnTo>
                  <a:lnTo>
                    <a:pt x="9" y="7"/>
                  </a:lnTo>
                  <a:lnTo>
                    <a:pt x="13" y="5"/>
                  </a:lnTo>
                  <a:lnTo>
                    <a:pt x="1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1372" name="Google Shape;1372;p4"/>
            <p:cNvSpPr/>
            <p:nvPr/>
          </p:nvSpPr>
          <p:spPr>
            <a:xfrm>
              <a:off x="4109" y="3396"/>
              <a:ext cx="10" cy="25"/>
            </a:xfrm>
            <a:custGeom>
              <a:avLst/>
              <a:gdLst/>
              <a:ahLst/>
              <a:cxnLst/>
              <a:rect l="l" t="t" r="r" b="b"/>
              <a:pathLst>
                <a:path w="11" h="42" extrusionOk="0">
                  <a:moveTo>
                    <a:pt x="11" y="0"/>
                  </a:moveTo>
                  <a:lnTo>
                    <a:pt x="7" y="2"/>
                  </a:lnTo>
                  <a:lnTo>
                    <a:pt x="5" y="5"/>
                  </a:lnTo>
                  <a:lnTo>
                    <a:pt x="3" y="12"/>
                  </a:lnTo>
                  <a:lnTo>
                    <a:pt x="2" y="21"/>
                  </a:lnTo>
                  <a:lnTo>
                    <a:pt x="0" y="30"/>
                  </a:lnTo>
                  <a:lnTo>
                    <a:pt x="0" y="42"/>
                  </a:lnTo>
                  <a:lnTo>
                    <a:pt x="0" y="42"/>
                  </a:lnTo>
                  <a:lnTo>
                    <a:pt x="2" y="31"/>
                  </a:lnTo>
                  <a:lnTo>
                    <a:pt x="2" y="23"/>
                  </a:lnTo>
                  <a:lnTo>
                    <a:pt x="3" y="16"/>
                  </a:lnTo>
                  <a:lnTo>
                    <a:pt x="5" y="11"/>
                  </a:lnTo>
                  <a:lnTo>
                    <a:pt x="7" y="5"/>
                  </a:lnTo>
                  <a:lnTo>
                    <a:pt x="11" y="5"/>
                  </a:lnTo>
                  <a:lnTo>
                    <a:pt x="11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1373" name="Google Shape;1373;p4"/>
            <p:cNvSpPr/>
            <p:nvPr/>
          </p:nvSpPr>
          <p:spPr>
            <a:xfrm>
              <a:off x="4109" y="3400"/>
              <a:ext cx="10" cy="21"/>
            </a:xfrm>
            <a:custGeom>
              <a:avLst/>
              <a:gdLst/>
              <a:ahLst/>
              <a:cxnLst/>
              <a:rect l="l" t="t" r="r" b="b"/>
              <a:pathLst>
                <a:path w="11" h="37" extrusionOk="0">
                  <a:moveTo>
                    <a:pt x="11" y="0"/>
                  </a:moveTo>
                  <a:lnTo>
                    <a:pt x="7" y="0"/>
                  </a:lnTo>
                  <a:lnTo>
                    <a:pt x="5" y="6"/>
                  </a:lnTo>
                  <a:lnTo>
                    <a:pt x="3" y="11"/>
                  </a:lnTo>
                  <a:lnTo>
                    <a:pt x="2" y="18"/>
                  </a:lnTo>
                  <a:lnTo>
                    <a:pt x="2" y="26"/>
                  </a:lnTo>
                  <a:lnTo>
                    <a:pt x="0" y="37"/>
                  </a:lnTo>
                  <a:lnTo>
                    <a:pt x="2" y="37"/>
                  </a:lnTo>
                  <a:lnTo>
                    <a:pt x="2" y="26"/>
                  </a:lnTo>
                  <a:lnTo>
                    <a:pt x="3" y="18"/>
                  </a:lnTo>
                  <a:lnTo>
                    <a:pt x="5" y="11"/>
                  </a:lnTo>
                  <a:lnTo>
                    <a:pt x="7" y="7"/>
                  </a:lnTo>
                  <a:lnTo>
                    <a:pt x="11" y="6"/>
                  </a:lnTo>
                  <a:lnTo>
                    <a:pt x="11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1374" name="Google Shape;1374;p4"/>
            <p:cNvSpPr/>
            <p:nvPr/>
          </p:nvSpPr>
          <p:spPr>
            <a:xfrm>
              <a:off x="4110" y="3402"/>
              <a:ext cx="9" cy="19"/>
            </a:xfrm>
            <a:custGeom>
              <a:avLst/>
              <a:gdLst/>
              <a:ahLst/>
              <a:cxnLst/>
              <a:rect l="l" t="t" r="r" b="b"/>
              <a:pathLst>
                <a:path w="9" h="31" extrusionOk="0">
                  <a:moveTo>
                    <a:pt x="9" y="0"/>
                  </a:moveTo>
                  <a:lnTo>
                    <a:pt x="5" y="1"/>
                  </a:lnTo>
                  <a:lnTo>
                    <a:pt x="3" y="5"/>
                  </a:lnTo>
                  <a:lnTo>
                    <a:pt x="1" y="12"/>
                  </a:lnTo>
                  <a:lnTo>
                    <a:pt x="0" y="20"/>
                  </a:lnTo>
                  <a:lnTo>
                    <a:pt x="0" y="31"/>
                  </a:lnTo>
                  <a:lnTo>
                    <a:pt x="1" y="31"/>
                  </a:lnTo>
                  <a:lnTo>
                    <a:pt x="1" y="22"/>
                  </a:lnTo>
                  <a:lnTo>
                    <a:pt x="3" y="15"/>
                  </a:lnTo>
                  <a:lnTo>
                    <a:pt x="5" y="10"/>
                  </a:lnTo>
                  <a:lnTo>
                    <a:pt x="7" y="5"/>
                  </a:lnTo>
                  <a:lnTo>
                    <a:pt x="9" y="5"/>
                  </a:lnTo>
                  <a:lnTo>
                    <a:pt x="9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1375" name="Google Shape;1375;p4"/>
            <p:cNvSpPr/>
            <p:nvPr/>
          </p:nvSpPr>
          <p:spPr>
            <a:xfrm>
              <a:off x="4112" y="3406"/>
              <a:ext cx="7" cy="15"/>
            </a:xfrm>
            <a:custGeom>
              <a:avLst/>
              <a:gdLst/>
              <a:ahLst/>
              <a:cxnLst/>
              <a:rect l="l" t="t" r="r" b="b"/>
              <a:pathLst>
                <a:path w="8" h="26" extrusionOk="0">
                  <a:moveTo>
                    <a:pt x="8" y="0"/>
                  </a:moveTo>
                  <a:lnTo>
                    <a:pt x="6" y="0"/>
                  </a:lnTo>
                  <a:lnTo>
                    <a:pt x="4" y="5"/>
                  </a:lnTo>
                  <a:lnTo>
                    <a:pt x="2" y="10"/>
                  </a:lnTo>
                  <a:lnTo>
                    <a:pt x="0" y="17"/>
                  </a:lnTo>
                  <a:lnTo>
                    <a:pt x="0" y="26"/>
                  </a:lnTo>
                  <a:lnTo>
                    <a:pt x="2" y="26"/>
                  </a:lnTo>
                  <a:lnTo>
                    <a:pt x="2" y="17"/>
                  </a:lnTo>
                  <a:lnTo>
                    <a:pt x="4" y="10"/>
                  </a:lnTo>
                  <a:lnTo>
                    <a:pt x="6" y="7"/>
                  </a:lnTo>
                  <a:lnTo>
                    <a:pt x="8" y="5"/>
                  </a:lnTo>
                  <a:lnTo>
                    <a:pt x="8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1376" name="Google Shape;1376;p4"/>
            <p:cNvSpPr/>
            <p:nvPr/>
          </p:nvSpPr>
          <p:spPr>
            <a:xfrm>
              <a:off x="4114" y="3408"/>
              <a:ext cx="5" cy="13"/>
            </a:xfrm>
            <a:custGeom>
              <a:avLst/>
              <a:gdLst/>
              <a:ahLst/>
              <a:cxnLst/>
              <a:rect l="l" t="t" r="r" b="b"/>
              <a:pathLst>
                <a:path w="6" h="21" extrusionOk="0">
                  <a:moveTo>
                    <a:pt x="6" y="0"/>
                  </a:moveTo>
                  <a:lnTo>
                    <a:pt x="4" y="2"/>
                  </a:lnTo>
                  <a:lnTo>
                    <a:pt x="2" y="5"/>
                  </a:lnTo>
                  <a:lnTo>
                    <a:pt x="0" y="12"/>
                  </a:lnTo>
                  <a:lnTo>
                    <a:pt x="0" y="21"/>
                  </a:lnTo>
                  <a:lnTo>
                    <a:pt x="0" y="21"/>
                  </a:lnTo>
                  <a:lnTo>
                    <a:pt x="2" y="14"/>
                  </a:lnTo>
                  <a:lnTo>
                    <a:pt x="2" y="9"/>
                  </a:lnTo>
                  <a:lnTo>
                    <a:pt x="4" y="5"/>
                  </a:lnTo>
                  <a:lnTo>
                    <a:pt x="6" y="5"/>
                  </a:lnTo>
                  <a:lnTo>
                    <a:pt x="6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1377" name="Google Shape;1377;p4"/>
            <p:cNvSpPr/>
            <p:nvPr/>
          </p:nvSpPr>
          <p:spPr>
            <a:xfrm>
              <a:off x="4114" y="3412"/>
              <a:ext cx="5" cy="9"/>
            </a:xfrm>
            <a:custGeom>
              <a:avLst/>
              <a:gdLst/>
              <a:ahLst/>
              <a:cxnLst/>
              <a:rect l="l" t="t" r="r" b="b"/>
              <a:pathLst>
                <a:path w="6" h="16" extrusionOk="0">
                  <a:moveTo>
                    <a:pt x="6" y="0"/>
                  </a:moveTo>
                  <a:lnTo>
                    <a:pt x="4" y="0"/>
                  </a:lnTo>
                  <a:lnTo>
                    <a:pt x="2" y="4"/>
                  </a:lnTo>
                  <a:lnTo>
                    <a:pt x="2" y="9"/>
                  </a:lnTo>
                  <a:lnTo>
                    <a:pt x="0" y="16"/>
                  </a:lnTo>
                  <a:lnTo>
                    <a:pt x="2" y="16"/>
                  </a:lnTo>
                  <a:lnTo>
                    <a:pt x="2" y="11"/>
                  </a:lnTo>
                  <a:lnTo>
                    <a:pt x="4" y="5"/>
                  </a:lnTo>
                  <a:lnTo>
                    <a:pt x="6" y="5"/>
                  </a:lnTo>
                  <a:lnTo>
                    <a:pt x="6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1378" name="Google Shape;1378;p4"/>
            <p:cNvSpPr/>
            <p:nvPr/>
          </p:nvSpPr>
          <p:spPr>
            <a:xfrm>
              <a:off x="4116" y="3416"/>
              <a:ext cx="3" cy="5"/>
            </a:xfrm>
            <a:custGeom>
              <a:avLst/>
              <a:gdLst/>
              <a:ahLst/>
              <a:cxnLst/>
              <a:rect l="l" t="t" r="r" b="b"/>
              <a:pathLst>
                <a:path w="4" h="11" extrusionOk="0">
                  <a:moveTo>
                    <a:pt x="4" y="0"/>
                  </a:moveTo>
                  <a:lnTo>
                    <a:pt x="2" y="0"/>
                  </a:lnTo>
                  <a:lnTo>
                    <a:pt x="0" y="6"/>
                  </a:lnTo>
                  <a:lnTo>
                    <a:pt x="0" y="11"/>
                  </a:lnTo>
                  <a:lnTo>
                    <a:pt x="2" y="11"/>
                  </a:lnTo>
                  <a:lnTo>
                    <a:pt x="2" y="7"/>
                  </a:lnTo>
                  <a:lnTo>
                    <a:pt x="4" y="6"/>
                  </a:lnTo>
                  <a:lnTo>
                    <a:pt x="4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1379" name="Google Shape;1379;p4"/>
            <p:cNvSpPr/>
            <p:nvPr/>
          </p:nvSpPr>
          <p:spPr>
            <a:xfrm>
              <a:off x="4117" y="3418"/>
              <a:ext cx="2" cy="3"/>
            </a:xfrm>
            <a:custGeom>
              <a:avLst/>
              <a:gdLst/>
              <a:ahLst/>
              <a:cxnLst/>
              <a:rect l="l" t="t" r="r" b="b"/>
              <a:pathLst>
                <a:path w="2" h="5" extrusionOk="0">
                  <a:moveTo>
                    <a:pt x="2" y="0"/>
                  </a:moveTo>
                  <a:lnTo>
                    <a:pt x="0" y="1"/>
                  </a:lnTo>
                  <a:lnTo>
                    <a:pt x="0" y="5"/>
                  </a:lnTo>
                  <a:lnTo>
                    <a:pt x="2" y="5"/>
                  </a:lnTo>
                  <a:lnTo>
                    <a:pt x="2" y="5"/>
                  </a:lnTo>
                  <a:lnTo>
                    <a:pt x="2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1380" name="Google Shape;1380;p4"/>
            <p:cNvSpPr/>
            <p:nvPr/>
          </p:nvSpPr>
          <p:spPr>
            <a:xfrm>
              <a:off x="4070" y="3294"/>
              <a:ext cx="49" cy="127"/>
            </a:xfrm>
            <a:custGeom>
              <a:avLst/>
              <a:gdLst/>
              <a:ahLst/>
              <a:cxnLst/>
              <a:rect l="l" t="t" r="r" b="b"/>
              <a:pathLst>
                <a:path w="56" h="214" extrusionOk="0">
                  <a:moveTo>
                    <a:pt x="27" y="214"/>
                  </a:moveTo>
                  <a:lnTo>
                    <a:pt x="34" y="210"/>
                  </a:lnTo>
                  <a:lnTo>
                    <a:pt x="41" y="202"/>
                  </a:lnTo>
                  <a:lnTo>
                    <a:pt x="47" y="186"/>
                  </a:lnTo>
                  <a:lnTo>
                    <a:pt x="50" y="167"/>
                  </a:lnTo>
                  <a:lnTo>
                    <a:pt x="54" y="144"/>
                  </a:lnTo>
                  <a:lnTo>
                    <a:pt x="56" y="120"/>
                  </a:lnTo>
                  <a:lnTo>
                    <a:pt x="56" y="94"/>
                  </a:lnTo>
                  <a:lnTo>
                    <a:pt x="54" y="70"/>
                  </a:lnTo>
                  <a:lnTo>
                    <a:pt x="50" y="45"/>
                  </a:lnTo>
                  <a:lnTo>
                    <a:pt x="47" y="26"/>
                  </a:lnTo>
                  <a:lnTo>
                    <a:pt x="41" y="13"/>
                  </a:lnTo>
                  <a:lnTo>
                    <a:pt x="34" y="4"/>
                  </a:lnTo>
                  <a:lnTo>
                    <a:pt x="27" y="0"/>
                  </a:lnTo>
                  <a:lnTo>
                    <a:pt x="21" y="4"/>
                  </a:lnTo>
                  <a:lnTo>
                    <a:pt x="14" y="13"/>
                  </a:lnTo>
                  <a:lnTo>
                    <a:pt x="9" y="26"/>
                  </a:lnTo>
                  <a:lnTo>
                    <a:pt x="5" y="45"/>
                  </a:lnTo>
                  <a:lnTo>
                    <a:pt x="1" y="70"/>
                  </a:lnTo>
                  <a:lnTo>
                    <a:pt x="0" y="94"/>
                  </a:lnTo>
                  <a:lnTo>
                    <a:pt x="0" y="120"/>
                  </a:lnTo>
                  <a:lnTo>
                    <a:pt x="1" y="144"/>
                  </a:lnTo>
                  <a:lnTo>
                    <a:pt x="5" y="167"/>
                  </a:lnTo>
                  <a:lnTo>
                    <a:pt x="9" y="186"/>
                  </a:lnTo>
                  <a:lnTo>
                    <a:pt x="14" y="202"/>
                  </a:lnTo>
                  <a:lnTo>
                    <a:pt x="21" y="210"/>
                  </a:lnTo>
                  <a:lnTo>
                    <a:pt x="27" y="214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1381" name="Google Shape;1381;p4"/>
            <p:cNvSpPr/>
            <p:nvPr/>
          </p:nvSpPr>
          <p:spPr>
            <a:xfrm>
              <a:off x="4070" y="3294"/>
              <a:ext cx="49" cy="127"/>
            </a:xfrm>
            <a:custGeom>
              <a:avLst/>
              <a:gdLst/>
              <a:ahLst/>
              <a:cxnLst/>
              <a:rect l="l" t="t" r="r" b="b"/>
              <a:pathLst>
                <a:path w="56" h="214" extrusionOk="0">
                  <a:moveTo>
                    <a:pt x="56" y="0"/>
                  </a:moveTo>
                  <a:lnTo>
                    <a:pt x="48" y="2"/>
                  </a:lnTo>
                  <a:lnTo>
                    <a:pt x="41" y="7"/>
                  </a:lnTo>
                  <a:lnTo>
                    <a:pt x="36" y="14"/>
                  </a:lnTo>
                  <a:lnTo>
                    <a:pt x="28" y="25"/>
                  </a:lnTo>
                  <a:lnTo>
                    <a:pt x="23" y="39"/>
                  </a:lnTo>
                  <a:lnTo>
                    <a:pt x="18" y="54"/>
                  </a:lnTo>
                  <a:lnTo>
                    <a:pt x="14" y="72"/>
                  </a:lnTo>
                  <a:lnTo>
                    <a:pt x="9" y="92"/>
                  </a:lnTo>
                  <a:lnTo>
                    <a:pt x="7" y="115"/>
                  </a:lnTo>
                  <a:lnTo>
                    <a:pt x="3" y="137"/>
                  </a:lnTo>
                  <a:lnTo>
                    <a:pt x="1" y="162"/>
                  </a:lnTo>
                  <a:lnTo>
                    <a:pt x="0" y="188"/>
                  </a:lnTo>
                  <a:lnTo>
                    <a:pt x="0" y="214"/>
                  </a:lnTo>
                  <a:lnTo>
                    <a:pt x="0" y="0"/>
                  </a:lnTo>
                  <a:lnTo>
                    <a:pt x="56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1382" name="Google Shape;1382;p4"/>
            <p:cNvSpPr/>
            <p:nvPr/>
          </p:nvSpPr>
          <p:spPr>
            <a:xfrm>
              <a:off x="4070" y="3294"/>
              <a:ext cx="49" cy="127"/>
            </a:xfrm>
            <a:custGeom>
              <a:avLst/>
              <a:gdLst/>
              <a:ahLst/>
              <a:cxnLst/>
              <a:rect l="l" t="t" r="r" b="b"/>
              <a:pathLst>
                <a:path w="56" h="214" extrusionOk="0">
                  <a:moveTo>
                    <a:pt x="56" y="0"/>
                  </a:moveTo>
                  <a:lnTo>
                    <a:pt x="48" y="2"/>
                  </a:lnTo>
                  <a:lnTo>
                    <a:pt x="41" y="7"/>
                  </a:lnTo>
                  <a:lnTo>
                    <a:pt x="36" y="14"/>
                  </a:lnTo>
                  <a:lnTo>
                    <a:pt x="28" y="25"/>
                  </a:lnTo>
                  <a:lnTo>
                    <a:pt x="23" y="39"/>
                  </a:lnTo>
                  <a:lnTo>
                    <a:pt x="18" y="54"/>
                  </a:lnTo>
                  <a:lnTo>
                    <a:pt x="14" y="72"/>
                  </a:lnTo>
                  <a:lnTo>
                    <a:pt x="9" y="92"/>
                  </a:lnTo>
                  <a:lnTo>
                    <a:pt x="7" y="115"/>
                  </a:lnTo>
                  <a:lnTo>
                    <a:pt x="3" y="137"/>
                  </a:lnTo>
                  <a:lnTo>
                    <a:pt x="1" y="162"/>
                  </a:lnTo>
                  <a:lnTo>
                    <a:pt x="0" y="188"/>
                  </a:lnTo>
                  <a:lnTo>
                    <a:pt x="0" y="214"/>
                  </a:lnTo>
                  <a:lnTo>
                    <a:pt x="1" y="214"/>
                  </a:lnTo>
                  <a:lnTo>
                    <a:pt x="1" y="188"/>
                  </a:lnTo>
                  <a:lnTo>
                    <a:pt x="3" y="163"/>
                  </a:lnTo>
                  <a:lnTo>
                    <a:pt x="5" y="139"/>
                  </a:lnTo>
                  <a:lnTo>
                    <a:pt x="7" y="117"/>
                  </a:lnTo>
                  <a:lnTo>
                    <a:pt x="10" y="96"/>
                  </a:lnTo>
                  <a:lnTo>
                    <a:pt x="14" y="75"/>
                  </a:lnTo>
                  <a:lnTo>
                    <a:pt x="19" y="58"/>
                  </a:lnTo>
                  <a:lnTo>
                    <a:pt x="25" y="42"/>
                  </a:lnTo>
                  <a:lnTo>
                    <a:pt x="30" y="30"/>
                  </a:lnTo>
                  <a:lnTo>
                    <a:pt x="36" y="19"/>
                  </a:lnTo>
                  <a:lnTo>
                    <a:pt x="43" y="11"/>
                  </a:lnTo>
                  <a:lnTo>
                    <a:pt x="48" y="7"/>
                  </a:lnTo>
                  <a:lnTo>
                    <a:pt x="56" y="6"/>
                  </a:lnTo>
                  <a:lnTo>
                    <a:pt x="56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1383" name="Google Shape;1383;p4"/>
            <p:cNvSpPr/>
            <p:nvPr/>
          </p:nvSpPr>
          <p:spPr>
            <a:xfrm>
              <a:off x="4072" y="3298"/>
              <a:ext cx="47" cy="123"/>
            </a:xfrm>
            <a:custGeom>
              <a:avLst/>
              <a:gdLst/>
              <a:ahLst/>
              <a:cxnLst/>
              <a:rect l="l" t="t" r="r" b="b"/>
              <a:pathLst>
                <a:path w="55" h="208" extrusionOk="0">
                  <a:moveTo>
                    <a:pt x="55" y="0"/>
                  </a:moveTo>
                  <a:lnTo>
                    <a:pt x="47" y="1"/>
                  </a:lnTo>
                  <a:lnTo>
                    <a:pt x="42" y="5"/>
                  </a:lnTo>
                  <a:lnTo>
                    <a:pt x="35" y="13"/>
                  </a:lnTo>
                  <a:lnTo>
                    <a:pt x="29" y="24"/>
                  </a:lnTo>
                  <a:lnTo>
                    <a:pt x="24" y="36"/>
                  </a:lnTo>
                  <a:lnTo>
                    <a:pt x="18" y="52"/>
                  </a:lnTo>
                  <a:lnTo>
                    <a:pt x="13" y="69"/>
                  </a:lnTo>
                  <a:lnTo>
                    <a:pt x="9" y="90"/>
                  </a:lnTo>
                  <a:lnTo>
                    <a:pt x="6" y="111"/>
                  </a:lnTo>
                  <a:lnTo>
                    <a:pt x="4" y="133"/>
                  </a:lnTo>
                  <a:lnTo>
                    <a:pt x="2" y="157"/>
                  </a:lnTo>
                  <a:lnTo>
                    <a:pt x="0" y="182"/>
                  </a:lnTo>
                  <a:lnTo>
                    <a:pt x="0" y="208"/>
                  </a:lnTo>
                  <a:lnTo>
                    <a:pt x="2" y="208"/>
                  </a:lnTo>
                  <a:lnTo>
                    <a:pt x="2" y="180"/>
                  </a:lnTo>
                  <a:lnTo>
                    <a:pt x="4" y="154"/>
                  </a:lnTo>
                  <a:lnTo>
                    <a:pt x="6" y="130"/>
                  </a:lnTo>
                  <a:lnTo>
                    <a:pt x="8" y="105"/>
                  </a:lnTo>
                  <a:lnTo>
                    <a:pt x="13" y="85"/>
                  </a:lnTo>
                  <a:lnTo>
                    <a:pt x="17" y="64"/>
                  </a:lnTo>
                  <a:lnTo>
                    <a:pt x="22" y="46"/>
                  </a:lnTo>
                  <a:lnTo>
                    <a:pt x="27" y="33"/>
                  </a:lnTo>
                  <a:lnTo>
                    <a:pt x="35" y="20"/>
                  </a:lnTo>
                  <a:lnTo>
                    <a:pt x="40" y="12"/>
                  </a:lnTo>
                  <a:lnTo>
                    <a:pt x="47" y="7"/>
                  </a:lnTo>
                  <a:lnTo>
                    <a:pt x="55" y="5"/>
                  </a:lnTo>
                  <a:lnTo>
                    <a:pt x="55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1384" name="Google Shape;1384;p4"/>
            <p:cNvSpPr/>
            <p:nvPr/>
          </p:nvSpPr>
          <p:spPr>
            <a:xfrm>
              <a:off x="4074" y="3300"/>
              <a:ext cx="45" cy="121"/>
            </a:xfrm>
            <a:custGeom>
              <a:avLst/>
              <a:gdLst/>
              <a:ahLst/>
              <a:cxnLst/>
              <a:rect l="l" t="t" r="r" b="b"/>
              <a:pathLst>
                <a:path w="53" h="203" extrusionOk="0">
                  <a:moveTo>
                    <a:pt x="53" y="0"/>
                  </a:moveTo>
                  <a:lnTo>
                    <a:pt x="45" y="2"/>
                  </a:lnTo>
                  <a:lnTo>
                    <a:pt x="38" y="7"/>
                  </a:lnTo>
                  <a:lnTo>
                    <a:pt x="33" y="15"/>
                  </a:lnTo>
                  <a:lnTo>
                    <a:pt x="25" y="28"/>
                  </a:lnTo>
                  <a:lnTo>
                    <a:pt x="20" y="41"/>
                  </a:lnTo>
                  <a:lnTo>
                    <a:pt x="15" y="59"/>
                  </a:lnTo>
                  <a:lnTo>
                    <a:pt x="11" y="80"/>
                  </a:lnTo>
                  <a:lnTo>
                    <a:pt x="6" y="100"/>
                  </a:lnTo>
                  <a:lnTo>
                    <a:pt x="4" y="125"/>
                  </a:lnTo>
                  <a:lnTo>
                    <a:pt x="2" y="149"/>
                  </a:lnTo>
                  <a:lnTo>
                    <a:pt x="0" y="175"/>
                  </a:lnTo>
                  <a:lnTo>
                    <a:pt x="0" y="203"/>
                  </a:lnTo>
                  <a:lnTo>
                    <a:pt x="0" y="203"/>
                  </a:lnTo>
                  <a:lnTo>
                    <a:pt x="2" y="177"/>
                  </a:lnTo>
                  <a:lnTo>
                    <a:pt x="2" y="151"/>
                  </a:lnTo>
                  <a:lnTo>
                    <a:pt x="4" y="126"/>
                  </a:lnTo>
                  <a:lnTo>
                    <a:pt x="7" y="104"/>
                  </a:lnTo>
                  <a:lnTo>
                    <a:pt x="11" y="81"/>
                  </a:lnTo>
                  <a:lnTo>
                    <a:pt x="16" y="62"/>
                  </a:lnTo>
                  <a:lnTo>
                    <a:pt x="20" y="45"/>
                  </a:lnTo>
                  <a:lnTo>
                    <a:pt x="27" y="31"/>
                  </a:lnTo>
                  <a:lnTo>
                    <a:pt x="33" y="21"/>
                  </a:lnTo>
                  <a:lnTo>
                    <a:pt x="38" y="12"/>
                  </a:lnTo>
                  <a:lnTo>
                    <a:pt x="45" y="7"/>
                  </a:lnTo>
                  <a:lnTo>
                    <a:pt x="53" y="5"/>
                  </a:lnTo>
                  <a:lnTo>
                    <a:pt x="5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1385" name="Google Shape;1385;p4"/>
            <p:cNvSpPr/>
            <p:nvPr/>
          </p:nvSpPr>
          <p:spPr>
            <a:xfrm>
              <a:off x="4074" y="3304"/>
              <a:ext cx="45" cy="117"/>
            </a:xfrm>
            <a:custGeom>
              <a:avLst/>
              <a:gdLst/>
              <a:ahLst/>
              <a:cxnLst/>
              <a:rect l="l" t="t" r="r" b="b"/>
              <a:pathLst>
                <a:path w="53" h="198" extrusionOk="0">
                  <a:moveTo>
                    <a:pt x="53" y="0"/>
                  </a:moveTo>
                  <a:lnTo>
                    <a:pt x="45" y="2"/>
                  </a:lnTo>
                  <a:lnTo>
                    <a:pt x="38" y="7"/>
                  </a:lnTo>
                  <a:lnTo>
                    <a:pt x="33" y="16"/>
                  </a:lnTo>
                  <a:lnTo>
                    <a:pt x="27" y="26"/>
                  </a:lnTo>
                  <a:lnTo>
                    <a:pt x="20" y="40"/>
                  </a:lnTo>
                  <a:lnTo>
                    <a:pt x="16" y="57"/>
                  </a:lnTo>
                  <a:lnTo>
                    <a:pt x="11" y="76"/>
                  </a:lnTo>
                  <a:lnTo>
                    <a:pt x="7" y="99"/>
                  </a:lnTo>
                  <a:lnTo>
                    <a:pt x="4" y="121"/>
                  </a:lnTo>
                  <a:lnTo>
                    <a:pt x="2" y="146"/>
                  </a:lnTo>
                  <a:lnTo>
                    <a:pt x="2" y="172"/>
                  </a:lnTo>
                  <a:lnTo>
                    <a:pt x="0" y="198"/>
                  </a:lnTo>
                  <a:lnTo>
                    <a:pt x="2" y="198"/>
                  </a:lnTo>
                  <a:lnTo>
                    <a:pt x="2" y="172"/>
                  </a:lnTo>
                  <a:lnTo>
                    <a:pt x="4" y="147"/>
                  </a:lnTo>
                  <a:lnTo>
                    <a:pt x="6" y="123"/>
                  </a:lnTo>
                  <a:lnTo>
                    <a:pt x="9" y="101"/>
                  </a:lnTo>
                  <a:lnTo>
                    <a:pt x="13" y="80"/>
                  </a:lnTo>
                  <a:lnTo>
                    <a:pt x="16" y="61"/>
                  </a:lnTo>
                  <a:lnTo>
                    <a:pt x="22" y="45"/>
                  </a:lnTo>
                  <a:lnTo>
                    <a:pt x="27" y="31"/>
                  </a:lnTo>
                  <a:lnTo>
                    <a:pt x="33" y="19"/>
                  </a:lnTo>
                  <a:lnTo>
                    <a:pt x="40" y="12"/>
                  </a:lnTo>
                  <a:lnTo>
                    <a:pt x="45" y="7"/>
                  </a:lnTo>
                  <a:lnTo>
                    <a:pt x="53" y="5"/>
                  </a:lnTo>
                  <a:lnTo>
                    <a:pt x="5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1386" name="Google Shape;1386;p4"/>
            <p:cNvSpPr/>
            <p:nvPr/>
          </p:nvSpPr>
          <p:spPr>
            <a:xfrm>
              <a:off x="4074" y="3307"/>
              <a:ext cx="45" cy="114"/>
            </a:xfrm>
            <a:custGeom>
              <a:avLst/>
              <a:gdLst/>
              <a:ahLst/>
              <a:cxnLst/>
              <a:rect l="l" t="t" r="r" b="b"/>
              <a:pathLst>
                <a:path w="51" h="193" extrusionOk="0">
                  <a:moveTo>
                    <a:pt x="51" y="0"/>
                  </a:moveTo>
                  <a:lnTo>
                    <a:pt x="43" y="2"/>
                  </a:lnTo>
                  <a:lnTo>
                    <a:pt x="38" y="7"/>
                  </a:lnTo>
                  <a:lnTo>
                    <a:pt x="31" y="14"/>
                  </a:lnTo>
                  <a:lnTo>
                    <a:pt x="25" y="26"/>
                  </a:lnTo>
                  <a:lnTo>
                    <a:pt x="20" y="40"/>
                  </a:lnTo>
                  <a:lnTo>
                    <a:pt x="14" y="56"/>
                  </a:lnTo>
                  <a:lnTo>
                    <a:pt x="11" y="75"/>
                  </a:lnTo>
                  <a:lnTo>
                    <a:pt x="7" y="96"/>
                  </a:lnTo>
                  <a:lnTo>
                    <a:pt x="4" y="118"/>
                  </a:lnTo>
                  <a:lnTo>
                    <a:pt x="2" y="142"/>
                  </a:lnTo>
                  <a:lnTo>
                    <a:pt x="0" y="167"/>
                  </a:lnTo>
                  <a:lnTo>
                    <a:pt x="0" y="193"/>
                  </a:lnTo>
                  <a:lnTo>
                    <a:pt x="2" y="193"/>
                  </a:lnTo>
                  <a:lnTo>
                    <a:pt x="2" y="168"/>
                  </a:lnTo>
                  <a:lnTo>
                    <a:pt x="4" y="144"/>
                  </a:lnTo>
                  <a:lnTo>
                    <a:pt x="5" y="120"/>
                  </a:lnTo>
                  <a:lnTo>
                    <a:pt x="7" y="99"/>
                  </a:lnTo>
                  <a:lnTo>
                    <a:pt x="11" y="78"/>
                  </a:lnTo>
                  <a:lnTo>
                    <a:pt x="16" y="59"/>
                  </a:lnTo>
                  <a:lnTo>
                    <a:pt x="20" y="44"/>
                  </a:lnTo>
                  <a:lnTo>
                    <a:pt x="25" y="30"/>
                  </a:lnTo>
                  <a:lnTo>
                    <a:pt x="31" y="19"/>
                  </a:lnTo>
                  <a:lnTo>
                    <a:pt x="38" y="12"/>
                  </a:lnTo>
                  <a:lnTo>
                    <a:pt x="43" y="7"/>
                  </a:lnTo>
                  <a:lnTo>
                    <a:pt x="51" y="5"/>
                  </a:lnTo>
                  <a:lnTo>
                    <a:pt x="51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1387" name="Google Shape;1387;p4"/>
            <p:cNvSpPr/>
            <p:nvPr/>
          </p:nvSpPr>
          <p:spPr>
            <a:xfrm>
              <a:off x="4075" y="3309"/>
              <a:ext cx="44" cy="112"/>
            </a:xfrm>
            <a:custGeom>
              <a:avLst/>
              <a:gdLst/>
              <a:ahLst/>
              <a:cxnLst/>
              <a:rect l="l" t="t" r="r" b="b"/>
              <a:pathLst>
                <a:path w="49" h="188" extrusionOk="0">
                  <a:moveTo>
                    <a:pt x="49" y="0"/>
                  </a:moveTo>
                  <a:lnTo>
                    <a:pt x="41" y="2"/>
                  </a:lnTo>
                  <a:lnTo>
                    <a:pt x="36" y="7"/>
                  </a:lnTo>
                  <a:lnTo>
                    <a:pt x="29" y="14"/>
                  </a:lnTo>
                  <a:lnTo>
                    <a:pt x="23" y="25"/>
                  </a:lnTo>
                  <a:lnTo>
                    <a:pt x="18" y="39"/>
                  </a:lnTo>
                  <a:lnTo>
                    <a:pt x="14" y="54"/>
                  </a:lnTo>
                  <a:lnTo>
                    <a:pt x="9" y="73"/>
                  </a:lnTo>
                  <a:lnTo>
                    <a:pt x="5" y="94"/>
                  </a:lnTo>
                  <a:lnTo>
                    <a:pt x="3" y="115"/>
                  </a:lnTo>
                  <a:lnTo>
                    <a:pt x="2" y="139"/>
                  </a:lnTo>
                  <a:lnTo>
                    <a:pt x="0" y="163"/>
                  </a:lnTo>
                  <a:lnTo>
                    <a:pt x="0" y="188"/>
                  </a:lnTo>
                  <a:lnTo>
                    <a:pt x="2" y="188"/>
                  </a:lnTo>
                  <a:lnTo>
                    <a:pt x="2" y="163"/>
                  </a:lnTo>
                  <a:lnTo>
                    <a:pt x="2" y="141"/>
                  </a:lnTo>
                  <a:lnTo>
                    <a:pt x="5" y="118"/>
                  </a:lnTo>
                  <a:lnTo>
                    <a:pt x="7" y="96"/>
                  </a:lnTo>
                  <a:lnTo>
                    <a:pt x="11" y="77"/>
                  </a:lnTo>
                  <a:lnTo>
                    <a:pt x="14" y="59"/>
                  </a:lnTo>
                  <a:lnTo>
                    <a:pt x="20" y="44"/>
                  </a:lnTo>
                  <a:lnTo>
                    <a:pt x="25" y="30"/>
                  </a:lnTo>
                  <a:lnTo>
                    <a:pt x="30" y="19"/>
                  </a:lnTo>
                  <a:lnTo>
                    <a:pt x="36" y="11"/>
                  </a:lnTo>
                  <a:lnTo>
                    <a:pt x="41" y="7"/>
                  </a:lnTo>
                  <a:lnTo>
                    <a:pt x="49" y="6"/>
                  </a:lnTo>
                  <a:lnTo>
                    <a:pt x="49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1388" name="Google Shape;1388;p4"/>
            <p:cNvSpPr/>
            <p:nvPr/>
          </p:nvSpPr>
          <p:spPr>
            <a:xfrm>
              <a:off x="4077" y="3313"/>
              <a:ext cx="42" cy="108"/>
            </a:xfrm>
            <a:custGeom>
              <a:avLst/>
              <a:gdLst/>
              <a:ahLst/>
              <a:cxnLst/>
              <a:rect l="l" t="t" r="r" b="b"/>
              <a:pathLst>
                <a:path w="47" h="182" extrusionOk="0">
                  <a:moveTo>
                    <a:pt x="47" y="0"/>
                  </a:moveTo>
                  <a:lnTo>
                    <a:pt x="39" y="1"/>
                  </a:lnTo>
                  <a:lnTo>
                    <a:pt x="34" y="5"/>
                  </a:lnTo>
                  <a:lnTo>
                    <a:pt x="28" y="13"/>
                  </a:lnTo>
                  <a:lnTo>
                    <a:pt x="23" y="24"/>
                  </a:lnTo>
                  <a:lnTo>
                    <a:pt x="18" y="38"/>
                  </a:lnTo>
                  <a:lnTo>
                    <a:pt x="12" y="53"/>
                  </a:lnTo>
                  <a:lnTo>
                    <a:pt x="9" y="71"/>
                  </a:lnTo>
                  <a:lnTo>
                    <a:pt x="5" y="90"/>
                  </a:lnTo>
                  <a:lnTo>
                    <a:pt x="3" y="112"/>
                  </a:lnTo>
                  <a:lnTo>
                    <a:pt x="0" y="135"/>
                  </a:lnTo>
                  <a:lnTo>
                    <a:pt x="0" y="157"/>
                  </a:lnTo>
                  <a:lnTo>
                    <a:pt x="0" y="182"/>
                  </a:lnTo>
                  <a:lnTo>
                    <a:pt x="0" y="182"/>
                  </a:lnTo>
                  <a:lnTo>
                    <a:pt x="1" y="157"/>
                  </a:lnTo>
                  <a:lnTo>
                    <a:pt x="1" y="135"/>
                  </a:lnTo>
                  <a:lnTo>
                    <a:pt x="3" y="114"/>
                  </a:lnTo>
                  <a:lnTo>
                    <a:pt x="7" y="93"/>
                  </a:lnTo>
                  <a:lnTo>
                    <a:pt x="10" y="74"/>
                  </a:lnTo>
                  <a:lnTo>
                    <a:pt x="14" y="57"/>
                  </a:lnTo>
                  <a:lnTo>
                    <a:pt x="18" y="41"/>
                  </a:lnTo>
                  <a:lnTo>
                    <a:pt x="23" y="29"/>
                  </a:lnTo>
                  <a:lnTo>
                    <a:pt x="28" y="19"/>
                  </a:lnTo>
                  <a:lnTo>
                    <a:pt x="34" y="10"/>
                  </a:lnTo>
                  <a:lnTo>
                    <a:pt x="39" y="7"/>
                  </a:lnTo>
                  <a:lnTo>
                    <a:pt x="47" y="5"/>
                  </a:lnTo>
                  <a:lnTo>
                    <a:pt x="47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1389" name="Google Shape;1389;p4"/>
            <p:cNvSpPr/>
            <p:nvPr/>
          </p:nvSpPr>
          <p:spPr>
            <a:xfrm>
              <a:off x="4077" y="3315"/>
              <a:ext cx="42" cy="106"/>
            </a:xfrm>
            <a:custGeom>
              <a:avLst/>
              <a:gdLst/>
              <a:ahLst/>
              <a:cxnLst/>
              <a:rect l="l" t="t" r="r" b="b"/>
              <a:pathLst>
                <a:path w="47" h="177" extrusionOk="0">
                  <a:moveTo>
                    <a:pt x="47" y="0"/>
                  </a:moveTo>
                  <a:lnTo>
                    <a:pt x="39" y="2"/>
                  </a:lnTo>
                  <a:lnTo>
                    <a:pt x="34" y="5"/>
                  </a:lnTo>
                  <a:lnTo>
                    <a:pt x="28" y="14"/>
                  </a:lnTo>
                  <a:lnTo>
                    <a:pt x="23" y="24"/>
                  </a:lnTo>
                  <a:lnTo>
                    <a:pt x="18" y="36"/>
                  </a:lnTo>
                  <a:lnTo>
                    <a:pt x="14" y="52"/>
                  </a:lnTo>
                  <a:lnTo>
                    <a:pt x="10" y="69"/>
                  </a:lnTo>
                  <a:lnTo>
                    <a:pt x="7" y="88"/>
                  </a:lnTo>
                  <a:lnTo>
                    <a:pt x="3" y="109"/>
                  </a:lnTo>
                  <a:lnTo>
                    <a:pt x="1" y="130"/>
                  </a:lnTo>
                  <a:lnTo>
                    <a:pt x="1" y="152"/>
                  </a:lnTo>
                  <a:lnTo>
                    <a:pt x="0" y="177"/>
                  </a:lnTo>
                  <a:lnTo>
                    <a:pt x="1" y="177"/>
                  </a:lnTo>
                  <a:lnTo>
                    <a:pt x="1" y="154"/>
                  </a:lnTo>
                  <a:lnTo>
                    <a:pt x="3" y="132"/>
                  </a:lnTo>
                  <a:lnTo>
                    <a:pt x="5" y="111"/>
                  </a:lnTo>
                  <a:lnTo>
                    <a:pt x="7" y="90"/>
                  </a:lnTo>
                  <a:lnTo>
                    <a:pt x="10" y="73"/>
                  </a:lnTo>
                  <a:lnTo>
                    <a:pt x="14" y="55"/>
                  </a:lnTo>
                  <a:lnTo>
                    <a:pt x="19" y="40"/>
                  </a:lnTo>
                  <a:lnTo>
                    <a:pt x="23" y="28"/>
                  </a:lnTo>
                  <a:lnTo>
                    <a:pt x="28" y="17"/>
                  </a:lnTo>
                  <a:lnTo>
                    <a:pt x="34" y="10"/>
                  </a:lnTo>
                  <a:lnTo>
                    <a:pt x="41" y="7"/>
                  </a:lnTo>
                  <a:lnTo>
                    <a:pt x="47" y="5"/>
                  </a:lnTo>
                  <a:lnTo>
                    <a:pt x="47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1390" name="Google Shape;1390;p4"/>
            <p:cNvSpPr/>
            <p:nvPr/>
          </p:nvSpPr>
          <p:spPr>
            <a:xfrm>
              <a:off x="4079" y="3319"/>
              <a:ext cx="40" cy="102"/>
            </a:xfrm>
            <a:custGeom>
              <a:avLst/>
              <a:gdLst/>
              <a:ahLst/>
              <a:cxnLst/>
              <a:rect l="l" t="t" r="r" b="b"/>
              <a:pathLst>
                <a:path w="46" h="172" extrusionOk="0">
                  <a:moveTo>
                    <a:pt x="46" y="0"/>
                  </a:moveTo>
                  <a:lnTo>
                    <a:pt x="40" y="2"/>
                  </a:lnTo>
                  <a:lnTo>
                    <a:pt x="33" y="5"/>
                  </a:lnTo>
                  <a:lnTo>
                    <a:pt x="27" y="12"/>
                  </a:lnTo>
                  <a:lnTo>
                    <a:pt x="22" y="23"/>
                  </a:lnTo>
                  <a:lnTo>
                    <a:pt x="18" y="35"/>
                  </a:lnTo>
                  <a:lnTo>
                    <a:pt x="13" y="50"/>
                  </a:lnTo>
                  <a:lnTo>
                    <a:pt x="9" y="68"/>
                  </a:lnTo>
                  <a:lnTo>
                    <a:pt x="6" y="85"/>
                  </a:lnTo>
                  <a:lnTo>
                    <a:pt x="4" y="106"/>
                  </a:lnTo>
                  <a:lnTo>
                    <a:pt x="2" y="127"/>
                  </a:lnTo>
                  <a:lnTo>
                    <a:pt x="0" y="149"/>
                  </a:lnTo>
                  <a:lnTo>
                    <a:pt x="0" y="172"/>
                  </a:lnTo>
                  <a:lnTo>
                    <a:pt x="2" y="172"/>
                  </a:lnTo>
                  <a:lnTo>
                    <a:pt x="2" y="147"/>
                  </a:lnTo>
                  <a:lnTo>
                    <a:pt x="4" y="125"/>
                  </a:lnTo>
                  <a:lnTo>
                    <a:pt x="6" y="102"/>
                  </a:lnTo>
                  <a:lnTo>
                    <a:pt x="9" y="82"/>
                  </a:lnTo>
                  <a:lnTo>
                    <a:pt x="13" y="62"/>
                  </a:lnTo>
                  <a:lnTo>
                    <a:pt x="17" y="45"/>
                  </a:lnTo>
                  <a:lnTo>
                    <a:pt x="22" y="31"/>
                  </a:lnTo>
                  <a:lnTo>
                    <a:pt x="27" y="21"/>
                  </a:lnTo>
                  <a:lnTo>
                    <a:pt x="33" y="12"/>
                  </a:lnTo>
                  <a:lnTo>
                    <a:pt x="38" y="7"/>
                  </a:lnTo>
                  <a:lnTo>
                    <a:pt x="46" y="5"/>
                  </a:lnTo>
                  <a:lnTo>
                    <a:pt x="46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1391" name="Google Shape;1391;p4"/>
            <p:cNvSpPr/>
            <p:nvPr/>
          </p:nvSpPr>
          <p:spPr>
            <a:xfrm>
              <a:off x="4081" y="3323"/>
              <a:ext cx="38" cy="98"/>
            </a:xfrm>
            <a:custGeom>
              <a:avLst/>
              <a:gdLst/>
              <a:ahLst/>
              <a:cxnLst/>
              <a:rect l="l" t="t" r="r" b="b"/>
              <a:pathLst>
                <a:path w="44" h="167" extrusionOk="0">
                  <a:moveTo>
                    <a:pt x="44" y="0"/>
                  </a:moveTo>
                  <a:lnTo>
                    <a:pt x="36" y="2"/>
                  </a:lnTo>
                  <a:lnTo>
                    <a:pt x="31" y="7"/>
                  </a:lnTo>
                  <a:lnTo>
                    <a:pt x="25" y="16"/>
                  </a:lnTo>
                  <a:lnTo>
                    <a:pt x="20" y="26"/>
                  </a:lnTo>
                  <a:lnTo>
                    <a:pt x="15" y="40"/>
                  </a:lnTo>
                  <a:lnTo>
                    <a:pt x="11" y="57"/>
                  </a:lnTo>
                  <a:lnTo>
                    <a:pt x="7" y="77"/>
                  </a:lnTo>
                  <a:lnTo>
                    <a:pt x="4" y="97"/>
                  </a:lnTo>
                  <a:lnTo>
                    <a:pt x="2" y="120"/>
                  </a:lnTo>
                  <a:lnTo>
                    <a:pt x="0" y="142"/>
                  </a:lnTo>
                  <a:lnTo>
                    <a:pt x="0" y="167"/>
                  </a:lnTo>
                  <a:lnTo>
                    <a:pt x="2" y="167"/>
                  </a:lnTo>
                  <a:lnTo>
                    <a:pt x="2" y="142"/>
                  </a:lnTo>
                  <a:lnTo>
                    <a:pt x="2" y="122"/>
                  </a:lnTo>
                  <a:lnTo>
                    <a:pt x="6" y="99"/>
                  </a:lnTo>
                  <a:lnTo>
                    <a:pt x="7" y="80"/>
                  </a:lnTo>
                  <a:lnTo>
                    <a:pt x="11" y="61"/>
                  </a:lnTo>
                  <a:lnTo>
                    <a:pt x="16" y="45"/>
                  </a:lnTo>
                  <a:lnTo>
                    <a:pt x="20" y="31"/>
                  </a:lnTo>
                  <a:lnTo>
                    <a:pt x="25" y="19"/>
                  </a:lnTo>
                  <a:lnTo>
                    <a:pt x="31" y="12"/>
                  </a:lnTo>
                  <a:lnTo>
                    <a:pt x="36" y="7"/>
                  </a:lnTo>
                  <a:lnTo>
                    <a:pt x="44" y="5"/>
                  </a:lnTo>
                  <a:lnTo>
                    <a:pt x="44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1392" name="Google Shape;1392;p4"/>
            <p:cNvSpPr/>
            <p:nvPr/>
          </p:nvSpPr>
          <p:spPr>
            <a:xfrm>
              <a:off x="4082" y="3325"/>
              <a:ext cx="37" cy="96"/>
            </a:xfrm>
            <a:custGeom>
              <a:avLst/>
              <a:gdLst/>
              <a:ahLst/>
              <a:cxnLst/>
              <a:rect l="l" t="t" r="r" b="b"/>
              <a:pathLst>
                <a:path w="42" h="162" extrusionOk="0">
                  <a:moveTo>
                    <a:pt x="42" y="0"/>
                  </a:moveTo>
                  <a:lnTo>
                    <a:pt x="34" y="2"/>
                  </a:lnTo>
                  <a:lnTo>
                    <a:pt x="29" y="7"/>
                  </a:lnTo>
                  <a:lnTo>
                    <a:pt x="23" y="14"/>
                  </a:lnTo>
                  <a:lnTo>
                    <a:pt x="18" y="26"/>
                  </a:lnTo>
                  <a:lnTo>
                    <a:pt x="14" y="40"/>
                  </a:lnTo>
                  <a:lnTo>
                    <a:pt x="9" y="56"/>
                  </a:lnTo>
                  <a:lnTo>
                    <a:pt x="5" y="75"/>
                  </a:lnTo>
                  <a:lnTo>
                    <a:pt x="4" y="94"/>
                  </a:lnTo>
                  <a:lnTo>
                    <a:pt x="0" y="117"/>
                  </a:lnTo>
                  <a:lnTo>
                    <a:pt x="0" y="137"/>
                  </a:lnTo>
                  <a:lnTo>
                    <a:pt x="0" y="162"/>
                  </a:lnTo>
                  <a:lnTo>
                    <a:pt x="0" y="162"/>
                  </a:lnTo>
                  <a:lnTo>
                    <a:pt x="2" y="139"/>
                  </a:lnTo>
                  <a:lnTo>
                    <a:pt x="2" y="117"/>
                  </a:lnTo>
                  <a:lnTo>
                    <a:pt x="4" y="96"/>
                  </a:lnTo>
                  <a:lnTo>
                    <a:pt x="7" y="77"/>
                  </a:lnTo>
                  <a:lnTo>
                    <a:pt x="11" y="59"/>
                  </a:lnTo>
                  <a:lnTo>
                    <a:pt x="14" y="44"/>
                  </a:lnTo>
                  <a:lnTo>
                    <a:pt x="20" y="30"/>
                  </a:lnTo>
                  <a:lnTo>
                    <a:pt x="23" y="20"/>
                  </a:lnTo>
                  <a:lnTo>
                    <a:pt x="29" y="13"/>
                  </a:lnTo>
                  <a:lnTo>
                    <a:pt x="36" y="7"/>
                  </a:lnTo>
                  <a:lnTo>
                    <a:pt x="42" y="6"/>
                  </a:lnTo>
                  <a:lnTo>
                    <a:pt x="42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</p:grpSp>
      <p:grpSp>
        <p:nvGrpSpPr>
          <p:cNvPr id="1393" name="Google Shape;1393;p4"/>
          <p:cNvGrpSpPr/>
          <p:nvPr/>
        </p:nvGrpSpPr>
        <p:grpSpPr>
          <a:xfrm>
            <a:off x="5867400" y="3124200"/>
            <a:ext cx="228600" cy="762000"/>
            <a:chOff x="3969" y="3294"/>
            <a:chExt cx="164" cy="567"/>
          </a:xfrm>
        </p:grpSpPr>
        <p:sp>
          <p:nvSpPr>
            <p:cNvPr id="1394" name="Google Shape;1394;p4"/>
            <p:cNvSpPr/>
            <p:nvPr/>
          </p:nvSpPr>
          <p:spPr>
            <a:xfrm>
              <a:off x="3969" y="3294"/>
              <a:ext cx="164" cy="567"/>
            </a:xfrm>
            <a:custGeom>
              <a:avLst/>
              <a:gdLst/>
              <a:ahLst/>
              <a:cxnLst/>
              <a:rect l="l" t="t" r="r" b="b"/>
              <a:pathLst>
                <a:path w="188" h="953" extrusionOk="0">
                  <a:moveTo>
                    <a:pt x="188" y="873"/>
                  </a:moveTo>
                  <a:lnTo>
                    <a:pt x="94" y="953"/>
                  </a:lnTo>
                  <a:lnTo>
                    <a:pt x="0" y="873"/>
                  </a:lnTo>
                  <a:lnTo>
                    <a:pt x="94" y="0"/>
                  </a:lnTo>
                  <a:lnTo>
                    <a:pt x="188" y="873"/>
                  </a:lnTo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1395" name="Google Shape;1395;p4"/>
            <p:cNvSpPr/>
            <p:nvPr/>
          </p:nvSpPr>
          <p:spPr>
            <a:xfrm>
              <a:off x="4035" y="3318"/>
              <a:ext cx="32" cy="59"/>
            </a:xfrm>
            <a:custGeom>
              <a:avLst/>
              <a:gdLst/>
              <a:ahLst/>
              <a:cxnLst/>
              <a:rect l="l" t="t" r="r" b="b"/>
              <a:pathLst>
                <a:path w="36" h="99" extrusionOk="0">
                  <a:moveTo>
                    <a:pt x="29" y="19"/>
                  </a:moveTo>
                  <a:lnTo>
                    <a:pt x="18" y="0"/>
                  </a:lnTo>
                  <a:lnTo>
                    <a:pt x="5" y="19"/>
                  </a:lnTo>
                  <a:lnTo>
                    <a:pt x="0" y="80"/>
                  </a:lnTo>
                  <a:lnTo>
                    <a:pt x="18" y="99"/>
                  </a:lnTo>
                  <a:lnTo>
                    <a:pt x="36" y="80"/>
                  </a:lnTo>
                  <a:lnTo>
                    <a:pt x="29" y="19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1396" name="Google Shape;1396;p4"/>
            <p:cNvSpPr/>
            <p:nvPr/>
          </p:nvSpPr>
          <p:spPr>
            <a:xfrm>
              <a:off x="3969" y="3767"/>
              <a:ext cx="164" cy="48"/>
            </a:xfrm>
            <a:custGeom>
              <a:avLst/>
              <a:gdLst/>
              <a:ahLst/>
              <a:cxnLst/>
              <a:rect l="l" t="t" r="r" b="b"/>
              <a:pathLst>
                <a:path w="188" h="78" extrusionOk="0">
                  <a:moveTo>
                    <a:pt x="188" y="78"/>
                  </a:moveTo>
                  <a:lnTo>
                    <a:pt x="94" y="0"/>
                  </a:lnTo>
                  <a:lnTo>
                    <a:pt x="0" y="78"/>
                  </a:lnTo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1397" name="Google Shape;1397;p4"/>
            <p:cNvSpPr/>
            <p:nvPr/>
          </p:nvSpPr>
          <p:spPr>
            <a:xfrm>
              <a:off x="3969" y="3294"/>
              <a:ext cx="164" cy="567"/>
            </a:xfrm>
            <a:custGeom>
              <a:avLst/>
              <a:gdLst/>
              <a:ahLst/>
              <a:cxnLst/>
              <a:rect l="l" t="t" r="r" b="b"/>
              <a:pathLst>
                <a:path w="188" h="953" extrusionOk="0">
                  <a:moveTo>
                    <a:pt x="94" y="0"/>
                  </a:moveTo>
                  <a:lnTo>
                    <a:pt x="94" y="953"/>
                  </a:lnTo>
                  <a:lnTo>
                    <a:pt x="188" y="873"/>
                  </a:lnTo>
                  <a:lnTo>
                    <a:pt x="94" y="0"/>
                  </a:lnTo>
                  <a:lnTo>
                    <a:pt x="0" y="873"/>
                  </a:lnTo>
                  <a:lnTo>
                    <a:pt x="94" y="953"/>
                  </a:lnTo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1398" name="Google Shape;1398;p4"/>
            <p:cNvSpPr/>
            <p:nvPr/>
          </p:nvSpPr>
          <p:spPr>
            <a:xfrm>
              <a:off x="4030" y="3424"/>
              <a:ext cx="42" cy="12"/>
            </a:xfrm>
            <a:custGeom>
              <a:avLst/>
              <a:gdLst/>
              <a:ahLst/>
              <a:cxnLst/>
              <a:rect l="l" t="t" r="r" b="b"/>
              <a:pathLst>
                <a:path w="47" h="19" extrusionOk="0">
                  <a:moveTo>
                    <a:pt x="47" y="0"/>
                  </a:moveTo>
                  <a:lnTo>
                    <a:pt x="24" y="19"/>
                  </a:lnTo>
                  <a:lnTo>
                    <a:pt x="0" y="0"/>
                  </a:lnTo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1399" name="Google Shape;1399;p4"/>
            <p:cNvSpPr/>
            <p:nvPr/>
          </p:nvSpPr>
          <p:spPr>
            <a:xfrm>
              <a:off x="4023" y="3468"/>
              <a:ext cx="54" cy="15"/>
            </a:xfrm>
            <a:custGeom>
              <a:avLst/>
              <a:gdLst/>
              <a:ahLst/>
              <a:cxnLst/>
              <a:rect l="l" t="t" r="r" b="b"/>
              <a:pathLst>
                <a:path w="64" h="26" extrusionOk="0">
                  <a:moveTo>
                    <a:pt x="64" y="0"/>
                  </a:moveTo>
                  <a:lnTo>
                    <a:pt x="33" y="26"/>
                  </a:lnTo>
                  <a:lnTo>
                    <a:pt x="0" y="0"/>
                  </a:lnTo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1400" name="Google Shape;1400;p4"/>
            <p:cNvSpPr/>
            <p:nvPr/>
          </p:nvSpPr>
          <p:spPr>
            <a:xfrm>
              <a:off x="4018" y="3510"/>
              <a:ext cx="68" cy="21"/>
            </a:xfrm>
            <a:custGeom>
              <a:avLst/>
              <a:gdLst/>
              <a:ahLst/>
              <a:cxnLst/>
              <a:rect l="l" t="t" r="r" b="b"/>
              <a:pathLst>
                <a:path w="78" h="35" extrusionOk="0">
                  <a:moveTo>
                    <a:pt x="78" y="2"/>
                  </a:moveTo>
                  <a:lnTo>
                    <a:pt x="38" y="35"/>
                  </a:lnTo>
                  <a:lnTo>
                    <a:pt x="0" y="0"/>
                  </a:lnTo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1401" name="Google Shape;1401;p4"/>
            <p:cNvSpPr/>
            <p:nvPr/>
          </p:nvSpPr>
          <p:spPr>
            <a:xfrm>
              <a:off x="4009" y="3555"/>
              <a:ext cx="82" cy="23"/>
            </a:xfrm>
            <a:custGeom>
              <a:avLst/>
              <a:gdLst/>
              <a:ahLst/>
              <a:cxnLst/>
              <a:rect l="l" t="t" r="r" b="b"/>
              <a:pathLst>
                <a:path w="94" h="38" extrusionOk="0">
                  <a:moveTo>
                    <a:pt x="94" y="0"/>
                  </a:moveTo>
                  <a:lnTo>
                    <a:pt x="47" y="38"/>
                  </a:lnTo>
                  <a:lnTo>
                    <a:pt x="0" y="0"/>
                  </a:lnTo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1402" name="Google Shape;1402;p4"/>
            <p:cNvSpPr/>
            <p:nvPr/>
          </p:nvSpPr>
          <p:spPr>
            <a:xfrm>
              <a:off x="4002" y="3598"/>
              <a:ext cx="96" cy="27"/>
            </a:xfrm>
            <a:custGeom>
              <a:avLst/>
              <a:gdLst/>
              <a:ahLst/>
              <a:cxnLst/>
              <a:rect l="l" t="t" r="r" b="b"/>
              <a:pathLst>
                <a:path w="110" h="46" extrusionOk="0">
                  <a:moveTo>
                    <a:pt x="110" y="0"/>
                  </a:moveTo>
                  <a:lnTo>
                    <a:pt x="56" y="46"/>
                  </a:lnTo>
                  <a:lnTo>
                    <a:pt x="0" y="0"/>
                  </a:lnTo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1403" name="Google Shape;1403;p4"/>
            <p:cNvSpPr/>
            <p:nvPr/>
          </p:nvSpPr>
          <p:spPr>
            <a:xfrm>
              <a:off x="3997" y="3641"/>
              <a:ext cx="110" cy="32"/>
            </a:xfrm>
            <a:custGeom>
              <a:avLst/>
              <a:gdLst/>
              <a:ahLst/>
              <a:cxnLst/>
              <a:rect l="l" t="t" r="r" b="b"/>
              <a:pathLst>
                <a:path w="125" h="53" extrusionOk="0">
                  <a:moveTo>
                    <a:pt x="125" y="0"/>
                  </a:moveTo>
                  <a:lnTo>
                    <a:pt x="62" y="53"/>
                  </a:lnTo>
                  <a:lnTo>
                    <a:pt x="0" y="0"/>
                  </a:lnTo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1404" name="Google Shape;1404;p4"/>
            <p:cNvSpPr/>
            <p:nvPr/>
          </p:nvSpPr>
          <p:spPr>
            <a:xfrm>
              <a:off x="3990" y="3684"/>
              <a:ext cx="122" cy="36"/>
            </a:xfrm>
            <a:custGeom>
              <a:avLst/>
              <a:gdLst/>
              <a:ahLst/>
              <a:cxnLst/>
              <a:rect l="l" t="t" r="r" b="b"/>
              <a:pathLst>
                <a:path w="141" h="61" extrusionOk="0">
                  <a:moveTo>
                    <a:pt x="141" y="0"/>
                  </a:moveTo>
                  <a:lnTo>
                    <a:pt x="71" y="61"/>
                  </a:lnTo>
                  <a:lnTo>
                    <a:pt x="0" y="0"/>
                  </a:lnTo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1405" name="Google Shape;1405;p4"/>
            <p:cNvSpPr/>
            <p:nvPr/>
          </p:nvSpPr>
          <p:spPr>
            <a:xfrm>
              <a:off x="3981" y="3728"/>
              <a:ext cx="138" cy="39"/>
            </a:xfrm>
            <a:custGeom>
              <a:avLst/>
              <a:gdLst/>
              <a:ahLst/>
              <a:cxnLst/>
              <a:rect l="l" t="t" r="r" b="b"/>
              <a:pathLst>
                <a:path w="158" h="68" extrusionOk="0">
                  <a:moveTo>
                    <a:pt x="158" y="0"/>
                  </a:moveTo>
                  <a:lnTo>
                    <a:pt x="80" y="68"/>
                  </a:lnTo>
                  <a:lnTo>
                    <a:pt x="0" y="2"/>
                  </a:lnTo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1406" name="Google Shape;1406;p4"/>
            <p:cNvSpPr/>
            <p:nvPr/>
          </p:nvSpPr>
          <p:spPr>
            <a:xfrm>
              <a:off x="3978" y="3769"/>
              <a:ext cx="148" cy="46"/>
            </a:xfrm>
            <a:custGeom>
              <a:avLst/>
              <a:gdLst/>
              <a:ahLst/>
              <a:cxnLst/>
              <a:rect l="l" t="t" r="r" b="b"/>
              <a:pathLst>
                <a:path w="172" h="75" extrusionOk="0">
                  <a:moveTo>
                    <a:pt x="172" y="2"/>
                  </a:moveTo>
                  <a:lnTo>
                    <a:pt x="85" y="75"/>
                  </a:lnTo>
                  <a:lnTo>
                    <a:pt x="0" y="0"/>
                  </a:lnTo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1407" name="Google Shape;1407;p4"/>
            <p:cNvSpPr/>
            <p:nvPr/>
          </p:nvSpPr>
          <p:spPr>
            <a:xfrm>
              <a:off x="4035" y="3318"/>
              <a:ext cx="32" cy="59"/>
            </a:xfrm>
            <a:custGeom>
              <a:avLst/>
              <a:gdLst/>
              <a:ahLst/>
              <a:cxnLst/>
              <a:rect l="l" t="t" r="r" b="b"/>
              <a:pathLst>
                <a:path w="36" h="99" extrusionOk="0">
                  <a:moveTo>
                    <a:pt x="29" y="19"/>
                  </a:moveTo>
                  <a:lnTo>
                    <a:pt x="18" y="0"/>
                  </a:lnTo>
                  <a:lnTo>
                    <a:pt x="5" y="19"/>
                  </a:lnTo>
                  <a:lnTo>
                    <a:pt x="0" y="80"/>
                  </a:lnTo>
                  <a:lnTo>
                    <a:pt x="18" y="99"/>
                  </a:lnTo>
                  <a:lnTo>
                    <a:pt x="36" y="80"/>
                  </a:lnTo>
                  <a:lnTo>
                    <a:pt x="29" y="19"/>
                  </a:lnTo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1408" name="Google Shape;1408;p4"/>
            <p:cNvSpPr/>
            <p:nvPr/>
          </p:nvSpPr>
          <p:spPr>
            <a:xfrm>
              <a:off x="4070" y="3294"/>
              <a:ext cx="49" cy="127"/>
            </a:xfrm>
            <a:custGeom>
              <a:avLst/>
              <a:gdLst/>
              <a:ahLst/>
              <a:cxnLst/>
              <a:rect l="l" t="t" r="r" b="b"/>
              <a:pathLst>
                <a:path w="56" h="214" extrusionOk="0">
                  <a:moveTo>
                    <a:pt x="56" y="0"/>
                  </a:moveTo>
                  <a:lnTo>
                    <a:pt x="48" y="2"/>
                  </a:lnTo>
                  <a:lnTo>
                    <a:pt x="41" y="7"/>
                  </a:lnTo>
                  <a:lnTo>
                    <a:pt x="36" y="14"/>
                  </a:lnTo>
                  <a:lnTo>
                    <a:pt x="28" y="25"/>
                  </a:lnTo>
                  <a:lnTo>
                    <a:pt x="23" y="39"/>
                  </a:lnTo>
                  <a:lnTo>
                    <a:pt x="18" y="54"/>
                  </a:lnTo>
                  <a:lnTo>
                    <a:pt x="14" y="72"/>
                  </a:lnTo>
                  <a:lnTo>
                    <a:pt x="9" y="92"/>
                  </a:lnTo>
                  <a:lnTo>
                    <a:pt x="7" y="115"/>
                  </a:lnTo>
                  <a:lnTo>
                    <a:pt x="3" y="137"/>
                  </a:lnTo>
                  <a:lnTo>
                    <a:pt x="1" y="162"/>
                  </a:lnTo>
                  <a:lnTo>
                    <a:pt x="0" y="188"/>
                  </a:lnTo>
                  <a:lnTo>
                    <a:pt x="0" y="214"/>
                  </a:lnTo>
                  <a:lnTo>
                    <a:pt x="0" y="0"/>
                  </a:lnTo>
                  <a:lnTo>
                    <a:pt x="56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1409" name="Google Shape;1409;p4"/>
            <p:cNvSpPr/>
            <p:nvPr/>
          </p:nvSpPr>
          <p:spPr>
            <a:xfrm>
              <a:off x="4070" y="3294"/>
              <a:ext cx="49" cy="127"/>
            </a:xfrm>
            <a:custGeom>
              <a:avLst/>
              <a:gdLst/>
              <a:ahLst/>
              <a:cxnLst/>
              <a:rect l="l" t="t" r="r" b="b"/>
              <a:pathLst>
                <a:path w="56" h="214" extrusionOk="0">
                  <a:moveTo>
                    <a:pt x="56" y="0"/>
                  </a:moveTo>
                  <a:lnTo>
                    <a:pt x="48" y="2"/>
                  </a:lnTo>
                  <a:lnTo>
                    <a:pt x="41" y="7"/>
                  </a:lnTo>
                  <a:lnTo>
                    <a:pt x="36" y="14"/>
                  </a:lnTo>
                  <a:lnTo>
                    <a:pt x="28" y="25"/>
                  </a:lnTo>
                  <a:lnTo>
                    <a:pt x="23" y="39"/>
                  </a:lnTo>
                  <a:lnTo>
                    <a:pt x="18" y="54"/>
                  </a:lnTo>
                  <a:lnTo>
                    <a:pt x="14" y="72"/>
                  </a:lnTo>
                  <a:lnTo>
                    <a:pt x="9" y="92"/>
                  </a:lnTo>
                  <a:lnTo>
                    <a:pt x="7" y="115"/>
                  </a:lnTo>
                  <a:lnTo>
                    <a:pt x="3" y="137"/>
                  </a:lnTo>
                  <a:lnTo>
                    <a:pt x="1" y="162"/>
                  </a:lnTo>
                  <a:lnTo>
                    <a:pt x="0" y="188"/>
                  </a:lnTo>
                  <a:lnTo>
                    <a:pt x="0" y="214"/>
                  </a:lnTo>
                  <a:lnTo>
                    <a:pt x="1" y="214"/>
                  </a:lnTo>
                  <a:lnTo>
                    <a:pt x="1" y="188"/>
                  </a:lnTo>
                  <a:lnTo>
                    <a:pt x="3" y="163"/>
                  </a:lnTo>
                  <a:lnTo>
                    <a:pt x="5" y="139"/>
                  </a:lnTo>
                  <a:lnTo>
                    <a:pt x="7" y="117"/>
                  </a:lnTo>
                  <a:lnTo>
                    <a:pt x="10" y="96"/>
                  </a:lnTo>
                  <a:lnTo>
                    <a:pt x="14" y="75"/>
                  </a:lnTo>
                  <a:lnTo>
                    <a:pt x="19" y="58"/>
                  </a:lnTo>
                  <a:lnTo>
                    <a:pt x="25" y="42"/>
                  </a:lnTo>
                  <a:lnTo>
                    <a:pt x="30" y="30"/>
                  </a:lnTo>
                  <a:lnTo>
                    <a:pt x="36" y="19"/>
                  </a:lnTo>
                  <a:lnTo>
                    <a:pt x="43" y="11"/>
                  </a:lnTo>
                  <a:lnTo>
                    <a:pt x="48" y="7"/>
                  </a:lnTo>
                  <a:lnTo>
                    <a:pt x="56" y="6"/>
                  </a:lnTo>
                  <a:lnTo>
                    <a:pt x="56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1410" name="Google Shape;1410;p4"/>
            <p:cNvSpPr/>
            <p:nvPr/>
          </p:nvSpPr>
          <p:spPr>
            <a:xfrm>
              <a:off x="4072" y="3298"/>
              <a:ext cx="47" cy="123"/>
            </a:xfrm>
            <a:custGeom>
              <a:avLst/>
              <a:gdLst/>
              <a:ahLst/>
              <a:cxnLst/>
              <a:rect l="l" t="t" r="r" b="b"/>
              <a:pathLst>
                <a:path w="55" h="208" extrusionOk="0">
                  <a:moveTo>
                    <a:pt x="55" y="0"/>
                  </a:moveTo>
                  <a:lnTo>
                    <a:pt x="47" y="1"/>
                  </a:lnTo>
                  <a:lnTo>
                    <a:pt x="42" y="5"/>
                  </a:lnTo>
                  <a:lnTo>
                    <a:pt x="35" y="13"/>
                  </a:lnTo>
                  <a:lnTo>
                    <a:pt x="29" y="24"/>
                  </a:lnTo>
                  <a:lnTo>
                    <a:pt x="24" y="36"/>
                  </a:lnTo>
                  <a:lnTo>
                    <a:pt x="18" y="52"/>
                  </a:lnTo>
                  <a:lnTo>
                    <a:pt x="13" y="69"/>
                  </a:lnTo>
                  <a:lnTo>
                    <a:pt x="9" y="90"/>
                  </a:lnTo>
                  <a:lnTo>
                    <a:pt x="6" y="111"/>
                  </a:lnTo>
                  <a:lnTo>
                    <a:pt x="4" y="133"/>
                  </a:lnTo>
                  <a:lnTo>
                    <a:pt x="2" y="157"/>
                  </a:lnTo>
                  <a:lnTo>
                    <a:pt x="0" y="182"/>
                  </a:lnTo>
                  <a:lnTo>
                    <a:pt x="0" y="208"/>
                  </a:lnTo>
                  <a:lnTo>
                    <a:pt x="2" y="208"/>
                  </a:lnTo>
                  <a:lnTo>
                    <a:pt x="2" y="180"/>
                  </a:lnTo>
                  <a:lnTo>
                    <a:pt x="4" y="154"/>
                  </a:lnTo>
                  <a:lnTo>
                    <a:pt x="6" y="130"/>
                  </a:lnTo>
                  <a:lnTo>
                    <a:pt x="8" y="105"/>
                  </a:lnTo>
                  <a:lnTo>
                    <a:pt x="13" y="85"/>
                  </a:lnTo>
                  <a:lnTo>
                    <a:pt x="17" y="64"/>
                  </a:lnTo>
                  <a:lnTo>
                    <a:pt x="22" y="46"/>
                  </a:lnTo>
                  <a:lnTo>
                    <a:pt x="27" y="33"/>
                  </a:lnTo>
                  <a:lnTo>
                    <a:pt x="35" y="20"/>
                  </a:lnTo>
                  <a:lnTo>
                    <a:pt x="40" y="12"/>
                  </a:lnTo>
                  <a:lnTo>
                    <a:pt x="47" y="7"/>
                  </a:lnTo>
                  <a:lnTo>
                    <a:pt x="55" y="5"/>
                  </a:lnTo>
                  <a:lnTo>
                    <a:pt x="55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1411" name="Google Shape;1411;p4"/>
            <p:cNvSpPr/>
            <p:nvPr/>
          </p:nvSpPr>
          <p:spPr>
            <a:xfrm>
              <a:off x="4074" y="3300"/>
              <a:ext cx="45" cy="121"/>
            </a:xfrm>
            <a:custGeom>
              <a:avLst/>
              <a:gdLst/>
              <a:ahLst/>
              <a:cxnLst/>
              <a:rect l="l" t="t" r="r" b="b"/>
              <a:pathLst>
                <a:path w="53" h="203" extrusionOk="0">
                  <a:moveTo>
                    <a:pt x="53" y="0"/>
                  </a:moveTo>
                  <a:lnTo>
                    <a:pt x="45" y="2"/>
                  </a:lnTo>
                  <a:lnTo>
                    <a:pt x="38" y="7"/>
                  </a:lnTo>
                  <a:lnTo>
                    <a:pt x="33" y="15"/>
                  </a:lnTo>
                  <a:lnTo>
                    <a:pt x="25" y="28"/>
                  </a:lnTo>
                  <a:lnTo>
                    <a:pt x="20" y="41"/>
                  </a:lnTo>
                  <a:lnTo>
                    <a:pt x="15" y="59"/>
                  </a:lnTo>
                  <a:lnTo>
                    <a:pt x="11" y="80"/>
                  </a:lnTo>
                  <a:lnTo>
                    <a:pt x="6" y="100"/>
                  </a:lnTo>
                  <a:lnTo>
                    <a:pt x="4" y="125"/>
                  </a:lnTo>
                  <a:lnTo>
                    <a:pt x="2" y="149"/>
                  </a:lnTo>
                  <a:lnTo>
                    <a:pt x="0" y="175"/>
                  </a:lnTo>
                  <a:lnTo>
                    <a:pt x="0" y="203"/>
                  </a:lnTo>
                  <a:lnTo>
                    <a:pt x="0" y="203"/>
                  </a:lnTo>
                  <a:lnTo>
                    <a:pt x="2" y="177"/>
                  </a:lnTo>
                  <a:lnTo>
                    <a:pt x="2" y="151"/>
                  </a:lnTo>
                  <a:lnTo>
                    <a:pt x="4" y="126"/>
                  </a:lnTo>
                  <a:lnTo>
                    <a:pt x="7" y="104"/>
                  </a:lnTo>
                  <a:lnTo>
                    <a:pt x="11" y="81"/>
                  </a:lnTo>
                  <a:lnTo>
                    <a:pt x="16" y="62"/>
                  </a:lnTo>
                  <a:lnTo>
                    <a:pt x="20" y="45"/>
                  </a:lnTo>
                  <a:lnTo>
                    <a:pt x="27" y="31"/>
                  </a:lnTo>
                  <a:lnTo>
                    <a:pt x="33" y="21"/>
                  </a:lnTo>
                  <a:lnTo>
                    <a:pt x="38" y="12"/>
                  </a:lnTo>
                  <a:lnTo>
                    <a:pt x="45" y="7"/>
                  </a:lnTo>
                  <a:lnTo>
                    <a:pt x="53" y="5"/>
                  </a:lnTo>
                  <a:lnTo>
                    <a:pt x="5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1412" name="Google Shape;1412;p4"/>
            <p:cNvSpPr/>
            <p:nvPr/>
          </p:nvSpPr>
          <p:spPr>
            <a:xfrm>
              <a:off x="4074" y="3304"/>
              <a:ext cx="45" cy="117"/>
            </a:xfrm>
            <a:custGeom>
              <a:avLst/>
              <a:gdLst/>
              <a:ahLst/>
              <a:cxnLst/>
              <a:rect l="l" t="t" r="r" b="b"/>
              <a:pathLst>
                <a:path w="53" h="198" extrusionOk="0">
                  <a:moveTo>
                    <a:pt x="53" y="0"/>
                  </a:moveTo>
                  <a:lnTo>
                    <a:pt x="45" y="2"/>
                  </a:lnTo>
                  <a:lnTo>
                    <a:pt x="38" y="7"/>
                  </a:lnTo>
                  <a:lnTo>
                    <a:pt x="33" y="16"/>
                  </a:lnTo>
                  <a:lnTo>
                    <a:pt x="27" y="26"/>
                  </a:lnTo>
                  <a:lnTo>
                    <a:pt x="20" y="40"/>
                  </a:lnTo>
                  <a:lnTo>
                    <a:pt x="16" y="57"/>
                  </a:lnTo>
                  <a:lnTo>
                    <a:pt x="11" y="76"/>
                  </a:lnTo>
                  <a:lnTo>
                    <a:pt x="7" y="99"/>
                  </a:lnTo>
                  <a:lnTo>
                    <a:pt x="4" y="121"/>
                  </a:lnTo>
                  <a:lnTo>
                    <a:pt x="2" y="146"/>
                  </a:lnTo>
                  <a:lnTo>
                    <a:pt x="2" y="172"/>
                  </a:lnTo>
                  <a:lnTo>
                    <a:pt x="0" y="198"/>
                  </a:lnTo>
                  <a:lnTo>
                    <a:pt x="2" y="198"/>
                  </a:lnTo>
                  <a:lnTo>
                    <a:pt x="2" y="172"/>
                  </a:lnTo>
                  <a:lnTo>
                    <a:pt x="4" y="147"/>
                  </a:lnTo>
                  <a:lnTo>
                    <a:pt x="6" y="123"/>
                  </a:lnTo>
                  <a:lnTo>
                    <a:pt x="9" y="101"/>
                  </a:lnTo>
                  <a:lnTo>
                    <a:pt x="13" y="80"/>
                  </a:lnTo>
                  <a:lnTo>
                    <a:pt x="16" y="61"/>
                  </a:lnTo>
                  <a:lnTo>
                    <a:pt x="22" y="45"/>
                  </a:lnTo>
                  <a:lnTo>
                    <a:pt x="27" y="31"/>
                  </a:lnTo>
                  <a:lnTo>
                    <a:pt x="33" y="19"/>
                  </a:lnTo>
                  <a:lnTo>
                    <a:pt x="40" y="12"/>
                  </a:lnTo>
                  <a:lnTo>
                    <a:pt x="45" y="7"/>
                  </a:lnTo>
                  <a:lnTo>
                    <a:pt x="53" y="5"/>
                  </a:lnTo>
                  <a:lnTo>
                    <a:pt x="5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1413" name="Google Shape;1413;p4"/>
            <p:cNvSpPr/>
            <p:nvPr/>
          </p:nvSpPr>
          <p:spPr>
            <a:xfrm>
              <a:off x="4074" y="3307"/>
              <a:ext cx="45" cy="114"/>
            </a:xfrm>
            <a:custGeom>
              <a:avLst/>
              <a:gdLst/>
              <a:ahLst/>
              <a:cxnLst/>
              <a:rect l="l" t="t" r="r" b="b"/>
              <a:pathLst>
                <a:path w="51" h="193" extrusionOk="0">
                  <a:moveTo>
                    <a:pt x="51" y="0"/>
                  </a:moveTo>
                  <a:lnTo>
                    <a:pt x="43" y="2"/>
                  </a:lnTo>
                  <a:lnTo>
                    <a:pt x="38" y="7"/>
                  </a:lnTo>
                  <a:lnTo>
                    <a:pt x="31" y="14"/>
                  </a:lnTo>
                  <a:lnTo>
                    <a:pt x="25" y="26"/>
                  </a:lnTo>
                  <a:lnTo>
                    <a:pt x="20" y="40"/>
                  </a:lnTo>
                  <a:lnTo>
                    <a:pt x="14" y="56"/>
                  </a:lnTo>
                  <a:lnTo>
                    <a:pt x="11" y="75"/>
                  </a:lnTo>
                  <a:lnTo>
                    <a:pt x="7" y="96"/>
                  </a:lnTo>
                  <a:lnTo>
                    <a:pt x="4" y="118"/>
                  </a:lnTo>
                  <a:lnTo>
                    <a:pt x="2" y="142"/>
                  </a:lnTo>
                  <a:lnTo>
                    <a:pt x="0" y="167"/>
                  </a:lnTo>
                  <a:lnTo>
                    <a:pt x="0" y="193"/>
                  </a:lnTo>
                  <a:lnTo>
                    <a:pt x="2" y="193"/>
                  </a:lnTo>
                  <a:lnTo>
                    <a:pt x="2" y="168"/>
                  </a:lnTo>
                  <a:lnTo>
                    <a:pt x="4" y="144"/>
                  </a:lnTo>
                  <a:lnTo>
                    <a:pt x="5" y="120"/>
                  </a:lnTo>
                  <a:lnTo>
                    <a:pt x="7" y="99"/>
                  </a:lnTo>
                  <a:lnTo>
                    <a:pt x="11" y="78"/>
                  </a:lnTo>
                  <a:lnTo>
                    <a:pt x="16" y="59"/>
                  </a:lnTo>
                  <a:lnTo>
                    <a:pt x="20" y="44"/>
                  </a:lnTo>
                  <a:lnTo>
                    <a:pt x="25" y="30"/>
                  </a:lnTo>
                  <a:lnTo>
                    <a:pt x="31" y="19"/>
                  </a:lnTo>
                  <a:lnTo>
                    <a:pt x="38" y="12"/>
                  </a:lnTo>
                  <a:lnTo>
                    <a:pt x="43" y="7"/>
                  </a:lnTo>
                  <a:lnTo>
                    <a:pt x="51" y="5"/>
                  </a:lnTo>
                  <a:lnTo>
                    <a:pt x="51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1414" name="Google Shape;1414;p4"/>
            <p:cNvSpPr/>
            <p:nvPr/>
          </p:nvSpPr>
          <p:spPr>
            <a:xfrm>
              <a:off x="4075" y="3309"/>
              <a:ext cx="44" cy="112"/>
            </a:xfrm>
            <a:custGeom>
              <a:avLst/>
              <a:gdLst/>
              <a:ahLst/>
              <a:cxnLst/>
              <a:rect l="l" t="t" r="r" b="b"/>
              <a:pathLst>
                <a:path w="49" h="188" extrusionOk="0">
                  <a:moveTo>
                    <a:pt x="49" y="0"/>
                  </a:moveTo>
                  <a:lnTo>
                    <a:pt x="41" y="2"/>
                  </a:lnTo>
                  <a:lnTo>
                    <a:pt x="36" y="7"/>
                  </a:lnTo>
                  <a:lnTo>
                    <a:pt x="29" y="14"/>
                  </a:lnTo>
                  <a:lnTo>
                    <a:pt x="23" y="25"/>
                  </a:lnTo>
                  <a:lnTo>
                    <a:pt x="18" y="39"/>
                  </a:lnTo>
                  <a:lnTo>
                    <a:pt x="14" y="54"/>
                  </a:lnTo>
                  <a:lnTo>
                    <a:pt x="9" y="73"/>
                  </a:lnTo>
                  <a:lnTo>
                    <a:pt x="5" y="94"/>
                  </a:lnTo>
                  <a:lnTo>
                    <a:pt x="3" y="115"/>
                  </a:lnTo>
                  <a:lnTo>
                    <a:pt x="2" y="139"/>
                  </a:lnTo>
                  <a:lnTo>
                    <a:pt x="0" y="163"/>
                  </a:lnTo>
                  <a:lnTo>
                    <a:pt x="0" y="188"/>
                  </a:lnTo>
                  <a:lnTo>
                    <a:pt x="2" y="188"/>
                  </a:lnTo>
                  <a:lnTo>
                    <a:pt x="2" y="163"/>
                  </a:lnTo>
                  <a:lnTo>
                    <a:pt x="2" y="141"/>
                  </a:lnTo>
                  <a:lnTo>
                    <a:pt x="5" y="118"/>
                  </a:lnTo>
                  <a:lnTo>
                    <a:pt x="7" y="96"/>
                  </a:lnTo>
                  <a:lnTo>
                    <a:pt x="11" y="77"/>
                  </a:lnTo>
                  <a:lnTo>
                    <a:pt x="14" y="59"/>
                  </a:lnTo>
                  <a:lnTo>
                    <a:pt x="20" y="44"/>
                  </a:lnTo>
                  <a:lnTo>
                    <a:pt x="25" y="30"/>
                  </a:lnTo>
                  <a:lnTo>
                    <a:pt x="30" y="19"/>
                  </a:lnTo>
                  <a:lnTo>
                    <a:pt x="36" y="11"/>
                  </a:lnTo>
                  <a:lnTo>
                    <a:pt x="41" y="7"/>
                  </a:lnTo>
                  <a:lnTo>
                    <a:pt x="49" y="6"/>
                  </a:lnTo>
                  <a:lnTo>
                    <a:pt x="49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1415" name="Google Shape;1415;p4"/>
            <p:cNvSpPr/>
            <p:nvPr/>
          </p:nvSpPr>
          <p:spPr>
            <a:xfrm>
              <a:off x="4077" y="3313"/>
              <a:ext cx="42" cy="108"/>
            </a:xfrm>
            <a:custGeom>
              <a:avLst/>
              <a:gdLst/>
              <a:ahLst/>
              <a:cxnLst/>
              <a:rect l="l" t="t" r="r" b="b"/>
              <a:pathLst>
                <a:path w="47" h="182" extrusionOk="0">
                  <a:moveTo>
                    <a:pt x="47" y="0"/>
                  </a:moveTo>
                  <a:lnTo>
                    <a:pt x="39" y="1"/>
                  </a:lnTo>
                  <a:lnTo>
                    <a:pt x="34" y="5"/>
                  </a:lnTo>
                  <a:lnTo>
                    <a:pt x="28" y="13"/>
                  </a:lnTo>
                  <a:lnTo>
                    <a:pt x="23" y="24"/>
                  </a:lnTo>
                  <a:lnTo>
                    <a:pt x="18" y="38"/>
                  </a:lnTo>
                  <a:lnTo>
                    <a:pt x="12" y="53"/>
                  </a:lnTo>
                  <a:lnTo>
                    <a:pt x="9" y="71"/>
                  </a:lnTo>
                  <a:lnTo>
                    <a:pt x="5" y="90"/>
                  </a:lnTo>
                  <a:lnTo>
                    <a:pt x="3" y="112"/>
                  </a:lnTo>
                  <a:lnTo>
                    <a:pt x="0" y="135"/>
                  </a:lnTo>
                  <a:lnTo>
                    <a:pt x="0" y="157"/>
                  </a:lnTo>
                  <a:lnTo>
                    <a:pt x="0" y="182"/>
                  </a:lnTo>
                  <a:lnTo>
                    <a:pt x="0" y="182"/>
                  </a:lnTo>
                  <a:lnTo>
                    <a:pt x="1" y="157"/>
                  </a:lnTo>
                  <a:lnTo>
                    <a:pt x="1" y="135"/>
                  </a:lnTo>
                  <a:lnTo>
                    <a:pt x="3" y="114"/>
                  </a:lnTo>
                  <a:lnTo>
                    <a:pt x="7" y="93"/>
                  </a:lnTo>
                  <a:lnTo>
                    <a:pt x="10" y="74"/>
                  </a:lnTo>
                  <a:lnTo>
                    <a:pt x="14" y="57"/>
                  </a:lnTo>
                  <a:lnTo>
                    <a:pt x="18" y="41"/>
                  </a:lnTo>
                  <a:lnTo>
                    <a:pt x="23" y="29"/>
                  </a:lnTo>
                  <a:lnTo>
                    <a:pt x="28" y="19"/>
                  </a:lnTo>
                  <a:lnTo>
                    <a:pt x="34" y="10"/>
                  </a:lnTo>
                  <a:lnTo>
                    <a:pt x="39" y="7"/>
                  </a:lnTo>
                  <a:lnTo>
                    <a:pt x="47" y="5"/>
                  </a:lnTo>
                  <a:lnTo>
                    <a:pt x="47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1416" name="Google Shape;1416;p4"/>
            <p:cNvSpPr/>
            <p:nvPr/>
          </p:nvSpPr>
          <p:spPr>
            <a:xfrm>
              <a:off x="4077" y="3315"/>
              <a:ext cx="42" cy="106"/>
            </a:xfrm>
            <a:custGeom>
              <a:avLst/>
              <a:gdLst/>
              <a:ahLst/>
              <a:cxnLst/>
              <a:rect l="l" t="t" r="r" b="b"/>
              <a:pathLst>
                <a:path w="47" h="177" extrusionOk="0">
                  <a:moveTo>
                    <a:pt x="47" y="0"/>
                  </a:moveTo>
                  <a:lnTo>
                    <a:pt x="39" y="2"/>
                  </a:lnTo>
                  <a:lnTo>
                    <a:pt x="34" y="5"/>
                  </a:lnTo>
                  <a:lnTo>
                    <a:pt x="28" y="14"/>
                  </a:lnTo>
                  <a:lnTo>
                    <a:pt x="23" y="24"/>
                  </a:lnTo>
                  <a:lnTo>
                    <a:pt x="18" y="36"/>
                  </a:lnTo>
                  <a:lnTo>
                    <a:pt x="14" y="52"/>
                  </a:lnTo>
                  <a:lnTo>
                    <a:pt x="10" y="69"/>
                  </a:lnTo>
                  <a:lnTo>
                    <a:pt x="7" y="88"/>
                  </a:lnTo>
                  <a:lnTo>
                    <a:pt x="3" y="109"/>
                  </a:lnTo>
                  <a:lnTo>
                    <a:pt x="1" y="130"/>
                  </a:lnTo>
                  <a:lnTo>
                    <a:pt x="1" y="152"/>
                  </a:lnTo>
                  <a:lnTo>
                    <a:pt x="0" y="177"/>
                  </a:lnTo>
                  <a:lnTo>
                    <a:pt x="1" y="177"/>
                  </a:lnTo>
                  <a:lnTo>
                    <a:pt x="1" y="154"/>
                  </a:lnTo>
                  <a:lnTo>
                    <a:pt x="3" y="132"/>
                  </a:lnTo>
                  <a:lnTo>
                    <a:pt x="5" y="111"/>
                  </a:lnTo>
                  <a:lnTo>
                    <a:pt x="7" y="90"/>
                  </a:lnTo>
                  <a:lnTo>
                    <a:pt x="10" y="73"/>
                  </a:lnTo>
                  <a:lnTo>
                    <a:pt x="14" y="55"/>
                  </a:lnTo>
                  <a:lnTo>
                    <a:pt x="19" y="40"/>
                  </a:lnTo>
                  <a:lnTo>
                    <a:pt x="23" y="28"/>
                  </a:lnTo>
                  <a:lnTo>
                    <a:pt x="28" y="17"/>
                  </a:lnTo>
                  <a:lnTo>
                    <a:pt x="34" y="10"/>
                  </a:lnTo>
                  <a:lnTo>
                    <a:pt x="41" y="7"/>
                  </a:lnTo>
                  <a:lnTo>
                    <a:pt x="47" y="5"/>
                  </a:lnTo>
                  <a:lnTo>
                    <a:pt x="47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1417" name="Google Shape;1417;p4"/>
            <p:cNvSpPr/>
            <p:nvPr/>
          </p:nvSpPr>
          <p:spPr>
            <a:xfrm>
              <a:off x="4079" y="3319"/>
              <a:ext cx="40" cy="102"/>
            </a:xfrm>
            <a:custGeom>
              <a:avLst/>
              <a:gdLst/>
              <a:ahLst/>
              <a:cxnLst/>
              <a:rect l="l" t="t" r="r" b="b"/>
              <a:pathLst>
                <a:path w="46" h="172" extrusionOk="0">
                  <a:moveTo>
                    <a:pt x="46" y="0"/>
                  </a:moveTo>
                  <a:lnTo>
                    <a:pt x="40" y="2"/>
                  </a:lnTo>
                  <a:lnTo>
                    <a:pt x="33" y="5"/>
                  </a:lnTo>
                  <a:lnTo>
                    <a:pt x="27" y="12"/>
                  </a:lnTo>
                  <a:lnTo>
                    <a:pt x="22" y="23"/>
                  </a:lnTo>
                  <a:lnTo>
                    <a:pt x="18" y="35"/>
                  </a:lnTo>
                  <a:lnTo>
                    <a:pt x="13" y="50"/>
                  </a:lnTo>
                  <a:lnTo>
                    <a:pt x="9" y="68"/>
                  </a:lnTo>
                  <a:lnTo>
                    <a:pt x="6" y="85"/>
                  </a:lnTo>
                  <a:lnTo>
                    <a:pt x="4" y="106"/>
                  </a:lnTo>
                  <a:lnTo>
                    <a:pt x="2" y="127"/>
                  </a:lnTo>
                  <a:lnTo>
                    <a:pt x="0" y="149"/>
                  </a:lnTo>
                  <a:lnTo>
                    <a:pt x="0" y="172"/>
                  </a:lnTo>
                  <a:lnTo>
                    <a:pt x="2" y="172"/>
                  </a:lnTo>
                  <a:lnTo>
                    <a:pt x="2" y="147"/>
                  </a:lnTo>
                  <a:lnTo>
                    <a:pt x="4" y="125"/>
                  </a:lnTo>
                  <a:lnTo>
                    <a:pt x="6" y="102"/>
                  </a:lnTo>
                  <a:lnTo>
                    <a:pt x="9" y="82"/>
                  </a:lnTo>
                  <a:lnTo>
                    <a:pt x="13" y="62"/>
                  </a:lnTo>
                  <a:lnTo>
                    <a:pt x="17" y="45"/>
                  </a:lnTo>
                  <a:lnTo>
                    <a:pt x="22" y="31"/>
                  </a:lnTo>
                  <a:lnTo>
                    <a:pt x="27" y="21"/>
                  </a:lnTo>
                  <a:lnTo>
                    <a:pt x="33" y="12"/>
                  </a:lnTo>
                  <a:lnTo>
                    <a:pt x="38" y="7"/>
                  </a:lnTo>
                  <a:lnTo>
                    <a:pt x="46" y="5"/>
                  </a:lnTo>
                  <a:lnTo>
                    <a:pt x="46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1418" name="Google Shape;1418;p4"/>
            <p:cNvSpPr/>
            <p:nvPr/>
          </p:nvSpPr>
          <p:spPr>
            <a:xfrm>
              <a:off x="4081" y="3323"/>
              <a:ext cx="38" cy="98"/>
            </a:xfrm>
            <a:custGeom>
              <a:avLst/>
              <a:gdLst/>
              <a:ahLst/>
              <a:cxnLst/>
              <a:rect l="l" t="t" r="r" b="b"/>
              <a:pathLst>
                <a:path w="44" h="167" extrusionOk="0">
                  <a:moveTo>
                    <a:pt x="44" y="0"/>
                  </a:moveTo>
                  <a:lnTo>
                    <a:pt x="36" y="2"/>
                  </a:lnTo>
                  <a:lnTo>
                    <a:pt x="31" y="7"/>
                  </a:lnTo>
                  <a:lnTo>
                    <a:pt x="25" y="16"/>
                  </a:lnTo>
                  <a:lnTo>
                    <a:pt x="20" y="26"/>
                  </a:lnTo>
                  <a:lnTo>
                    <a:pt x="15" y="40"/>
                  </a:lnTo>
                  <a:lnTo>
                    <a:pt x="11" y="57"/>
                  </a:lnTo>
                  <a:lnTo>
                    <a:pt x="7" y="77"/>
                  </a:lnTo>
                  <a:lnTo>
                    <a:pt x="4" y="97"/>
                  </a:lnTo>
                  <a:lnTo>
                    <a:pt x="2" y="120"/>
                  </a:lnTo>
                  <a:lnTo>
                    <a:pt x="0" y="142"/>
                  </a:lnTo>
                  <a:lnTo>
                    <a:pt x="0" y="167"/>
                  </a:lnTo>
                  <a:lnTo>
                    <a:pt x="2" y="167"/>
                  </a:lnTo>
                  <a:lnTo>
                    <a:pt x="2" y="142"/>
                  </a:lnTo>
                  <a:lnTo>
                    <a:pt x="2" y="122"/>
                  </a:lnTo>
                  <a:lnTo>
                    <a:pt x="6" y="99"/>
                  </a:lnTo>
                  <a:lnTo>
                    <a:pt x="7" y="80"/>
                  </a:lnTo>
                  <a:lnTo>
                    <a:pt x="11" y="61"/>
                  </a:lnTo>
                  <a:lnTo>
                    <a:pt x="16" y="45"/>
                  </a:lnTo>
                  <a:lnTo>
                    <a:pt x="20" y="31"/>
                  </a:lnTo>
                  <a:lnTo>
                    <a:pt x="25" y="19"/>
                  </a:lnTo>
                  <a:lnTo>
                    <a:pt x="31" y="12"/>
                  </a:lnTo>
                  <a:lnTo>
                    <a:pt x="36" y="7"/>
                  </a:lnTo>
                  <a:lnTo>
                    <a:pt x="44" y="5"/>
                  </a:lnTo>
                  <a:lnTo>
                    <a:pt x="44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1419" name="Google Shape;1419;p4"/>
            <p:cNvSpPr/>
            <p:nvPr/>
          </p:nvSpPr>
          <p:spPr>
            <a:xfrm>
              <a:off x="4082" y="3325"/>
              <a:ext cx="37" cy="96"/>
            </a:xfrm>
            <a:custGeom>
              <a:avLst/>
              <a:gdLst/>
              <a:ahLst/>
              <a:cxnLst/>
              <a:rect l="l" t="t" r="r" b="b"/>
              <a:pathLst>
                <a:path w="42" h="162" extrusionOk="0">
                  <a:moveTo>
                    <a:pt x="42" y="0"/>
                  </a:moveTo>
                  <a:lnTo>
                    <a:pt x="34" y="2"/>
                  </a:lnTo>
                  <a:lnTo>
                    <a:pt x="29" y="7"/>
                  </a:lnTo>
                  <a:lnTo>
                    <a:pt x="23" y="14"/>
                  </a:lnTo>
                  <a:lnTo>
                    <a:pt x="18" y="26"/>
                  </a:lnTo>
                  <a:lnTo>
                    <a:pt x="14" y="40"/>
                  </a:lnTo>
                  <a:lnTo>
                    <a:pt x="9" y="56"/>
                  </a:lnTo>
                  <a:lnTo>
                    <a:pt x="5" y="75"/>
                  </a:lnTo>
                  <a:lnTo>
                    <a:pt x="4" y="94"/>
                  </a:lnTo>
                  <a:lnTo>
                    <a:pt x="0" y="117"/>
                  </a:lnTo>
                  <a:lnTo>
                    <a:pt x="0" y="137"/>
                  </a:lnTo>
                  <a:lnTo>
                    <a:pt x="0" y="162"/>
                  </a:lnTo>
                  <a:lnTo>
                    <a:pt x="0" y="162"/>
                  </a:lnTo>
                  <a:lnTo>
                    <a:pt x="2" y="139"/>
                  </a:lnTo>
                  <a:lnTo>
                    <a:pt x="2" y="117"/>
                  </a:lnTo>
                  <a:lnTo>
                    <a:pt x="4" y="96"/>
                  </a:lnTo>
                  <a:lnTo>
                    <a:pt x="7" y="77"/>
                  </a:lnTo>
                  <a:lnTo>
                    <a:pt x="11" y="59"/>
                  </a:lnTo>
                  <a:lnTo>
                    <a:pt x="14" y="44"/>
                  </a:lnTo>
                  <a:lnTo>
                    <a:pt x="20" y="30"/>
                  </a:lnTo>
                  <a:lnTo>
                    <a:pt x="23" y="20"/>
                  </a:lnTo>
                  <a:lnTo>
                    <a:pt x="29" y="13"/>
                  </a:lnTo>
                  <a:lnTo>
                    <a:pt x="36" y="7"/>
                  </a:lnTo>
                  <a:lnTo>
                    <a:pt x="42" y="6"/>
                  </a:lnTo>
                  <a:lnTo>
                    <a:pt x="42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1420" name="Google Shape;1420;p4"/>
            <p:cNvSpPr/>
            <p:nvPr/>
          </p:nvSpPr>
          <p:spPr>
            <a:xfrm>
              <a:off x="4082" y="3329"/>
              <a:ext cx="37" cy="92"/>
            </a:xfrm>
            <a:custGeom>
              <a:avLst/>
              <a:gdLst/>
              <a:ahLst/>
              <a:cxnLst/>
              <a:rect l="l" t="t" r="r" b="b"/>
              <a:pathLst>
                <a:path w="42" h="156" extrusionOk="0">
                  <a:moveTo>
                    <a:pt x="42" y="0"/>
                  </a:moveTo>
                  <a:lnTo>
                    <a:pt x="36" y="1"/>
                  </a:lnTo>
                  <a:lnTo>
                    <a:pt x="29" y="7"/>
                  </a:lnTo>
                  <a:lnTo>
                    <a:pt x="23" y="14"/>
                  </a:lnTo>
                  <a:lnTo>
                    <a:pt x="20" y="24"/>
                  </a:lnTo>
                  <a:lnTo>
                    <a:pt x="14" y="38"/>
                  </a:lnTo>
                  <a:lnTo>
                    <a:pt x="11" y="53"/>
                  </a:lnTo>
                  <a:lnTo>
                    <a:pt x="7" y="71"/>
                  </a:lnTo>
                  <a:lnTo>
                    <a:pt x="4" y="90"/>
                  </a:lnTo>
                  <a:lnTo>
                    <a:pt x="2" y="111"/>
                  </a:lnTo>
                  <a:lnTo>
                    <a:pt x="2" y="133"/>
                  </a:lnTo>
                  <a:lnTo>
                    <a:pt x="0" y="156"/>
                  </a:lnTo>
                  <a:lnTo>
                    <a:pt x="2" y="156"/>
                  </a:lnTo>
                  <a:lnTo>
                    <a:pt x="2" y="133"/>
                  </a:lnTo>
                  <a:lnTo>
                    <a:pt x="4" y="112"/>
                  </a:lnTo>
                  <a:lnTo>
                    <a:pt x="5" y="93"/>
                  </a:lnTo>
                  <a:lnTo>
                    <a:pt x="7" y="74"/>
                  </a:lnTo>
                  <a:lnTo>
                    <a:pt x="11" y="57"/>
                  </a:lnTo>
                  <a:lnTo>
                    <a:pt x="16" y="41"/>
                  </a:lnTo>
                  <a:lnTo>
                    <a:pt x="20" y="29"/>
                  </a:lnTo>
                  <a:lnTo>
                    <a:pt x="25" y="19"/>
                  </a:lnTo>
                  <a:lnTo>
                    <a:pt x="31" y="10"/>
                  </a:lnTo>
                  <a:lnTo>
                    <a:pt x="36" y="7"/>
                  </a:lnTo>
                  <a:lnTo>
                    <a:pt x="42" y="5"/>
                  </a:lnTo>
                  <a:lnTo>
                    <a:pt x="42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1421" name="Google Shape;1421;p4"/>
            <p:cNvSpPr/>
            <p:nvPr/>
          </p:nvSpPr>
          <p:spPr>
            <a:xfrm>
              <a:off x="4084" y="3331"/>
              <a:ext cx="35" cy="90"/>
            </a:xfrm>
            <a:custGeom>
              <a:avLst/>
              <a:gdLst/>
              <a:ahLst/>
              <a:cxnLst/>
              <a:rect l="l" t="t" r="r" b="b"/>
              <a:pathLst>
                <a:path w="40" h="151" extrusionOk="0">
                  <a:moveTo>
                    <a:pt x="40" y="0"/>
                  </a:moveTo>
                  <a:lnTo>
                    <a:pt x="34" y="2"/>
                  </a:lnTo>
                  <a:lnTo>
                    <a:pt x="29" y="5"/>
                  </a:lnTo>
                  <a:lnTo>
                    <a:pt x="23" y="14"/>
                  </a:lnTo>
                  <a:lnTo>
                    <a:pt x="18" y="24"/>
                  </a:lnTo>
                  <a:lnTo>
                    <a:pt x="14" y="36"/>
                  </a:lnTo>
                  <a:lnTo>
                    <a:pt x="9" y="52"/>
                  </a:lnTo>
                  <a:lnTo>
                    <a:pt x="5" y="69"/>
                  </a:lnTo>
                  <a:lnTo>
                    <a:pt x="3" y="88"/>
                  </a:lnTo>
                  <a:lnTo>
                    <a:pt x="2" y="107"/>
                  </a:lnTo>
                  <a:lnTo>
                    <a:pt x="0" y="128"/>
                  </a:lnTo>
                  <a:lnTo>
                    <a:pt x="0" y="151"/>
                  </a:lnTo>
                  <a:lnTo>
                    <a:pt x="2" y="151"/>
                  </a:lnTo>
                  <a:lnTo>
                    <a:pt x="2" y="130"/>
                  </a:lnTo>
                  <a:lnTo>
                    <a:pt x="3" y="109"/>
                  </a:lnTo>
                  <a:lnTo>
                    <a:pt x="5" y="90"/>
                  </a:lnTo>
                  <a:lnTo>
                    <a:pt x="7" y="71"/>
                  </a:lnTo>
                  <a:lnTo>
                    <a:pt x="11" y="55"/>
                  </a:lnTo>
                  <a:lnTo>
                    <a:pt x="14" y="40"/>
                  </a:lnTo>
                  <a:lnTo>
                    <a:pt x="18" y="28"/>
                  </a:lnTo>
                  <a:lnTo>
                    <a:pt x="23" y="17"/>
                  </a:lnTo>
                  <a:lnTo>
                    <a:pt x="29" y="10"/>
                  </a:lnTo>
                  <a:lnTo>
                    <a:pt x="34" y="7"/>
                  </a:lnTo>
                  <a:lnTo>
                    <a:pt x="40" y="5"/>
                  </a:lnTo>
                  <a:lnTo>
                    <a:pt x="40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1422" name="Google Shape;1422;p4"/>
            <p:cNvSpPr/>
            <p:nvPr/>
          </p:nvSpPr>
          <p:spPr>
            <a:xfrm>
              <a:off x="4086" y="3335"/>
              <a:ext cx="33" cy="86"/>
            </a:xfrm>
            <a:custGeom>
              <a:avLst/>
              <a:gdLst/>
              <a:ahLst/>
              <a:cxnLst/>
              <a:rect l="l" t="t" r="r" b="b"/>
              <a:pathLst>
                <a:path w="38" h="146" extrusionOk="0">
                  <a:moveTo>
                    <a:pt x="38" y="0"/>
                  </a:moveTo>
                  <a:lnTo>
                    <a:pt x="32" y="2"/>
                  </a:lnTo>
                  <a:lnTo>
                    <a:pt x="27" y="5"/>
                  </a:lnTo>
                  <a:lnTo>
                    <a:pt x="21" y="12"/>
                  </a:lnTo>
                  <a:lnTo>
                    <a:pt x="16" y="23"/>
                  </a:lnTo>
                  <a:lnTo>
                    <a:pt x="12" y="35"/>
                  </a:lnTo>
                  <a:lnTo>
                    <a:pt x="9" y="50"/>
                  </a:lnTo>
                  <a:lnTo>
                    <a:pt x="5" y="66"/>
                  </a:lnTo>
                  <a:lnTo>
                    <a:pt x="3" y="85"/>
                  </a:lnTo>
                  <a:lnTo>
                    <a:pt x="1" y="104"/>
                  </a:lnTo>
                  <a:lnTo>
                    <a:pt x="0" y="125"/>
                  </a:lnTo>
                  <a:lnTo>
                    <a:pt x="0" y="146"/>
                  </a:lnTo>
                  <a:lnTo>
                    <a:pt x="1" y="146"/>
                  </a:lnTo>
                  <a:lnTo>
                    <a:pt x="1" y="123"/>
                  </a:lnTo>
                  <a:lnTo>
                    <a:pt x="3" y="102"/>
                  </a:lnTo>
                  <a:lnTo>
                    <a:pt x="5" y="82"/>
                  </a:lnTo>
                  <a:lnTo>
                    <a:pt x="7" y="63"/>
                  </a:lnTo>
                  <a:lnTo>
                    <a:pt x="10" y="47"/>
                  </a:lnTo>
                  <a:lnTo>
                    <a:pt x="16" y="31"/>
                  </a:lnTo>
                  <a:lnTo>
                    <a:pt x="21" y="21"/>
                  </a:lnTo>
                  <a:lnTo>
                    <a:pt x="25" y="12"/>
                  </a:lnTo>
                  <a:lnTo>
                    <a:pt x="32" y="7"/>
                  </a:lnTo>
                  <a:lnTo>
                    <a:pt x="38" y="5"/>
                  </a:lnTo>
                  <a:lnTo>
                    <a:pt x="38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1423" name="Google Shape;1423;p4"/>
            <p:cNvSpPr/>
            <p:nvPr/>
          </p:nvSpPr>
          <p:spPr>
            <a:xfrm>
              <a:off x="4088" y="3338"/>
              <a:ext cx="31" cy="83"/>
            </a:xfrm>
            <a:custGeom>
              <a:avLst/>
              <a:gdLst/>
              <a:ahLst/>
              <a:cxnLst/>
              <a:rect l="l" t="t" r="r" b="b"/>
              <a:pathLst>
                <a:path w="37" h="141" extrusionOk="0">
                  <a:moveTo>
                    <a:pt x="37" y="0"/>
                  </a:moveTo>
                  <a:lnTo>
                    <a:pt x="31" y="2"/>
                  </a:lnTo>
                  <a:lnTo>
                    <a:pt x="24" y="7"/>
                  </a:lnTo>
                  <a:lnTo>
                    <a:pt x="20" y="16"/>
                  </a:lnTo>
                  <a:lnTo>
                    <a:pt x="15" y="26"/>
                  </a:lnTo>
                  <a:lnTo>
                    <a:pt x="9" y="42"/>
                  </a:lnTo>
                  <a:lnTo>
                    <a:pt x="6" y="58"/>
                  </a:lnTo>
                  <a:lnTo>
                    <a:pt x="4" y="77"/>
                  </a:lnTo>
                  <a:lnTo>
                    <a:pt x="2" y="97"/>
                  </a:lnTo>
                  <a:lnTo>
                    <a:pt x="0" y="118"/>
                  </a:lnTo>
                  <a:lnTo>
                    <a:pt x="0" y="141"/>
                  </a:lnTo>
                  <a:lnTo>
                    <a:pt x="0" y="141"/>
                  </a:lnTo>
                  <a:lnTo>
                    <a:pt x="2" y="118"/>
                  </a:lnTo>
                  <a:lnTo>
                    <a:pt x="2" y="99"/>
                  </a:lnTo>
                  <a:lnTo>
                    <a:pt x="4" y="78"/>
                  </a:lnTo>
                  <a:lnTo>
                    <a:pt x="8" y="61"/>
                  </a:lnTo>
                  <a:lnTo>
                    <a:pt x="11" y="45"/>
                  </a:lnTo>
                  <a:lnTo>
                    <a:pt x="15" y="31"/>
                  </a:lnTo>
                  <a:lnTo>
                    <a:pt x="20" y="19"/>
                  </a:lnTo>
                  <a:lnTo>
                    <a:pt x="26" y="12"/>
                  </a:lnTo>
                  <a:lnTo>
                    <a:pt x="31" y="7"/>
                  </a:lnTo>
                  <a:lnTo>
                    <a:pt x="37" y="5"/>
                  </a:lnTo>
                  <a:lnTo>
                    <a:pt x="37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1424" name="Google Shape;1424;p4"/>
            <p:cNvSpPr/>
            <p:nvPr/>
          </p:nvSpPr>
          <p:spPr>
            <a:xfrm>
              <a:off x="4088" y="3340"/>
              <a:ext cx="31" cy="81"/>
            </a:xfrm>
            <a:custGeom>
              <a:avLst/>
              <a:gdLst/>
              <a:ahLst/>
              <a:cxnLst/>
              <a:rect l="l" t="t" r="r" b="b"/>
              <a:pathLst>
                <a:path w="37" h="136" extrusionOk="0">
                  <a:moveTo>
                    <a:pt x="37" y="0"/>
                  </a:moveTo>
                  <a:lnTo>
                    <a:pt x="31" y="2"/>
                  </a:lnTo>
                  <a:lnTo>
                    <a:pt x="26" y="7"/>
                  </a:lnTo>
                  <a:lnTo>
                    <a:pt x="20" y="14"/>
                  </a:lnTo>
                  <a:lnTo>
                    <a:pt x="15" y="26"/>
                  </a:lnTo>
                  <a:lnTo>
                    <a:pt x="11" y="40"/>
                  </a:lnTo>
                  <a:lnTo>
                    <a:pt x="8" y="56"/>
                  </a:lnTo>
                  <a:lnTo>
                    <a:pt x="4" y="73"/>
                  </a:lnTo>
                  <a:lnTo>
                    <a:pt x="2" y="94"/>
                  </a:lnTo>
                  <a:lnTo>
                    <a:pt x="2" y="113"/>
                  </a:lnTo>
                  <a:lnTo>
                    <a:pt x="0" y="136"/>
                  </a:lnTo>
                  <a:lnTo>
                    <a:pt x="2" y="136"/>
                  </a:lnTo>
                  <a:lnTo>
                    <a:pt x="2" y="115"/>
                  </a:lnTo>
                  <a:lnTo>
                    <a:pt x="4" y="96"/>
                  </a:lnTo>
                  <a:lnTo>
                    <a:pt x="6" y="77"/>
                  </a:lnTo>
                  <a:lnTo>
                    <a:pt x="9" y="59"/>
                  </a:lnTo>
                  <a:lnTo>
                    <a:pt x="13" y="44"/>
                  </a:lnTo>
                  <a:lnTo>
                    <a:pt x="17" y="30"/>
                  </a:lnTo>
                  <a:lnTo>
                    <a:pt x="20" y="20"/>
                  </a:lnTo>
                  <a:lnTo>
                    <a:pt x="26" y="13"/>
                  </a:lnTo>
                  <a:lnTo>
                    <a:pt x="31" y="7"/>
                  </a:lnTo>
                  <a:lnTo>
                    <a:pt x="37" y="6"/>
                  </a:lnTo>
                  <a:lnTo>
                    <a:pt x="37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1425" name="Google Shape;1425;p4"/>
            <p:cNvSpPr/>
            <p:nvPr/>
          </p:nvSpPr>
          <p:spPr>
            <a:xfrm>
              <a:off x="4089" y="3344"/>
              <a:ext cx="30" cy="77"/>
            </a:xfrm>
            <a:custGeom>
              <a:avLst/>
              <a:gdLst/>
              <a:ahLst/>
              <a:cxnLst/>
              <a:rect l="l" t="t" r="r" b="b"/>
              <a:pathLst>
                <a:path w="35" h="130" extrusionOk="0">
                  <a:moveTo>
                    <a:pt x="35" y="0"/>
                  </a:moveTo>
                  <a:lnTo>
                    <a:pt x="29" y="1"/>
                  </a:lnTo>
                  <a:lnTo>
                    <a:pt x="24" y="7"/>
                  </a:lnTo>
                  <a:lnTo>
                    <a:pt x="18" y="14"/>
                  </a:lnTo>
                  <a:lnTo>
                    <a:pt x="15" y="24"/>
                  </a:lnTo>
                  <a:lnTo>
                    <a:pt x="11" y="38"/>
                  </a:lnTo>
                  <a:lnTo>
                    <a:pt x="7" y="53"/>
                  </a:lnTo>
                  <a:lnTo>
                    <a:pt x="4" y="71"/>
                  </a:lnTo>
                  <a:lnTo>
                    <a:pt x="2" y="90"/>
                  </a:lnTo>
                  <a:lnTo>
                    <a:pt x="0" y="109"/>
                  </a:lnTo>
                  <a:lnTo>
                    <a:pt x="0" y="130"/>
                  </a:lnTo>
                  <a:lnTo>
                    <a:pt x="2" y="130"/>
                  </a:lnTo>
                  <a:lnTo>
                    <a:pt x="2" y="109"/>
                  </a:lnTo>
                  <a:lnTo>
                    <a:pt x="4" y="90"/>
                  </a:lnTo>
                  <a:lnTo>
                    <a:pt x="6" y="73"/>
                  </a:lnTo>
                  <a:lnTo>
                    <a:pt x="7" y="55"/>
                  </a:lnTo>
                  <a:lnTo>
                    <a:pt x="11" y="41"/>
                  </a:lnTo>
                  <a:lnTo>
                    <a:pt x="15" y="29"/>
                  </a:lnTo>
                  <a:lnTo>
                    <a:pt x="20" y="19"/>
                  </a:lnTo>
                  <a:lnTo>
                    <a:pt x="24" y="10"/>
                  </a:lnTo>
                  <a:lnTo>
                    <a:pt x="29" y="7"/>
                  </a:lnTo>
                  <a:lnTo>
                    <a:pt x="35" y="5"/>
                  </a:lnTo>
                  <a:lnTo>
                    <a:pt x="35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1426" name="Google Shape;1426;p4"/>
            <p:cNvSpPr/>
            <p:nvPr/>
          </p:nvSpPr>
          <p:spPr>
            <a:xfrm>
              <a:off x="4091" y="3346"/>
              <a:ext cx="28" cy="75"/>
            </a:xfrm>
            <a:custGeom>
              <a:avLst/>
              <a:gdLst/>
              <a:ahLst/>
              <a:cxnLst/>
              <a:rect l="l" t="t" r="r" b="b"/>
              <a:pathLst>
                <a:path w="33" h="125" extrusionOk="0">
                  <a:moveTo>
                    <a:pt x="33" y="0"/>
                  </a:moveTo>
                  <a:lnTo>
                    <a:pt x="27" y="2"/>
                  </a:lnTo>
                  <a:lnTo>
                    <a:pt x="22" y="5"/>
                  </a:lnTo>
                  <a:lnTo>
                    <a:pt x="18" y="14"/>
                  </a:lnTo>
                  <a:lnTo>
                    <a:pt x="13" y="24"/>
                  </a:lnTo>
                  <a:lnTo>
                    <a:pt x="9" y="36"/>
                  </a:lnTo>
                  <a:lnTo>
                    <a:pt x="5" y="50"/>
                  </a:lnTo>
                  <a:lnTo>
                    <a:pt x="4" y="68"/>
                  </a:lnTo>
                  <a:lnTo>
                    <a:pt x="2" y="85"/>
                  </a:lnTo>
                  <a:lnTo>
                    <a:pt x="0" y="104"/>
                  </a:lnTo>
                  <a:lnTo>
                    <a:pt x="0" y="125"/>
                  </a:lnTo>
                  <a:lnTo>
                    <a:pt x="2" y="125"/>
                  </a:lnTo>
                  <a:lnTo>
                    <a:pt x="2" y="106"/>
                  </a:lnTo>
                  <a:lnTo>
                    <a:pt x="2" y="87"/>
                  </a:lnTo>
                  <a:lnTo>
                    <a:pt x="4" y="69"/>
                  </a:lnTo>
                  <a:lnTo>
                    <a:pt x="7" y="54"/>
                  </a:lnTo>
                  <a:lnTo>
                    <a:pt x="11" y="40"/>
                  </a:lnTo>
                  <a:lnTo>
                    <a:pt x="14" y="28"/>
                  </a:lnTo>
                  <a:lnTo>
                    <a:pt x="18" y="17"/>
                  </a:lnTo>
                  <a:lnTo>
                    <a:pt x="22" y="10"/>
                  </a:lnTo>
                  <a:lnTo>
                    <a:pt x="27" y="7"/>
                  </a:lnTo>
                  <a:lnTo>
                    <a:pt x="33" y="5"/>
                  </a:lnTo>
                  <a:lnTo>
                    <a:pt x="3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1427" name="Google Shape;1427;p4"/>
            <p:cNvSpPr/>
            <p:nvPr/>
          </p:nvSpPr>
          <p:spPr>
            <a:xfrm>
              <a:off x="4091" y="3350"/>
              <a:ext cx="28" cy="71"/>
            </a:xfrm>
            <a:custGeom>
              <a:avLst/>
              <a:gdLst/>
              <a:ahLst/>
              <a:cxnLst/>
              <a:rect l="l" t="t" r="r" b="b"/>
              <a:pathLst>
                <a:path w="31" h="120" extrusionOk="0">
                  <a:moveTo>
                    <a:pt x="31" y="0"/>
                  </a:moveTo>
                  <a:lnTo>
                    <a:pt x="25" y="2"/>
                  </a:lnTo>
                  <a:lnTo>
                    <a:pt x="20" y="5"/>
                  </a:lnTo>
                  <a:lnTo>
                    <a:pt x="16" y="12"/>
                  </a:lnTo>
                  <a:lnTo>
                    <a:pt x="12" y="23"/>
                  </a:lnTo>
                  <a:lnTo>
                    <a:pt x="9" y="35"/>
                  </a:lnTo>
                  <a:lnTo>
                    <a:pt x="5" y="49"/>
                  </a:lnTo>
                  <a:lnTo>
                    <a:pt x="2" y="64"/>
                  </a:lnTo>
                  <a:lnTo>
                    <a:pt x="0" y="82"/>
                  </a:lnTo>
                  <a:lnTo>
                    <a:pt x="0" y="101"/>
                  </a:lnTo>
                  <a:lnTo>
                    <a:pt x="0" y="120"/>
                  </a:lnTo>
                  <a:lnTo>
                    <a:pt x="0" y="120"/>
                  </a:lnTo>
                  <a:lnTo>
                    <a:pt x="0" y="101"/>
                  </a:lnTo>
                  <a:lnTo>
                    <a:pt x="2" y="83"/>
                  </a:lnTo>
                  <a:lnTo>
                    <a:pt x="3" y="68"/>
                  </a:lnTo>
                  <a:lnTo>
                    <a:pt x="5" y="52"/>
                  </a:lnTo>
                  <a:lnTo>
                    <a:pt x="9" y="38"/>
                  </a:lnTo>
                  <a:lnTo>
                    <a:pt x="12" y="26"/>
                  </a:lnTo>
                  <a:lnTo>
                    <a:pt x="16" y="17"/>
                  </a:lnTo>
                  <a:lnTo>
                    <a:pt x="22" y="10"/>
                  </a:lnTo>
                  <a:lnTo>
                    <a:pt x="25" y="7"/>
                  </a:lnTo>
                  <a:lnTo>
                    <a:pt x="31" y="5"/>
                  </a:lnTo>
                  <a:lnTo>
                    <a:pt x="31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1428" name="Google Shape;1428;p4"/>
            <p:cNvSpPr/>
            <p:nvPr/>
          </p:nvSpPr>
          <p:spPr>
            <a:xfrm>
              <a:off x="4091" y="3354"/>
              <a:ext cx="28" cy="67"/>
            </a:xfrm>
            <a:custGeom>
              <a:avLst/>
              <a:gdLst/>
              <a:ahLst/>
              <a:cxnLst/>
              <a:rect l="l" t="t" r="r" b="b"/>
              <a:pathLst>
                <a:path w="31" h="115" extrusionOk="0">
                  <a:moveTo>
                    <a:pt x="31" y="0"/>
                  </a:moveTo>
                  <a:lnTo>
                    <a:pt x="25" y="2"/>
                  </a:lnTo>
                  <a:lnTo>
                    <a:pt x="22" y="5"/>
                  </a:lnTo>
                  <a:lnTo>
                    <a:pt x="16" y="12"/>
                  </a:lnTo>
                  <a:lnTo>
                    <a:pt x="12" y="21"/>
                  </a:lnTo>
                  <a:lnTo>
                    <a:pt x="9" y="33"/>
                  </a:lnTo>
                  <a:lnTo>
                    <a:pt x="5" y="47"/>
                  </a:lnTo>
                  <a:lnTo>
                    <a:pt x="3" y="63"/>
                  </a:lnTo>
                  <a:lnTo>
                    <a:pt x="2" y="78"/>
                  </a:lnTo>
                  <a:lnTo>
                    <a:pt x="0" y="96"/>
                  </a:lnTo>
                  <a:lnTo>
                    <a:pt x="0" y="115"/>
                  </a:lnTo>
                  <a:lnTo>
                    <a:pt x="2" y="115"/>
                  </a:lnTo>
                  <a:lnTo>
                    <a:pt x="2" y="96"/>
                  </a:lnTo>
                  <a:lnTo>
                    <a:pt x="3" y="77"/>
                  </a:lnTo>
                  <a:lnTo>
                    <a:pt x="5" y="59"/>
                  </a:lnTo>
                  <a:lnTo>
                    <a:pt x="9" y="44"/>
                  </a:lnTo>
                  <a:lnTo>
                    <a:pt x="12" y="32"/>
                  </a:lnTo>
                  <a:lnTo>
                    <a:pt x="16" y="19"/>
                  </a:lnTo>
                  <a:lnTo>
                    <a:pt x="20" y="12"/>
                  </a:lnTo>
                  <a:lnTo>
                    <a:pt x="25" y="7"/>
                  </a:lnTo>
                  <a:lnTo>
                    <a:pt x="31" y="5"/>
                  </a:lnTo>
                  <a:lnTo>
                    <a:pt x="31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1429" name="Google Shape;1429;p4"/>
            <p:cNvSpPr/>
            <p:nvPr/>
          </p:nvSpPr>
          <p:spPr>
            <a:xfrm>
              <a:off x="4093" y="3356"/>
              <a:ext cx="26" cy="65"/>
            </a:xfrm>
            <a:custGeom>
              <a:avLst/>
              <a:gdLst/>
              <a:ahLst/>
              <a:cxnLst/>
              <a:rect l="l" t="t" r="r" b="b"/>
              <a:pathLst>
                <a:path w="29" h="110" extrusionOk="0">
                  <a:moveTo>
                    <a:pt x="29" y="0"/>
                  </a:moveTo>
                  <a:lnTo>
                    <a:pt x="23" y="2"/>
                  </a:lnTo>
                  <a:lnTo>
                    <a:pt x="18" y="7"/>
                  </a:lnTo>
                  <a:lnTo>
                    <a:pt x="14" y="14"/>
                  </a:lnTo>
                  <a:lnTo>
                    <a:pt x="10" y="27"/>
                  </a:lnTo>
                  <a:lnTo>
                    <a:pt x="7" y="39"/>
                  </a:lnTo>
                  <a:lnTo>
                    <a:pt x="3" y="54"/>
                  </a:lnTo>
                  <a:lnTo>
                    <a:pt x="1" y="72"/>
                  </a:lnTo>
                  <a:lnTo>
                    <a:pt x="0" y="91"/>
                  </a:lnTo>
                  <a:lnTo>
                    <a:pt x="0" y="110"/>
                  </a:lnTo>
                  <a:lnTo>
                    <a:pt x="1" y="110"/>
                  </a:lnTo>
                  <a:lnTo>
                    <a:pt x="1" y="91"/>
                  </a:lnTo>
                  <a:lnTo>
                    <a:pt x="3" y="73"/>
                  </a:lnTo>
                  <a:lnTo>
                    <a:pt x="5" y="58"/>
                  </a:lnTo>
                  <a:lnTo>
                    <a:pt x="7" y="42"/>
                  </a:lnTo>
                  <a:lnTo>
                    <a:pt x="10" y="30"/>
                  </a:lnTo>
                  <a:lnTo>
                    <a:pt x="14" y="20"/>
                  </a:lnTo>
                  <a:lnTo>
                    <a:pt x="20" y="11"/>
                  </a:lnTo>
                  <a:lnTo>
                    <a:pt x="23" y="7"/>
                  </a:lnTo>
                  <a:lnTo>
                    <a:pt x="29" y="6"/>
                  </a:lnTo>
                  <a:lnTo>
                    <a:pt x="29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1430" name="Google Shape;1430;p4"/>
            <p:cNvSpPr/>
            <p:nvPr/>
          </p:nvSpPr>
          <p:spPr>
            <a:xfrm>
              <a:off x="4095" y="3360"/>
              <a:ext cx="24" cy="61"/>
            </a:xfrm>
            <a:custGeom>
              <a:avLst/>
              <a:gdLst/>
              <a:ahLst/>
              <a:cxnLst/>
              <a:rect l="l" t="t" r="r" b="b"/>
              <a:pathLst>
                <a:path w="28" h="104" extrusionOk="0">
                  <a:moveTo>
                    <a:pt x="28" y="0"/>
                  </a:moveTo>
                  <a:lnTo>
                    <a:pt x="22" y="1"/>
                  </a:lnTo>
                  <a:lnTo>
                    <a:pt x="19" y="5"/>
                  </a:lnTo>
                  <a:lnTo>
                    <a:pt x="13" y="14"/>
                  </a:lnTo>
                  <a:lnTo>
                    <a:pt x="9" y="24"/>
                  </a:lnTo>
                  <a:lnTo>
                    <a:pt x="6" y="36"/>
                  </a:lnTo>
                  <a:lnTo>
                    <a:pt x="4" y="52"/>
                  </a:lnTo>
                  <a:lnTo>
                    <a:pt x="2" y="67"/>
                  </a:lnTo>
                  <a:lnTo>
                    <a:pt x="0" y="85"/>
                  </a:lnTo>
                  <a:lnTo>
                    <a:pt x="0" y="104"/>
                  </a:lnTo>
                  <a:lnTo>
                    <a:pt x="2" y="104"/>
                  </a:lnTo>
                  <a:lnTo>
                    <a:pt x="2" y="86"/>
                  </a:lnTo>
                  <a:lnTo>
                    <a:pt x="2" y="69"/>
                  </a:lnTo>
                  <a:lnTo>
                    <a:pt x="4" y="53"/>
                  </a:lnTo>
                  <a:lnTo>
                    <a:pt x="8" y="40"/>
                  </a:lnTo>
                  <a:lnTo>
                    <a:pt x="11" y="27"/>
                  </a:lnTo>
                  <a:lnTo>
                    <a:pt x="15" y="17"/>
                  </a:lnTo>
                  <a:lnTo>
                    <a:pt x="19" y="10"/>
                  </a:lnTo>
                  <a:lnTo>
                    <a:pt x="22" y="7"/>
                  </a:lnTo>
                  <a:lnTo>
                    <a:pt x="28" y="5"/>
                  </a:lnTo>
                  <a:lnTo>
                    <a:pt x="28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1431" name="Google Shape;1431;p4"/>
            <p:cNvSpPr/>
            <p:nvPr/>
          </p:nvSpPr>
          <p:spPr>
            <a:xfrm>
              <a:off x="4096" y="3362"/>
              <a:ext cx="23" cy="59"/>
            </a:xfrm>
            <a:custGeom>
              <a:avLst/>
              <a:gdLst/>
              <a:ahLst/>
              <a:cxnLst/>
              <a:rect l="l" t="t" r="r" b="b"/>
              <a:pathLst>
                <a:path w="26" h="99" extrusionOk="0">
                  <a:moveTo>
                    <a:pt x="26" y="0"/>
                  </a:moveTo>
                  <a:lnTo>
                    <a:pt x="20" y="2"/>
                  </a:lnTo>
                  <a:lnTo>
                    <a:pt x="17" y="5"/>
                  </a:lnTo>
                  <a:lnTo>
                    <a:pt x="13" y="12"/>
                  </a:lnTo>
                  <a:lnTo>
                    <a:pt x="9" y="22"/>
                  </a:lnTo>
                  <a:lnTo>
                    <a:pt x="6" y="35"/>
                  </a:lnTo>
                  <a:lnTo>
                    <a:pt x="2" y="48"/>
                  </a:lnTo>
                  <a:lnTo>
                    <a:pt x="0" y="64"/>
                  </a:lnTo>
                  <a:lnTo>
                    <a:pt x="0" y="81"/>
                  </a:lnTo>
                  <a:lnTo>
                    <a:pt x="0" y="99"/>
                  </a:lnTo>
                  <a:lnTo>
                    <a:pt x="0" y="99"/>
                  </a:lnTo>
                  <a:lnTo>
                    <a:pt x="0" y="81"/>
                  </a:lnTo>
                  <a:lnTo>
                    <a:pt x="2" y="66"/>
                  </a:lnTo>
                  <a:lnTo>
                    <a:pt x="4" y="52"/>
                  </a:lnTo>
                  <a:lnTo>
                    <a:pt x="6" y="38"/>
                  </a:lnTo>
                  <a:lnTo>
                    <a:pt x="9" y="26"/>
                  </a:lnTo>
                  <a:lnTo>
                    <a:pt x="13" y="17"/>
                  </a:lnTo>
                  <a:lnTo>
                    <a:pt x="17" y="10"/>
                  </a:lnTo>
                  <a:lnTo>
                    <a:pt x="20" y="7"/>
                  </a:lnTo>
                  <a:lnTo>
                    <a:pt x="26" y="5"/>
                  </a:lnTo>
                  <a:lnTo>
                    <a:pt x="26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1432" name="Google Shape;1432;p4"/>
            <p:cNvSpPr/>
            <p:nvPr/>
          </p:nvSpPr>
          <p:spPr>
            <a:xfrm>
              <a:off x="4096" y="3365"/>
              <a:ext cx="23" cy="56"/>
            </a:xfrm>
            <a:custGeom>
              <a:avLst/>
              <a:gdLst/>
              <a:ahLst/>
              <a:cxnLst/>
              <a:rect l="l" t="t" r="r" b="b"/>
              <a:pathLst>
                <a:path w="26" h="94" extrusionOk="0">
                  <a:moveTo>
                    <a:pt x="26" y="0"/>
                  </a:moveTo>
                  <a:lnTo>
                    <a:pt x="20" y="2"/>
                  </a:lnTo>
                  <a:lnTo>
                    <a:pt x="17" y="5"/>
                  </a:lnTo>
                  <a:lnTo>
                    <a:pt x="13" y="12"/>
                  </a:lnTo>
                  <a:lnTo>
                    <a:pt x="9" y="21"/>
                  </a:lnTo>
                  <a:lnTo>
                    <a:pt x="6" y="33"/>
                  </a:lnTo>
                  <a:lnTo>
                    <a:pt x="4" y="47"/>
                  </a:lnTo>
                  <a:lnTo>
                    <a:pt x="2" y="61"/>
                  </a:lnTo>
                  <a:lnTo>
                    <a:pt x="0" y="76"/>
                  </a:lnTo>
                  <a:lnTo>
                    <a:pt x="0" y="94"/>
                  </a:lnTo>
                  <a:lnTo>
                    <a:pt x="2" y="94"/>
                  </a:lnTo>
                  <a:lnTo>
                    <a:pt x="2" y="76"/>
                  </a:lnTo>
                  <a:lnTo>
                    <a:pt x="4" y="59"/>
                  </a:lnTo>
                  <a:lnTo>
                    <a:pt x="6" y="43"/>
                  </a:lnTo>
                  <a:lnTo>
                    <a:pt x="9" y="31"/>
                  </a:lnTo>
                  <a:lnTo>
                    <a:pt x="13" y="19"/>
                  </a:lnTo>
                  <a:lnTo>
                    <a:pt x="17" y="12"/>
                  </a:lnTo>
                  <a:lnTo>
                    <a:pt x="20" y="7"/>
                  </a:lnTo>
                  <a:lnTo>
                    <a:pt x="26" y="5"/>
                  </a:lnTo>
                  <a:lnTo>
                    <a:pt x="26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1433" name="Google Shape;1433;p4"/>
            <p:cNvSpPr/>
            <p:nvPr/>
          </p:nvSpPr>
          <p:spPr>
            <a:xfrm>
              <a:off x="4098" y="3369"/>
              <a:ext cx="21" cy="52"/>
            </a:xfrm>
            <a:custGeom>
              <a:avLst/>
              <a:gdLst/>
              <a:ahLst/>
              <a:cxnLst/>
              <a:rect l="l" t="t" r="r" b="b"/>
              <a:pathLst>
                <a:path w="24" h="89" extrusionOk="0">
                  <a:moveTo>
                    <a:pt x="24" y="0"/>
                  </a:moveTo>
                  <a:lnTo>
                    <a:pt x="18" y="2"/>
                  </a:lnTo>
                  <a:lnTo>
                    <a:pt x="15" y="7"/>
                  </a:lnTo>
                  <a:lnTo>
                    <a:pt x="11" y="14"/>
                  </a:lnTo>
                  <a:lnTo>
                    <a:pt x="7" y="26"/>
                  </a:lnTo>
                  <a:lnTo>
                    <a:pt x="4" y="38"/>
                  </a:lnTo>
                  <a:lnTo>
                    <a:pt x="2" y="54"/>
                  </a:lnTo>
                  <a:lnTo>
                    <a:pt x="0" y="71"/>
                  </a:lnTo>
                  <a:lnTo>
                    <a:pt x="0" y="89"/>
                  </a:lnTo>
                  <a:lnTo>
                    <a:pt x="2" y="89"/>
                  </a:lnTo>
                  <a:lnTo>
                    <a:pt x="2" y="71"/>
                  </a:lnTo>
                  <a:lnTo>
                    <a:pt x="4" y="56"/>
                  </a:lnTo>
                  <a:lnTo>
                    <a:pt x="5" y="42"/>
                  </a:lnTo>
                  <a:lnTo>
                    <a:pt x="7" y="30"/>
                  </a:lnTo>
                  <a:lnTo>
                    <a:pt x="11" y="19"/>
                  </a:lnTo>
                  <a:lnTo>
                    <a:pt x="15" y="11"/>
                  </a:lnTo>
                  <a:lnTo>
                    <a:pt x="18" y="7"/>
                  </a:lnTo>
                  <a:lnTo>
                    <a:pt x="24" y="6"/>
                  </a:lnTo>
                  <a:lnTo>
                    <a:pt x="24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1434" name="Google Shape;1434;p4"/>
            <p:cNvSpPr/>
            <p:nvPr/>
          </p:nvSpPr>
          <p:spPr>
            <a:xfrm>
              <a:off x="4100" y="3371"/>
              <a:ext cx="19" cy="50"/>
            </a:xfrm>
            <a:custGeom>
              <a:avLst/>
              <a:gdLst/>
              <a:ahLst/>
              <a:cxnLst/>
              <a:rect l="l" t="t" r="r" b="b"/>
              <a:pathLst>
                <a:path w="22" h="83" extrusionOk="0">
                  <a:moveTo>
                    <a:pt x="22" y="0"/>
                  </a:moveTo>
                  <a:lnTo>
                    <a:pt x="16" y="1"/>
                  </a:lnTo>
                  <a:lnTo>
                    <a:pt x="13" y="5"/>
                  </a:lnTo>
                  <a:lnTo>
                    <a:pt x="9" y="13"/>
                  </a:lnTo>
                  <a:lnTo>
                    <a:pt x="5" y="24"/>
                  </a:lnTo>
                  <a:lnTo>
                    <a:pt x="3" y="36"/>
                  </a:lnTo>
                  <a:lnTo>
                    <a:pt x="2" y="50"/>
                  </a:lnTo>
                  <a:lnTo>
                    <a:pt x="0" y="65"/>
                  </a:lnTo>
                  <a:lnTo>
                    <a:pt x="0" y="83"/>
                  </a:lnTo>
                  <a:lnTo>
                    <a:pt x="2" y="83"/>
                  </a:lnTo>
                  <a:lnTo>
                    <a:pt x="2" y="67"/>
                  </a:lnTo>
                  <a:lnTo>
                    <a:pt x="2" y="52"/>
                  </a:lnTo>
                  <a:lnTo>
                    <a:pt x="3" y="39"/>
                  </a:lnTo>
                  <a:lnTo>
                    <a:pt x="7" y="27"/>
                  </a:lnTo>
                  <a:lnTo>
                    <a:pt x="11" y="17"/>
                  </a:lnTo>
                  <a:lnTo>
                    <a:pt x="13" y="10"/>
                  </a:lnTo>
                  <a:lnTo>
                    <a:pt x="18" y="6"/>
                  </a:lnTo>
                  <a:lnTo>
                    <a:pt x="22" y="5"/>
                  </a:lnTo>
                  <a:lnTo>
                    <a:pt x="22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1435" name="Google Shape;1435;p4"/>
            <p:cNvSpPr/>
            <p:nvPr/>
          </p:nvSpPr>
          <p:spPr>
            <a:xfrm>
              <a:off x="4102" y="3375"/>
              <a:ext cx="17" cy="46"/>
            </a:xfrm>
            <a:custGeom>
              <a:avLst/>
              <a:gdLst/>
              <a:ahLst/>
              <a:cxnLst/>
              <a:rect l="l" t="t" r="r" b="b"/>
              <a:pathLst>
                <a:path w="20" h="78" extrusionOk="0">
                  <a:moveTo>
                    <a:pt x="20" y="0"/>
                  </a:moveTo>
                  <a:lnTo>
                    <a:pt x="16" y="1"/>
                  </a:lnTo>
                  <a:lnTo>
                    <a:pt x="11" y="5"/>
                  </a:lnTo>
                  <a:lnTo>
                    <a:pt x="9" y="12"/>
                  </a:lnTo>
                  <a:lnTo>
                    <a:pt x="5" y="22"/>
                  </a:lnTo>
                  <a:lnTo>
                    <a:pt x="1" y="34"/>
                  </a:lnTo>
                  <a:lnTo>
                    <a:pt x="0" y="47"/>
                  </a:lnTo>
                  <a:lnTo>
                    <a:pt x="0" y="62"/>
                  </a:lnTo>
                  <a:lnTo>
                    <a:pt x="0" y="78"/>
                  </a:lnTo>
                  <a:lnTo>
                    <a:pt x="0" y="78"/>
                  </a:lnTo>
                  <a:lnTo>
                    <a:pt x="0" y="62"/>
                  </a:lnTo>
                  <a:lnTo>
                    <a:pt x="1" y="50"/>
                  </a:lnTo>
                  <a:lnTo>
                    <a:pt x="3" y="36"/>
                  </a:lnTo>
                  <a:lnTo>
                    <a:pt x="5" y="26"/>
                  </a:lnTo>
                  <a:lnTo>
                    <a:pt x="9" y="17"/>
                  </a:lnTo>
                  <a:lnTo>
                    <a:pt x="12" y="10"/>
                  </a:lnTo>
                  <a:lnTo>
                    <a:pt x="16" y="7"/>
                  </a:lnTo>
                  <a:lnTo>
                    <a:pt x="20" y="5"/>
                  </a:lnTo>
                  <a:lnTo>
                    <a:pt x="20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1436" name="Google Shape;1436;p4"/>
            <p:cNvSpPr/>
            <p:nvPr/>
          </p:nvSpPr>
          <p:spPr>
            <a:xfrm>
              <a:off x="4102" y="3377"/>
              <a:ext cx="17" cy="44"/>
            </a:xfrm>
            <a:custGeom>
              <a:avLst/>
              <a:gdLst/>
              <a:ahLst/>
              <a:cxnLst/>
              <a:rect l="l" t="t" r="r" b="b"/>
              <a:pathLst>
                <a:path w="20" h="73" extrusionOk="0">
                  <a:moveTo>
                    <a:pt x="20" y="0"/>
                  </a:moveTo>
                  <a:lnTo>
                    <a:pt x="16" y="2"/>
                  </a:lnTo>
                  <a:lnTo>
                    <a:pt x="12" y="5"/>
                  </a:lnTo>
                  <a:lnTo>
                    <a:pt x="9" y="12"/>
                  </a:lnTo>
                  <a:lnTo>
                    <a:pt x="5" y="21"/>
                  </a:lnTo>
                  <a:lnTo>
                    <a:pt x="3" y="31"/>
                  </a:lnTo>
                  <a:lnTo>
                    <a:pt x="1" y="45"/>
                  </a:lnTo>
                  <a:lnTo>
                    <a:pt x="0" y="57"/>
                  </a:lnTo>
                  <a:lnTo>
                    <a:pt x="0" y="73"/>
                  </a:lnTo>
                  <a:lnTo>
                    <a:pt x="1" y="73"/>
                  </a:lnTo>
                  <a:lnTo>
                    <a:pt x="1" y="57"/>
                  </a:lnTo>
                  <a:lnTo>
                    <a:pt x="3" y="43"/>
                  </a:lnTo>
                  <a:lnTo>
                    <a:pt x="5" y="29"/>
                  </a:lnTo>
                  <a:lnTo>
                    <a:pt x="9" y="19"/>
                  </a:lnTo>
                  <a:lnTo>
                    <a:pt x="12" y="12"/>
                  </a:lnTo>
                  <a:lnTo>
                    <a:pt x="16" y="7"/>
                  </a:lnTo>
                  <a:lnTo>
                    <a:pt x="20" y="5"/>
                  </a:lnTo>
                  <a:lnTo>
                    <a:pt x="20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1437" name="Google Shape;1437;p4"/>
            <p:cNvSpPr/>
            <p:nvPr/>
          </p:nvSpPr>
          <p:spPr>
            <a:xfrm>
              <a:off x="4103" y="3381"/>
              <a:ext cx="16" cy="40"/>
            </a:xfrm>
            <a:custGeom>
              <a:avLst/>
              <a:gdLst/>
              <a:ahLst/>
              <a:cxnLst/>
              <a:rect l="l" t="t" r="r" b="b"/>
              <a:pathLst>
                <a:path w="19" h="68" extrusionOk="0">
                  <a:moveTo>
                    <a:pt x="19" y="0"/>
                  </a:moveTo>
                  <a:lnTo>
                    <a:pt x="15" y="2"/>
                  </a:lnTo>
                  <a:lnTo>
                    <a:pt x="11" y="7"/>
                  </a:lnTo>
                  <a:lnTo>
                    <a:pt x="8" y="14"/>
                  </a:lnTo>
                  <a:lnTo>
                    <a:pt x="4" y="24"/>
                  </a:lnTo>
                  <a:lnTo>
                    <a:pt x="2" y="38"/>
                  </a:lnTo>
                  <a:lnTo>
                    <a:pt x="0" y="52"/>
                  </a:lnTo>
                  <a:lnTo>
                    <a:pt x="0" y="68"/>
                  </a:lnTo>
                  <a:lnTo>
                    <a:pt x="2" y="68"/>
                  </a:lnTo>
                  <a:lnTo>
                    <a:pt x="2" y="54"/>
                  </a:lnTo>
                  <a:lnTo>
                    <a:pt x="4" y="40"/>
                  </a:lnTo>
                  <a:lnTo>
                    <a:pt x="6" y="28"/>
                  </a:lnTo>
                  <a:lnTo>
                    <a:pt x="8" y="19"/>
                  </a:lnTo>
                  <a:lnTo>
                    <a:pt x="11" y="11"/>
                  </a:lnTo>
                  <a:lnTo>
                    <a:pt x="15" y="7"/>
                  </a:lnTo>
                  <a:lnTo>
                    <a:pt x="19" y="5"/>
                  </a:lnTo>
                  <a:lnTo>
                    <a:pt x="19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1438" name="Google Shape;1438;p4"/>
            <p:cNvSpPr/>
            <p:nvPr/>
          </p:nvSpPr>
          <p:spPr>
            <a:xfrm>
              <a:off x="4105" y="3385"/>
              <a:ext cx="14" cy="36"/>
            </a:xfrm>
            <a:custGeom>
              <a:avLst/>
              <a:gdLst/>
              <a:ahLst/>
              <a:cxnLst/>
              <a:rect l="l" t="t" r="r" b="b"/>
              <a:pathLst>
                <a:path w="17" h="63" extrusionOk="0">
                  <a:moveTo>
                    <a:pt x="17" y="0"/>
                  </a:moveTo>
                  <a:lnTo>
                    <a:pt x="13" y="2"/>
                  </a:lnTo>
                  <a:lnTo>
                    <a:pt x="9" y="6"/>
                  </a:lnTo>
                  <a:lnTo>
                    <a:pt x="6" y="14"/>
                  </a:lnTo>
                  <a:lnTo>
                    <a:pt x="4" y="23"/>
                  </a:lnTo>
                  <a:lnTo>
                    <a:pt x="2" y="35"/>
                  </a:lnTo>
                  <a:lnTo>
                    <a:pt x="0" y="49"/>
                  </a:lnTo>
                  <a:lnTo>
                    <a:pt x="0" y="63"/>
                  </a:lnTo>
                  <a:lnTo>
                    <a:pt x="2" y="63"/>
                  </a:lnTo>
                  <a:lnTo>
                    <a:pt x="2" y="49"/>
                  </a:lnTo>
                  <a:lnTo>
                    <a:pt x="2" y="37"/>
                  </a:lnTo>
                  <a:lnTo>
                    <a:pt x="4" y="26"/>
                  </a:lnTo>
                  <a:lnTo>
                    <a:pt x="8" y="18"/>
                  </a:lnTo>
                  <a:lnTo>
                    <a:pt x="9" y="11"/>
                  </a:lnTo>
                  <a:lnTo>
                    <a:pt x="13" y="7"/>
                  </a:lnTo>
                  <a:lnTo>
                    <a:pt x="17" y="6"/>
                  </a:lnTo>
                  <a:lnTo>
                    <a:pt x="17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1439" name="Google Shape;1439;p4"/>
            <p:cNvSpPr/>
            <p:nvPr/>
          </p:nvSpPr>
          <p:spPr>
            <a:xfrm>
              <a:off x="4107" y="3387"/>
              <a:ext cx="12" cy="34"/>
            </a:xfrm>
            <a:custGeom>
              <a:avLst/>
              <a:gdLst/>
              <a:ahLst/>
              <a:cxnLst/>
              <a:rect l="l" t="t" r="r" b="b"/>
              <a:pathLst>
                <a:path w="15" h="57" extrusionOk="0">
                  <a:moveTo>
                    <a:pt x="15" y="0"/>
                  </a:moveTo>
                  <a:lnTo>
                    <a:pt x="11" y="1"/>
                  </a:lnTo>
                  <a:lnTo>
                    <a:pt x="7" y="5"/>
                  </a:lnTo>
                  <a:lnTo>
                    <a:pt x="6" y="12"/>
                  </a:lnTo>
                  <a:lnTo>
                    <a:pt x="2" y="20"/>
                  </a:lnTo>
                  <a:lnTo>
                    <a:pt x="0" y="31"/>
                  </a:lnTo>
                  <a:lnTo>
                    <a:pt x="0" y="43"/>
                  </a:lnTo>
                  <a:lnTo>
                    <a:pt x="0" y="57"/>
                  </a:lnTo>
                  <a:lnTo>
                    <a:pt x="0" y="57"/>
                  </a:lnTo>
                  <a:lnTo>
                    <a:pt x="0" y="45"/>
                  </a:lnTo>
                  <a:lnTo>
                    <a:pt x="2" y="34"/>
                  </a:lnTo>
                  <a:lnTo>
                    <a:pt x="4" y="24"/>
                  </a:lnTo>
                  <a:lnTo>
                    <a:pt x="6" y="15"/>
                  </a:lnTo>
                  <a:lnTo>
                    <a:pt x="7" y="10"/>
                  </a:lnTo>
                  <a:lnTo>
                    <a:pt x="11" y="5"/>
                  </a:lnTo>
                  <a:lnTo>
                    <a:pt x="15" y="5"/>
                  </a:lnTo>
                  <a:lnTo>
                    <a:pt x="15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1440" name="Google Shape;1440;p4"/>
            <p:cNvSpPr/>
            <p:nvPr/>
          </p:nvSpPr>
          <p:spPr>
            <a:xfrm>
              <a:off x="4107" y="3390"/>
              <a:ext cx="12" cy="31"/>
            </a:xfrm>
            <a:custGeom>
              <a:avLst/>
              <a:gdLst/>
              <a:ahLst/>
              <a:cxnLst/>
              <a:rect l="l" t="t" r="r" b="b"/>
              <a:pathLst>
                <a:path w="15" h="52" extrusionOk="0">
                  <a:moveTo>
                    <a:pt x="15" y="0"/>
                  </a:moveTo>
                  <a:lnTo>
                    <a:pt x="11" y="0"/>
                  </a:lnTo>
                  <a:lnTo>
                    <a:pt x="7" y="5"/>
                  </a:lnTo>
                  <a:lnTo>
                    <a:pt x="6" y="10"/>
                  </a:lnTo>
                  <a:lnTo>
                    <a:pt x="4" y="19"/>
                  </a:lnTo>
                  <a:lnTo>
                    <a:pt x="2" y="29"/>
                  </a:lnTo>
                  <a:lnTo>
                    <a:pt x="0" y="40"/>
                  </a:lnTo>
                  <a:lnTo>
                    <a:pt x="0" y="52"/>
                  </a:lnTo>
                  <a:lnTo>
                    <a:pt x="2" y="52"/>
                  </a:lnTo>
                  <a:lnTo>
                    <a:pt x="2" y="40"/>
                  </a:lnTo>
                  <a:lnTo>
                    <a:pt x="4" y="27"/>
                  </a:lnTo>
                  <a:lnTo>
                    <a:pt x="6" y="19"/>
                  </a:lnTo>
                  <a:lnTo>
                    <a:pt x="7" y="10"/>
                  </a:lnTo>
                  <a:lnTo>
                    <a:pt x="11" y="7"/>
                  </a:lnTo>
                  <a:lnTo>
                    <a:pt x="15" y="5"/>
                  </a:lnTo>
                  <a:lnTo>
                    <a:pt x="15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1441" name="Google Shape;1441;p4"/>
            <p:cNvSpPr/>
            <p:nvPr/>
          </p:nvSpPr>
          <p:spPr>
            <a:xfrm>
              <a:off x="4107" y="3393"/>
              <a:ext cx="12" cy="28"/>
            </a:xfrm>
            <a:custGeom>
              <a:avLst/>
              <a:gdLst/>
              <a:ahLst/>
              <a:cxnLst/>
              <a:rect l="l" t="t" r="r" b="b"/>
              <a:pathLst>
                <a:path w="13" h="47" extrusionOk="0">
                  <a:moveTo>
                    <a:pt x="13" y="0"/>
                  </a:moveTo>
                  <a:lnTo>
                    <a:pt x="9" y="2"/>
                  </a:lnTo>
                  <a:lnTo>
                    <a:pt x="5" y="5"/>
                  </a:lnTo>
                  <a:lnTo>
                    <a:pt x="4" y="14"/>
                  </a:lnTo>
                  <a:lnTo>
                    <a:pt x="2" y="22"/>
                  </a:lnTo>
                  <a:lnTo>
                    <a:pt x="0" y="35"/>
                  </a:lnTo>
                  <a:lnTo>
                    <a:pt x="0" y="47"/>
                  </a:lnTo>
                  <a:lnTo>
                    <a:pt x="2" y="47"/>
                  </a:lnTo>
                  <a:lnTo>
                    <a:pt x="2" y="35"/>
                  </a:lnTo>
                  <a:lnTo>
                    <a:pt x="4" y="26"/>
                  </a:lnTo>
                  <a:lnTo>
                    <a:pt x="5" y="17"/>
                  </a:lnTo>
                  <a:lnTo>
                    <a:pt x="7" y="10"/>
                  </a:lnTo>
                  <a:lnTo>
                    <a:pt x="9" y="7"/>
                  </a:lnTo>
                  <a:lnTo>
                    <a:pt x="13" y="5"/>
                  </a:lnTo>
                  <a:lnTo>
                    <a:pt x="1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1442" name="Google Shape;1442;p4"/>
            <p:cNvSpPr/>
            <p:nvPr/>
          </p:nvSpPr>
          <p:spPr>
            <a:xfrm>
              <a:off x="4109" y="3396"/>
              <a:ext cx="10" cy="25"/>
            </a:xfrm>
            <a:custGeom>
              <a:avLst/>
              <a:gdLst/>
              <a:ahLst/>
              <a:cxnLst/>
              <a:rect l="l" t="t" r="r" b="b"/>
              <a:pathLst>
                <a:path w="11" h="42" extrusionOk="0">
                  <a:moveTo>
                    <a:pt x="11" y="0"/>
                  </a:moveTo>
                  <a:lnTo>
                    <a:pt x="7" y="2"/>
                  </a:lnTo>
                  <a:lnTo>
                    <a:pt x="5" y="5"/>
                  </a:lnTo>
                  <a:lnTo>
                    <a:pt x="3" y="12"/>
                  </a:lnTo>
                  <a:lnTo>
                    <a:pt x="2" y="21"/>
                  </a:lnTo>
                  <a:lnTo>
                    <a:pt x="0" y="30"/>
                  </a:lnTo>
                  <a:lnTo>
                    <a:pt x="0" y="42"/>
                  </a:lnTo>
                  <a:lnTo>
                    <a:pt x="0" y="42"/>
                  </a:lnTo>
                  <a:lnTo>
                    <a:pt x="2" y="31"/>
                  </a:lnTo>
                  <a:lnTo>
                    <a:pt x="2" y="23"/>
                  </a:lnTo>
                  <a:lnTo>
                    <a:pt x="3" y="16"/>
                  </a:lnTo>
                  <a:lnTo>
                    <a:pt x="5" y="11"/>
                  </a:lnTo>
                  <a:lnTo>
                    <a:pt x="7" y="5"/>
                  </a:lnTo>
                  <a:lnTo>
                    <a:pt x="11" y="5"/>
                  </a:lnTo>
                  <a:lnTo>
                    <a:pt x="11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1443" name="Google Shape;1443;p4"/>
            <p:cNvSpPr/>
            <p:nvPr/>
          </p:nvSpPr>
          <p:spPr>
            <a:xfrm>
              <a:off x="4109" y="3400"/>
              <a:ext cx="10" cy="21"/>
            </a:xfrm>
            <a:custGeom>
              <a:avLst/>
              <a:gdLst/>
              <a:ahLst/>
              <a:cxnLst/>
              <a:rect l="l" t="t" r="r" b="b"/>
              <a:pathLst>
                <a:path w="11" h="37" extrusionOk="0">
                  <a:moveTo>
                    <a:pt x="11" y="0"/>
                  </a:moveTo>
                  <a:lnTo>
                    <a:pt x="7" y="0"/>
                  </a:lnTo>
                  <a:lnTo>
                    <a:pt x="5" y="6"/>
                  </a:lnTo>
                  <a:lnTo>
                    <a:pt x="3" y="11"/>
                  </a:lnTo>
                  <a:lnTo>
                    <a:pt x="2" y="18"/>
                  </a:lnTo>
                  <a:lnTo>
                    <a:pt x="2" y="26"/>
                  </a:lnTo>
                  <a:lnTo>
                    <a:pt x="0" y="37"/>
                  </a:lnTo>
                  <a:lnTo>
                    <a:pt x="2" y="37"/>
                  </a:lnTo>
                  <a:lnTo>
                    <a:pt x="2" y="26"/>
                  </a:lnTo>
                  <a:lnTo>
                    <a:pt x="3" y="18"/>
                  </a:lnTo>
                  <a:lnTo>
                    <a:pt x="5" y="11"/>
                  </a:lnTo>
                  <a:lnTo>
                    <a:pt x="7" y="7"/>
                  </a:lnTo>
                  <a:lnTo>
                    <a:pt x="11" y="6"/>
                  </a:lnTo>
                  <a:lnTo>
                    <a:pt x="11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1444" name="Google Shape;1444;p4"/>
            <p:cNvSpPr/>
            <p:nvPr/>
          </p:nvSpPr>
          <p:spPr>
            <a:xfrm>
              <a:off x="4110" y="3402"/>
              <a:ext cx="9" cy="19"/>
            </a:xfrm>
            <a:custGeom>
              <a:avLst/>
              <a:gdLst/>
              <a:ahLst/>
              <a:cxnLst/>
              <a:rect l="l" t="t" r="r" b="b"/>
              <a:pathLst>
                <a:path w="9" h="31" extrusionOk="0">
                  <a:moveTo>
                    <a:pt x="9" y="0"/>
                  </a:moveTo>
                  <a:lnTo>
                    <a:pt x="5" y="1"/>
                  </a:lnTo>
                  <a:lnTo>
                    <a:pt x="3" y="5"/>
                  </a:lnTo>
                  <a:lnTo>
                    <a:pt x="1" y="12"/>
                  </a:lnTo>
                  <a:lnTo>
                    <a:pt x="0" y="20"/>
                  </a:lnTo>
                  <a:lnTo>
                    <a:pt x="0" y="31"/>
                  </a:lnTo>
                  <a:lnTo>
                    <a:pt x="1" y="31"/>
                  </a:lnTo>
                  <a:lnTo>
                    <a:pt x="1" y="22"/>
                  </a:lnTo>
                  <a:lnTo>
                    <a:pt x="3" y="15"/>
                  </a:lnTo>
                  <a:lnTo>
                    <a:pt x="5" y="10"/>
                  </a:lnTo>
                  <a:lnTo>
                    <a:pt x="7" y="5"/>
                  </a:lnTo>
                  <a:lnTo>
                    <a:pt x="9" y="5"/>
                  </a:lnTo>
                  <a:lnTo>
                    <a:pt x="9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1445" name="Google Shape;1445;p4"/>
            <p:cNvSpPr/>
            <p:nvPr/>
          </p:nvSpPr>
          <p:spPr>
            <a:xfrm>
              <a:off x="4112" y="3406"/>
              <a:ext cx="7" cy="15"/>
            </a:xfrm>
            <a:custGeom>
              <a:avLst/>
              <a:gdLst/>
              <a:ahLst/>
              <a:cxnLst/>
              <a:rect l="l" t="t" r="r" b="b"/>
              <a:pathLst>
                <a:path w="8" h="26" extrusionOk="0">
                  <a:moveTo>
                    <a:pt x="8" y="0"/>
                  </a:moveTo>
                  <a:lnTo>
                    <a:pt x="6" y="0"/>
                  </a:lnTo>
                  <a:lnTo>
                    <a:pt x="4" y="5"/>
                  </a:lnTo>
                  <a:lnTo>
                    <a:pt x="2" y="10"/>
                  </a:lnTo>
                  <a:lnTo>
                    <a:pt x="0" y="17"/>
                  </a:lnTo>
                  <a:lnTo>
                    <a:pt x="0" y="26"/>
                  </a:lnTo>
                  <a:lnTo>
                    <a:pt x="2" y="26"/>
                  </a:lnTo>
                  <a:lnTo>
                    <a:pt x="2" y="17"/>
                  </a:lnTo>
                  <a:lnTo>
                    <a:pt x="4" y="10"/>
                  </a:lnTo>
                  <a:lnTo>
                    <a:pt x="6" y="7"/>
                  </a:lnTo>
                  <a:lnTo>
                    <a:pt x="8" y="5"/>
                  </a:lnTo>
                  <a:lnTo>
                    <a:pt x="8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1446" name="Google Shape;1446;p4"/>
            <p:cNvSpPr/>
            <p:nvPr/>
          </p:nvSpPr>
          <p:spPr>
            <a:xfrm>
              <a:off x="4114" y="3408"/>
              <a:ext cx="5" cy="13"/>
            </a:xfrm>
            <a:custGeom>
              <a:avLst/>
              <a:gdLst/>
              <a:ahLst/>
              <a:cxnLst/>
              <a:rect l="l" t="t" r="r" b="b"/>
              <a:pathLst>
                <a:path w="6" h="21" extrusionOk="0">
                  <a:moveTo>
                    <a:pt x="6" y="0"/>
                  </a:moveTo>
                  <a:lnTo>
                    <a:pt x="4" y="2"/>
                  </a:lnTo>
                  <a:lnTo>
                    <a:pt x="2" y="5"/>
                  </a:lnTo>
                  <a:lnTo>
                    <a:pt x="0" y="12"/>
                  </a:lnTo>
                  <a:lnTo>
                    <a:pt x="0" y="21"/>
                  </a:lnTo>
                  <a:lnTo>
                    <a:pt x="0" y="21"/>
                  </a:lnTo>
                  <a:lnTo>
                    <a:pt x="2" y="14"/>
                  </a:lnTo>
                  <a:lnTo>
                    <a:pt x="2" y="9"/>
                  </a:lnTo>
                  <a:lnTo>
                    <a:pt x="4" y="5"/>
                  </a:lnTo>
                  <a:lnTo>
                    <a:pt x="6" y="5"/>
                  </a:lnTo>
                  <a:lnTo>
                    <a:pt x="6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1447" name="Google Shape;1447;p4"/>
            <p:cNvSpPr/>
            <p:nvPr/>
          </p:nvSpPr>
          <p:spPr>
            <a:xfrm>
              <a:off x="4114" y="3412"/>
              <a:ext cx="5" cy="9"/>
            </a:xfrm>
            <a:custGeom>
              <a:avLst/>
              <a:gdLst/>
              <a:ahLst/>
              <a:cxnLst/>
              <a:rect l="l" t="t" r="r" b="b"/>
              <a:pathLst>
                <a:path w="6" h="16" extrusionOk="0">
                  <a:moveTo>
                    <a:pt x="6" y="0"/>
                  </a:moveTo>
                  <a:lnTo>
                    <a:pt x="4" y="0"/>
                  </a:lnTo>
                  <a:lnTo>
                    <a:pt x="2" y="4"/>
                  </a:lnTo>
                  <a:lnTo>
                    <a:pt x="2" y="9"/>
                  </a:lnTo>
                  <a:lnTo>
                    <a:pt x="0" y="16"/>
                  </a:lnTo>
                  <a:lnTo>
                    <a:pt x="2" y="16"/>
                  </a:lnTo>
                  <a:lnTo>
                    <a:pt x="2" y="11"/>
                  </a:lnTo>
                  <a:lnTo>
                    <a:pt x="4" y="5"/>
                  </a:lnTo>
                  <a:lnTo>
                    <a:pt x="6" y="5"/>
                  </a:lnTo>
                  <a:lnTo>
                    <a:pt x="6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1448" name="Google Shape;1448;p4"/>
            <p:cNvSpPr/>
            <p:nvPr/>
          </p:nvSpPr>
          <p:spPr>
            <a:xfrm>
              <a:off x="4116" y="3416"/>
              <a:ext cx="3" cy="5"/>
            </a:xfrm>
            <a:custGeom>
              <a:avLst/>
              <a:gdLst/>
              <a:ahLst/>
              <a:cxnLst/>
              <a:rect l="l" t="t" r="r" b="b"/>
              <a:pathLst>
                <a:path w="4" h="11" extrusionOk="0">
                  <a:moveTo>
                    <a:pt x="4" y="0"/>
                  </a:moveTo>
                  <a:lnTo>
                    <a:pt x="2" y="0"/>
                  </a:lnTo>
                  <a:lnTo>
                    <a:pt x="0" y="6"/>
                  </a:lnTo>
                  <a:lnTo>
                    <a:pt x="0" y="11"/>
                  </a:lnTo>
                  <a:lnTo>
                    <a:pt x="2" y="11"/>
                  </a:lnTo>
                  <a:lnTo>
                    <a:pt x="2" y="7"/>
                  </a:lnTo>
                  <a:lnTo>
                    <a:pt x="4" y="6"/>
                  </a:lnTo>
                  <a:lnTo>
                    <a:pt x="4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1449" name="Google Shape;1449;p4"/>
            <p:cNvSpPr/>
            <p:nvPr/>
          </p:nvSpPr>
          <p:spPr>
            <a:xfrm>
              <a:off x="4117" y="3418"/>
              <a:ext cx="2" cy="3"/>
            </a:xfrm>
            <a:custGeom>
              <a:avLst/>
              <a:gdLst/>
              <a:ahLst/>
              <a:cxnLst/>
              <a:rect l="l" t="t" r="r" b="b"/>
              <a:pathLst>
                <a:path w="2" h="5" extrusionOk="0">
                  <a:moveTo>
                    <a:pt x="2" y="0"/>
                  </a:moveTo>
                  <a:lnTo>
                    <a:pt x="0" y="1"/>
                  </a:lnTo>
                  <a:lnTo>
                    <a:pt x="0" y="5"/>
                  </a:lnTo>
                  <a:lnTo>
                    <a:pt x="2" y="5"/>
                  </a:lnTo>
                  <a:lnTo>
                    <a:pt x="2" y="5"/>
                  </a:lnTo>
                  <a:lnTo>
                    <a:pt x="2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1450" name="Google Shape;1450;p4"/>
            <p:cNvSpPr/>
            <p:nvPr/>
          </p:nvSpPr>
          <p:spPr>
            <a:xfrm>
              <a:off x="4070" y="3294"/>
              <a:ext cx="49" cy="127"/>
            </a:xfrm>
            <a:custGeom>
              <a:avLst/>
              <a:gdLst/>
              <a:ahLst/>
              <a:cxnLst/>
              <a:rect l="l" t="t" r="r" b="b"/>
              <a:pathLst>
                <a:path w="56" h="214" extrusionOk="0">
                  <a:moveTo>
                    <a:pt x="27" y="214"/>
                  </a:moveTo>
                  <a:lnTo>
                    <a:pt x="34" y="210"/>
                  </a:lnTo>
                  <a:lnTo>
                    <a:pt x="41" y="202"/>
                  </a:lnTo>
                  <a:lnTo>
                    <a:pt x="47" y="186"/>
                  </a:lnTo>
                  <a:lnTo>
                    <a:pt x="50" y="167"/>
                  </a:lnTo>
                  <a:lnTo>
                    <a:pt x="54" y="144"/>
                  </a:lnTo>
                  <a:lnTo>
                    <a:pt x="56" y="120"/>
                  </a:lnTo>
                  <a:lnTo>
                    <a:pt x="56" y="94"/>
                  </a:lnTo>
                  <a:lnTo>
                    <a:pt x="54" y="70"/>
                  </a:lnTo>
                  <a:lnTo>
                    <a:pt x="50" y="45"/>
                  </a:lnTo>
                  <a:lnTo>
                    <a:pt x="47" y="26"/>
                  </a:lnTo>
                  <a:lnTo>
                    <a:pt x="41" y="13"/>
                  </a:lnTo>
                  <a:lnTo>
                    <a:pt x="34" y="4"/>
                  </a:lnTo>
                  <a:lnTo>
                    <a:pt x="27" y="0"/>
                  </a:lnTo>
                  <a:lnTo>
                    <a:pt x="21" y="4"/>
                  </a:lnTo>
                  <a:lnTo>
                    <a:pt x="14" y="13"/>
                  </a:lnTo>
                  <a:lnTo>
                    <a:pt x="9" y="26"/>
                  </a:lnTo>
                  <a:lnTo>
                    <a:pt x="5" y="45"/>
                  </a:lnTo>
                  <a:lnTo>
                    <a:pt x="1" y="70"/>
                  </a:lnTo>
                  <a:lnTo>
                    <a:pt x="0" y="94"/>
                  </a:lnTo>
                  <a:lnTo>
                    <a:pt x="0" y="120"/>
                  </a:lnTo>
                  <a:lnTo>
                    <a:pt x="1" y="144"/>
                  </a:lnTo>
                  <a:lnTo>
                    <a:pt x="5" y="167"/>
                  </a:lnTo>
                  <a:lnTo>
                    <a:pt x="9" y="186"/>
                  </a:lnTo>
                  <a:lnTo>
                    <a:pt x="14" y="202"/>
                  </a:lnTo>
                  <a:lnTo>
                    <a:pt x="21" y="210"/>
                  </a:lnTo>
                  <a:lnTo>
                    <a:pt x="27" y="214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1451" name="Google Shape;1451;p4"/>
            <p:cNvSpPr/>
            <p:nvPr/>
          </p:nvSpPr>
          <p:spPr>
            <a:xfrm>
              <a:off x="4070" y="3294"/>
              <a:ext cx="49" cy="127"/>
            </a:xfrm>
            <a:custGeom>
              <a:avLst/>
              <a:gdLst/>
              <a:ahLst/>
              <a:cxnLst/>
              <a:rect l="l" t="t" r="r" b="b"/>
              <a:pathLst>
                <a:path w="56" h="214" extrusionOk="0">
                  <a:moveTo>
                    <a:pt x="56" y="0"/>
                  </a:moveTo>
                  <a:lnTo>
                    <a:pt x="48" y="2"/>
                  </a:lnTo>
                  <a:lnTo>
                    <a:pt x="41" y="7"/>
                  </a:lnTo>
                  <a:lnTo>
                    <a:pt x="36" y="14"/>
                  </a:lnTo>
                  <a:lnTo>
                    <a:pt x="28" y="25"/>
                  </a:lnTo>
                  <a:lnTo>
                    <a:pt x="23" y="39"/>
                  </a:lnTo>
                  <a:lnTo>
                    <a:pt x="18" y="54"/>
                  </a:lnTo>
                  <a:lnTo>
                    <a:pt x="14" y="72"/>
                  </a:lnTo>
                  <a:lnTo>
                    <a:pt x="9" y="92"/>
                  </a:lnTo>
                  <a:lnTo>
                    <a:pt x="7" y="115"/>
                  </a:lnTo>
                  <a:lnTo>
                    <a:pt x="3" y="137"/>
                  </a:lnTo>
                  <a:lnTo>
                    <a:pt x="1" y="162"/>
                  </a:lnTo>
                  <a:lnTo>
                    <a:pt x="0" y="188"/>
                  </a:lnTo>
                  <a:lnTo>
                    <a:pt x="0" y="214"/>
                  </a:lnTo>
                  <a:lnTo>
                    <a:pt x="0" y="0"/>
                  </a:lnTo>
                  <a:lnTo>
                    <a:pt x="56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1452" name="Google Shape;1452;p4"/>
            <p:cNvSpPr/>
            <p:nvPr/>
          </p:nvSpPr>
          <p:spPr>
            <a:xfrm>
              <a:off x="4070" y="3294"/>
              <a:ext cx="49" cy="127"/>
            </a:xfrm>
            <a:custGeom>
              <a:avLst/>
              <a:gdLst/>
              <a:ahLst/>
              <a:cxnLst/>
              <a:rect l="l" t="t" r="r" b="b"/>
              <a:pathLst>
                <a:path w="56" h="214" extrusionOk="0">
                  <a:moveTo>
                    <a:pt x="56" y="0"/>
                  </a:moveTo>
                  <a:lnTo>
                    <a:pt x="48" y="2"/>
                  </a:lnTo>
                  <a:lnTo>
                    <a:pt x="41" y="7"/>
                  </a:lnTo>
                  <a:lnTo>
                    <a:pt x="36" y="14"/>
                  </a:lnTo>
                  <a:lnTo>
                    <a:pt x="28" y="25"/>
                  </a:lnTo>
                  <a:lnTo>
                    <a:pt x="23" y="39"/>
                  </a:lnTo>
                  <a:lnTo>
                    <a:pt x="18" y="54"/>
                  </a:lnTo>
                  <a:lnTo>
                    <a:pt x="14" y="72"/>
                  </a:lnTo>
                  <a:lnTo>
                    <a:pt x="9" y="92"/>
                  </a:lnTo>
                  <a:lnTo>
                    <a:pt x="7" y="115"/>
                  </a:lnTo>
                  <a:lnTo>
                    <a:pt x="3" y="137"/>
                  </a:lnTo>
                  <a:lnTo>
                    <a:pt x="1" y="162"/>
                  </a:lnTo>
                  <a:lnTo>
                    <a:pt x="0" y="188"/>
                  </a:lnTo>
                  <a:lnTo>
                    <a:pt x="0" y="214"/>
                  </a:lnTo>
                  <a:lnTo>
                    <a:pt x="1" y="214"/>
                  </a:lnTo>
                  <a:lnTo>
                    <a:pt x="1" y="188"/>
                  </a:lnTo>
                  <a:lnTo>
                    <a:pt x="3" y="163"/>
                  </a:lnTo>
                  <a:lnTo>
                    <a:pt x="5" y="139"/>
                  </a:lnTo>
                  <a:lnTo>
                    <a:pt x="7" y="117"/>
                  </a:lnTo>
                  <a:lnTo>
                    <a:pt x="10" y="96"/>
                  </a:lnTo>
                  <a:lnTo>
                    <a:pt x="14" y="75"/>
                  </a:lnTo>
                  <a:lnTo>
                    <a:pt x="19" y="58"/>
                  </a:lnTo>
                  <a:lnTo>
                    <a:pt x="25" y="42"/>
                  </a:lnTo>
                  <a:lnTo>
                    <a:pt x="30" y="30"/>
                  </a:lnTo>
                  <a:lnTo>
                    <a:pt x="36" y="19"/>
                  </a:lnTo>
                  <a:lnTo>
                    <a:pt x="43" y="11"/>
                  </a:lnTo>
                  <a:lnTo>
                    <a:pt x="48" y="7"/>
                  </a:lnTo>
                  <a:lnTo>
                    <a:pt x="56" y="6"/>
                  </a:lnTo>
                  <a:lnTo>
                    <a:pt x="56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1453" name="Google Shape;1453;p4"/>
            <p:cNvSpPr/>
            <p:nvPr/>
          </p:nvSpPr>
          <p:spPr>
            <a:xfrm>
              <a:off x="4072" y="3298"/>
              <a:ext cx="47" cy="123"/>
            </a:xfrm>
            <a:custGeom>
              <a:avLst/>
              <a:gdLst/>
              <a:ahLst/>
              <a:cxnLst/>
              <a:rect l="l" t="t" r="r" b="b"/>
              <a:pathLst>
                <a:path w="55" h="208" extrusionOk="0">
                  <a:moveTo>
                    <a:pt x="55" y="0"/>
                  </a:moveTo>
                  <a:lnTo>
                    <a:pt x="47" y="1"/>
                  </a:lnTo>
                  <a:lnTo>
                    <a:pt x="42" y="5"/>
                  </a:lnTo>
                  <a:lnTo>
                    <a:pt x="35" y="13"/>
                  </a:lnTo>
                  <a:lnTo>
                    <a:pt x="29" y="24"/>
                  </a:lnTo>
                  <a:lnTo>
                    <a:pt x="24" y="36"/>
                  </a:lnTo>
                  <a:lnTo>
                    <a:pt x="18" y="52"/>
                  </a:lnTo>
                  <a:lnTo>
                    <a:pt x="13" y="69"/>
                  </a:lnTo>
                  <a:lnTo>
                    <a:pt x="9" y="90"/>
                  </a:lnTo>
                  <a:lnTo>
                    <a:pt x="6" y="111"/>
                  </a:lnTo>
                  <a:lnTo>
                    <a:pt x="4" y="133"/>
                  </a:lnTo>
                  <a:lnTo>
                    <a:pt x="2" y="157"/>
                  </a:lnTo>
                  <a:lnTo>
                    <a:pt x="0" y="182"/>
                  </a:lnTo>
                  <a:lnTo>
                    <a:pt x="0" y="208"/>
                  </a:lnTo>
                  <a:lnTo>
                    <a:pt x="2" y="208"/>
                  </a:lnTo>
                  <a:lnTo>
                    <a:pt x="2" y="180"/>
                  </a:lnTo>
                  <a:lnTo>
                    <a:pt x="4" y="154"/>
                  </a:lnTo>
                  <a:lnTo>
                    <a:pt x="6" y="130"/>
                  </a:lnTo>
                  <a:lnTo>
                    <a:pt x="8" y="105"/>
                  </a:lnTo>
                  <a:lnTo>
                    <a:pt x="13" y="85"/>
                  </a:lnTo>
                  <a:lnTo>
                    <a:pt x="17" y="64"/>
                  </a:lnTo>
                  <a:lnTo>
                    <a:pt x="22" y="46"/>
                  </a:lnTo>
                  <a:lnTo>
                    <a:pt x="27" y="33"/>
                  </a:lnTo>
                  <a:lnTo>
                    <a:pt x="35" y="20"/>
                  </a:lnTo>
                  <a:lnTo>
                    <a:pt x="40" y="12"/>
                  </a:lnTo>
                  <a:lnTo>
                    <a:pt x="47" y="7"/>
                  </a:lnTo>
                  <a:lnTo>
                    <a:pt x="55" y="5"/>
                  </a:lnTo>
                  <a:lnTo>
                    <a:pt x="55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1454" name="Google Shape;1454;p4"/>
            <p:cNvSpPr/>
            <p:nvPr/>
          </p:nvSpPr>
          <p:spPr>
            <a:xfrm>
              <a:off x="4074" y="3300"/>
              <a:ext cx="45" cy="121"/>
            </a:xfrm>
            <a:custGeom>
              <a:avLst/>
              <a:gdLst/>
              <a:ahLst/>
              <a:cxnLst/>
              <a:rect l="l" t="t" r="r" b="b"/>
              <a:pathLst>
                <a:path w="53" h="203" extrusionOk="0">
                  <a:moveTo>
                    <a:pt x="53" y="0"/>
                  </a:moveTo>
                  <a:lnTo>
                    <a:pt x="45" y="2"/>
                  </a:lnTo>
                  <a:lnTo>
                    <a:pt x="38" y="7"/>
                  </a:lnTo>
                  <a:lnTo>
                    <a:pt x="33" y="15"/>
                  </a:lnTo>
                  <a:lnTo>
                    <a:pt x="25" y="28"/>
                  </a:lnTo>
                  <a:lnTo>
                    <a:pt x="20" y="41"/>
                  </a:lnTo>
                  <a:lnTo>
                    <a:pt x="15" y="59"/>
                  </a:lnTo>
                  <a:lnTo>
                    <a:pt x="11" y="80"/>
                  </a:lnTo>
                  <a:lnTo>
                    <a:pt x="6" y="100"/>
                  </a:lnTo>
                  <a:lnTo>
                    <a:pt x="4" y="125"/>
                  </a:lnTo>
                  <a:lnTo>
                    <a:pt x="2" y="149"/>
                  </a:lnTo>
                  <a:lnTo>
                    <a:pt x="0" y="175"/>
                  </a:lnTo>
                  <a:lnTo>
                    <a:pt x="0" y="203"/>
                  </a:lnTo>
                  <a:lnTo>
                    <a:pt x="0" y="203"/>
                  </a:lnTo>
                  <a:lnTo>
                    <a:pt x="2" y="177"/>
                  </a:lnTo>
                  <a:lnTo>
                    <a:pt x="2" y="151"/>
                  </a:lnTo>
                  <a:lnTo>
                    <a:pt x="4" y="126"/>
                  </a:lnTo>
                  <a:lnTo>
                    <a:pt x="7" y="104"/>
                  </a:lnTo>
                  <a:lnTo>
                    <a:pt x="11" y="81"/>
                  </a:lnTo>
                  <a:lnTo>
                    <a:pt x="16" y="62"/>
                  </a:lnTo>
                  <a:lnTo>
                    <a:pt x="20" y="45"/>
                  </a:lnTo>
                  <a:lnTo>
                    <a:pt x="27" y="31"/>
                  </a:lnTo>
                  <a:lnTo>
                    <a:pt x="33" y="21"/>
                  </a:lnTo>
                  <a:lnTo>
                    <a:pt x="38" y="12"/>
                  </a:lnTo>
                  <a:lnTo>
                    <a:pt x="45" y="7"/>
                  </a:lnTo>
                  <a:lnTo>
                    <a:pt x="53" y="5"/>
                  </a:lnTo>
                  <a:lnTo>
                    <a:pt x="5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1455" name="Google Shape;1455;p4"/>
            <p:cNvSpPr/>
            <p:nvPr/>
          </p:nvSpPr>
          <p:spPr>
            <a:xfrm>
              <a:off x="4074" y="3304"/>
              <a:ext cx="45" cy="117"/>
            </a:xfrm>
            <a:custGeom>
              <a:avLst/>
              <a:gdLst/>
              <a:ahLst/>
              <a:cxnLst/>
              <a:rect l="l" t="t" r="r" b="b"/>
              <a:pathLst>
                <a:path w="53" h="198" extrusionOk="0">
                  <a:moveTo>
                    <a:pt x="53" y="0"/>
                  </a:moveTo>
                  <a:lnTo>
                    <a:pt x="45" y="2"/>
                  </a:lnTo>
                  <a:lnTo>
                    <a:pt x="38" y="7"/>
                  </a:lnTo>
                  <a:lnTo>
                    <a:pt x="33" y="16"/>
                  </a:lnTo>
                  <a:lnTo>
                    <a:pt x="27" y="26"/>
                  </a:lnTo>
                  <a:lnTo>
                    <a:pt x="20" y="40"/>
                  </a:lnTo>
                  <a:lnTo>
                    <a:pt x="16" y="57"/>
                  </a:lnTo>
                  <a:lnTo>
                    <a:pt x="11" y="76"/>
                  </a:lnTo>
                  <a:lnTo>
                    <a:pt x="7" y="99"/>
                  </a:lnTo>
                  <a:lnTo>
                    <a:pt x="4" y="121"/>
                  </a:lnTo>
                  <a:lnTo>
                    <a:pt x="2" y="146"/>
                  </a:lnTo>
                  <a:lnTo>
                    <a:pt x="2" y="172"/>
                  </a:lnTo>
                  <a:lnTo>
                    <a:pt x="0" y="198"/>
                  </a:lnTo>
                  <a:lnTo>
                    <a:pt x="2" y="198"/>
                  </a:lnTo>
                  <a:lnTo>
                    <a:pt x="2" y="172"/>
                  </a:lnTo>
                  <a:lnTo>
                    <a:pt x="4" y="147"/>
                  </a:lnTo>
                  <a:lnTo>
                    <a:pt x="6" y="123"/>
                  </a:lnTo>
                  <a:lnTo>
                    <a:pt x="9" y="101"/>
                  </a:lnTo>
                  <a:lnTo>
                    <a:pt x="13" y="80"/>
                  </a:lnTo>
                  <a:lnTo>
                    <a:pt x="16" y="61"/>
                  </a:lnTo>
                  <a:lnTo>
                    <a:pt x="22" y="45"/>
                  </a:lnTo>
                  <a:lnTo>
                    <a:pt x="27" y="31"/>
                  </a:lnTo>
                  <a:lnTo>
                    <a:pt x="33" y="19"/>
                  </a:lnTo>
                  <a:lnTo>
                    <a:pt x="40" y="12"/>
                  </a:lnTo>
                  <a:lnTo>
                    <a:pt x="45" y="7"/>
                  </a:lnTo>
                  <a:lnTo>
                    <a:pt x="53" y="5"/>
                  </a:lnTo>
                  <a:lnTo>
                    <a:pt x="5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1456" name="Google Shape;1456;p4"/>
            <p:cNvSpPr/>
            <p:nvPr/>
          </p:nvSpPr>
          <p:spPr>
            <a:xfrm>
              <a:off x="4074" y="3307"/>
              <a:ext cx="45" cy="114"/>
            </a:xfrm>
            <a:custGeom>
              <a:avLst/>
              <a:gdLst/>
              <a:ahLst/>
              <a:cxnLst/>
              <a:rect l="l" t="t" r="r" b="b"/>
              <a:pathLst>
                <a:path w="51" h="193" extrusionOk="0">
                  <a:moveTo>
                    <a:pt x="51" y="0"/>
                  </a:moveTo>
                  <a:lnTo>
                    <a:pt x="43" y="2"/>
                  </a:lnTo>
                  <a:lnTo>
                    <a:pt x="38" y="7"/>
                  </a:lnTo>
                  <a:lnTo>
                    <a:pt x="31" y="14"/>
                  </a:lnTo>
                  <a:lnTo>
                    <a:pt x="25" y="26"/>
                  </a:lnTo>
                  <a:lnTo>
                    <a:pt x="20" y="40"/>
                  </a:lnTo>
                  <a:lnTo>
                    <a:pt x="14" y="56"/>
                  </a:lnTo>
                  <a:lnTo>
                    <a:pt x="11" y="75"/>
                  </a:lnTo>
                  <a:lnTo>
                    <a:pt x="7" y="96"/>
                  </a:lnTo>
                  <a:lnTo>
                    <a:pt x="4" y="118"/>
                  </a:lnTo>
                  <a:lnTo>
                    <a:pt x="2" y="142"/>
                  </a:lnTo>
                  <a:lnTo>
                    <a:pt x="0" y="167"/>
                  </a:lnTo>
                  <a:lnTo>
                    <a:pt x="0" y="193"/>
                  </a:lnTo>
                  <a:lnTo>
                    <a:pt x="2" y="193"/>
                  </a:lnTo>
                  <a:lnTo>
                    <a:pt x="2" y="168"/>
                  </a:lnTo>
                  <a:lnTo>
                    <a:pt x="4" y="144"/>
                  </a:lnTo>
                  <a:lnTo>
                    <a:pt x="5" y="120"/>
                  </a:lnTo>
                  <a:lnTo>
                    <a:pt x="7" y="99"/>
                  </a:lnTo>
                  <a:lnTo>
                    <a:pt x="11" y="78"/>
                  </a:lnTo>
                  <a:lnTo>
                    <a:pt x="16" y="59"/>
                  </a:lnTo>
                  <a:lnTo>
                    <a:pt x="20" y="44"/>
                  </a:lnTo>
                  <a:lnTo>
                    <a:pt x="25" y="30"/>
                  </a:lnTo>
                  <a:lnTo>
                    <a:pt x="31" y="19"/>
                  </a:lnTo>
                  <a:lnTo>
                    <a:pt x="38" y="12"/>
                  </a:lnTo>
                  <a:lnTo>
                    <a:pt x="43" y="7"/>
                  </a:lnTo>
                  <a:lnTo>
                    <a:pt x="51" y="5"/>
                  </a:lnTo>
                  <a:lnTo>
                    <a:pt x="51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1457" name="Google Shape;1457;p4"/>
            <p:cNvSpPr/>
            <p:nvPr/>
          </p:nvSpPr>
          <p:spPr>
            <a:xfrm>
              <a:off x="4075" y="3309"/>
              <a:ext cx="44" cy="112"/>
            </a:xfrm>
            <a:custGeom>
              <a:avLst/>
              <a:gdLst/>
              <a:ahLst/>
              <a:cxnLst/>
              <a:rect l="l" t="t" r="r" b="b"/>
              <a:pathLst>
                <a:path w="49" h="188" extrusionOk="0">
                  <a:moveTo>
                    <a:pt x="49" y="0"/>
                  </a:moveTo>
                  <a:lnTo>
                    <a:pt x="41" y="2"/>
                  </a:lnTo>
                  <a:lnTo>
                    <a:pt x="36" y="7"/>
                  </a:lnTo>
                  <a:lnTo>
                    <a:pt x="29" y="14"/>
                  </a:lnTo>
                  <a:lnTo>
                    <a:pt x="23" y="25"/>
                  </a:lnTo>
                  <a:lnTo>
                    <a:pt x="18" y="39"/>
                  </a:lnTo>
                  <a:lnTo>
                    <a:pt x="14" y="54"/>
                  </a:lnTo>
                  <a:lnTo>
                    <a:pt x="9" y="73"/>
                  </a:lnTo>
                  <a:lnTo>
                    <a:pt x="5" y="94"/>
                  </a:lnTo>
                  <a:lnTo>
                    <a:pt x="3" y="115"/>
                  </a:lnTo>
                  <a:lnTo>
                    <a:pt x="2" y="139"/>
                  </a:lnTo>
                  <a:lnTo>
                    <a:pt x="0" y="163"/>
                  </a:lnTo>
                  <a:lnTo>
                    <a:pt x="0" y="188"/>
                  </a:lnTo>
                  <a:lnTo>
                    <a:pt x="2" y="188"/>
                  </a:lnTo>
                  <a:lnTo>
                    <a:pt x="2" y="163"/>
                  </a:lnTo>
                  <a:lnTo>
                    <a:pt x="2" y="141"/>
                  </a:lnTo>
                  <a:lnTo>
                    <a:pt x="5" y="118"/>
                  </a:lnTo>
                  <a:lnTo>
                    <a:pt x="7" y="96"/>
                  </a:lnTo>
                  <a:lnTo>
                    <a:pt x="11" y="77"/>
                  </a:lnTo>
                  <a:lnTo>
                    <a:pt x="14" y="59"/>
                  </a:lnTo>
                  <a:lnTo>
                    <a:pt x="20" y="44"/>
                  </a:lnTo>
                  <a:lnTo>
                    <a:pt x="25" y="30"/>
                  </a:lnTo>
                  <a:lnTo>
                    <a:pt x="30" y="19"/>
                  </a:lnTo>
                  <a:lnTo>
                    <a:pt x="36" y="11"/>
                  </a:lnTo>
                  <a:lnTo>
                    <a:pt x="41" y="7"/>
                  </a:lnTo>
                  <a:lnTo>
                    <a:pt x="49" y="6"/>
                  </a:lnTo>
                  <a:lnTo>
                    <a:pt x="49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1458" name="Google Shape;1458;p4"/>
            <p:cNvSpPr/>
            <p:nvPr/>
          </p:nvSpPr>
          <p:spPr>
            <a:xfrm>
              <a:off x="4077" y="3313"/>
              <a:ext cx="42" cy="108"/>
            </a:xfrm>
            <a:custGeom>
              <a:avLst/>
              <a:gdLst/>
              <a:ahLst/>
              <a:cxnLst/>
              <a:rect l="l" t="t" r="r" b="b"/>
              <a:pathLst>
                <a:path w="47" h="182" extrusionOk="0">
                  <a:moveTo>
                    <a:pt x="47" y="0"/>
                  </a:moveTo>
                  <a:lnTo>
                    <a:pt x="39" y="1"/>
                  </a:lnTo>
                  <a:lnTo>
                    <a:pt x="34" y="5"/>
                  </a:lnTo>
                  <a:lnTo>
                    <a:pt x="28" y="13"/>
                  </a:lnTo>
                  <a:lnTo>
                    <a:pt x="23" y="24"/>
                  </a:lnTo>
                  <a:lnTo>
                    <a:pt x="18" y="38"/>
                  </a:lnTo>
                  <a:lnTo>
                    <a:pt x="12" y="53"/>
                  </a:lnTo>
                  <a:lnTo>
                    <a:pt x="9" y="71"/>
                  </a:lnTo>
                  <a:lnTo>
                    <a:pt x="5" y="90"/>
                  </a:lnTo>
                  <a:lnTo>
                    <a:pt x="3" y="112"/>
                  </a:lnTo>
                  <a:lnTo>
                    <a:pt x="0" y="135"/>
                  </a:lnTo>
                  <a:lnTo>
                    <a:pt x="0" y="157"/>
                  </a:lnTo>
                  <a:lnTo>
                    <a:pt x="0" y="182"/>
                  </a:lnTo>
                  <a:lnTo>
                    <a:pt x="0" y="182"/>
                  </a:lnTo>
                  <a:lnTo>
                    <a:pt x="1" y="157"/>
                  </a:lnTo>
                  <a:lnTo>
                    <a:pt x="1" y="135"/>
                  </a:lnTo>
                  <a:lnTo>
                    <a:pt x="3" y="114"/>
                  </a:lnTo>
                  <a:lnTo>
                    <a:pt x="7" y="93"/>
                  </a:lnTo>
                  <a:lnTo>
                    <a:pt x="10" y="74"/>
                  </a:lnTo>
                  <a:lnTo>
                    <a:pt x="14" y="57"/>
                  </a:lnTo>
                  <a:lnTo>
                    <a:pt x="18" y="41"/>
                  </a:lnTo>
                  <a:lnTo>
                    <a:pt x="23" y="29"/>
                  </a:lnTo>
                  <a:lnTo>
                    <a:pt x="28" y="19"/>
                  </a:lnTo>
                  <a:lnTo>
                    <a:pt x="34" y="10"/>
                  </a:lnTo>
                  <a:lnTo>
                    <a:pt x="39" y="7"/>
                  </a:lnTo>
                  <a:lnTo>
                    <a:pt x="47" y="5"/>
                  </a:lnTo>
                  <a:lnTo>
                    <a:pt x="47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1459" name="Google Shape;1459;p4"/>
            <p:cNvSpPr/>
            <p:nvPr/>
          </p:nvSpPr>
          <p:spPr>
            <a:xfrm>
              <a:off x="4077" y="3315"/>
              <a:ext cx="42" cy="106"/>
            </a:xfrm>
            <a:custGeom>
              <a:avLst/>
              <a:gdLst/>
              <a:ahLst/>
              <a:cxnLst/>
              <a:rect l="l" t="t" r="r" b="b"/>
              <a:pathLst>
                <a:path w="47" h="177" extrusionOk="0">
                  <a:moveTo>
                    <a:pt x="47" y="0"/>
                  </a:moveTo>
                  <a:lnTo>
                    <a:pt x="39" y="2"/>
                  </a:lnTo>
                  <a:lnTo>
                    <a:pt x="34" y="5"/>
                  </a:lnTo>
                  <a:lnTo>
                    <a:pt x="28" y="14"/>
                  </a:lnTo>
                  <a:lnTo>
                    <a:pt x="23" y="24"/>
                  </a:lnTo>
                  <a:lnTo>
                    <a:pt x="18" y="36"/>
                  </a:lnTo>
                  <a:lnTo>
                    <a:pt x="14" y="52"/>
                  </a:lnTo>
                  <a:lnTo>
                    <a:pt x="10" y="69"/>
                  </a:lnTo>
                  <a:lnTo>
                    <a:pt x="7" y="88"/>
                  </a:lnTo>
                  <a:lnTo>
                    <a:pt x="3" y="109"/>
                  </a:lnTo>
                  <a:lnTo>
                    <a:pt x="1" y="130"/>
                  </a:lnTo>
                  <a:lnTo>
                    <a:pt x="1" y="152"/>
                  </a:lnTo>
                  <a:lnTo>
                    <a:pt x="0" y="177"/>
                  </a:lnTo>
                  <a:lnTo>
                    <a:pt x="1" y="177"/>
                  </a:lnTo>
                  <a:lnTo>
                    <a:pt x="1" y="154"/>
                  </a:lnTo>
                  <a:lnTo>
                    <a:pt x="3" y="132"/>
                  </a:lnTo>
                  <a:lnTo>
                    <a:pt x="5" y="111"/>
                  </a:lnTo>
                  <a:lnTo>
                    <a:pt x="7" y="90"/>
                  </a:lnTo>
                  <a:lnTo>
                    <a:pt x="10" y="73"/>
                  </a:lnTo>
                  <a:lnTo>
                    <a:pt x="14" y="55"/>
                  </a:lnTo>
                  <a:lnTo>
                    <a:pt x="19" y="40"/>
                  </a:lnTo>
                  <a:lnTo>
                    <a:pt x="23" y="28"/>
                  </a:lnTo>
                  <a:lnTo>
                    <a:pt x="28" y="17"/>
                  </a:lnTo>
                  <a:lnTo>
                    <a:pt x="34" y="10"/>
                  </a:lnTo>
                  <a:lnTo>
                    <a:pt x="41" y="7"/>
                  </a:lnTo>
                  <a:lnTo>
                    <a:pt x="47" y="5"/>
                  </a:lnTo>
                  <a:lnTo>
                    <a:pt x="47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1460" name="Google Shape;1460;p4"/>
            <p:cNvSpPr/>
            <p:nvPr/>
          </p:nvSpPr>
          <p:spPr>
            <a:xfrm>
              <a:off x="4079" y="3319"/>
              <a:ext cx="40" cy="102"/>
            </a:xfrm>
            <a:custGeom>
              <a:avLst/>
              <a:gdLst/>
              <a:ahLst/>
              <a:cxnLst/>
              <a:rect l="l" t="t" r="r" b="b"/>
              <a:pathLst>
                <a:path w="46" h="172" extrusionOk="0">
                  <a:moveTo>
                    <a:pt x="46" y="0"/>
                  </a:moveTo>
                  <a:lnTo>
                    <a:pt x="40" y="2"/>
                  </a:lnTo>
                  <a:lnTo>
                    <a:pt x="33" y="5"/>
                  </a:lnTo>
                  <a:lnTo>
                    <a:pt x="27" y="12"/>
                  </a:lnTo>
                  <a:lnTo>
                    <a:pt x="22" y="23"/>
                  </a:lnTo>
                  <a:lnTo>
                    <a:pt x="18" y="35"/>
                  </a:lnTo>
                  <a:lnTo>
                    <a:pt x="13" y="50"/>
                  </a:lnTo>
                  <a:lnTo>
                    <a:pt x="9" y="68"/>
                  </a:lnTo>
                  <a:lnTo>
                    <a:pt x="6" y="85"/>
                  </a:lnTo>
                  <a:lnTo>
                    <a:pt x="4" y="106"/>
                  </a:lnTo>
                  <a:lnTo>
                    <a:pt x="2" y="127"/>
                  </a:lnTo>
                  <a:lnTo>
                    <a:pt x="0" y="149"/>
                  </a:lnTo>
                  <a:lnTo>
                    <a:pt x="0" y="172"/>
                  </a:lnTo>
                  <a:lnTo>
                    <a:pt x="2" y="172"/>
                  </a:lnTo>
                  <a:lnTo>
                    <a:pt x="2" y="147"/>
                  </a:lnTo>
                  <a:lnTo>
                    <a:pt x="4" y="125"/>
                  </a:lnTo>
                  <a:lnTo>
                    <a:pt x="6" y="102"/>
                  </a:lnTo>
                  <a:lnTo>
                    <a:pt x="9" y="82"/>
                  </a:lnTo>
                  <a:lnTo>
                    <a:pt x="13" y="62"/>
                  </a:lnTo>
                  <a:lnTo>
                    <a:pt x="17" y="45"/>
                  </a:lnTo>
                  <a:lnTo>
                    <a:pt x="22" y="31"/>
                  </a:lnTo>
                  <a:lnTo>
                    <a:pt x="27" y="21"/>
                  </a:lnTo>
                  <a:lnTo>
                    <a:pt x="33" y="12"/>
                  </a:lnTo>
                  <a:lnTo>
                    <a:pt x="38" y="7"/>
                  </a:lnTo>
                  <a:lnTo>
                    <a:pt x="46" y="5"/>
                  </a:lnTo>
                  <a:lnTo>
                    <a:pt x="46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1461" name="Google Shape;1461;p4"/>
            <p:cNvSpPr/>
            <p:nvPr/>
          </p:nvSpPr>
          <p:spPr>
            <a:xfrm>
              <a:off x="4081" y="3323"/>
              <a:ext cx="38" cy="98"/>
            </a:xfrm>
            <a:custGeom>
              <a:avLst/>
              <a:gdLst/>
              <a:ahLst/>
              <a:cxnLst/>
              <a:rect l="l" t="t" r="r" b="b"/>
              <a:pathLst>
                <a:path w="44" h="167" extrusionOk="0">
                  <a:moveTo>
                    <a:pt x="44" y="0"/>
                  </a:moveTo>
                  <a:lnTo>
                    <a:pt x="36" y="2"/>
                  </a:lnTo>
                  <a:lnTo>
                    <a:pt x="31" y="7"/>
                  </a:lnTo>
                  <a:lnTo>
                    <a:pt x="25" y="16"/>
                  </a:lnTo>
                  <a:lnTo>
                    <a:pt x="20" y="26"/>
                  </a:lnTo>
                  <a:lnTo>
                    <a:pt x="15" y="40"/>
                  </a:lnTo>
                  <a:lnTo>
                    <a:pt x="11" y="57"/>
                  </a:lnTo>
                  <a:lnTo>
                    <a:pt x="7" y="77"/>
                  </a:lnTo>
                  <a:lnTo>
                    <a:pt x="4" y="97"/>
                  </a:lnTo>
                  <a:lnTo>
                    <a:pt x="2" y="120"/>
                  </a:lnTo>
                  <a:lnTo>
                    <a:pt x="0" y="142"/>
                  </a:lnTo>
                  <a:lnTo>
                    <a:pt x="0" y="167"/>
                  </a:lnTo>
                  <a:lnTo>
                    <a:pt x="2" y="167"/>
                  </a:lnTo>
                  <a:lnTo>
                    <a:pt x="2" y="142"/>
                  </a:lnTo>
                  <a:lnTo>
                    <a:pt x="2" y="122"/>
                  </a:lnTo>
                  <a:lnTo>
                    <a:pt x="6" y="99"/>
                  </a:lnTo>
                  <a:lnTo>
                    <a:pt x="7" y="80"/>
                  </a:lnTo>
                  <a:lnTo>
                    <a:pt x="11" y="61"/>
                  </a:lnTo>
                  <a:lnTo>
                    <a:pt x="16" y="45"/>
                  </a:lnTo>
                  <a:lnTo>
                    <a:pt x="20" y="31"/>
                  </a:lnTo>
                  <a:lnTo>
                    <a:pt x="25" y="19"/>
                  </a:lnTo>
                  <a:lnTo>
                    <a:pt x="31" y="12"/>
                  </a:lnTo>
                  <a:lnTo>
                    <a:pt x="36" y="7"/>
                  </a:lnTo>
                  <a:lnTo>
                    <a:pt x="44" y="5"/>
                  </a:lnTo>
                  <a:lnTo>
                    <a:pt x="44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1462" name="Google Shape;1462;p4"/>
            <p:cNvSpPr/>
            <p:nvPr/>
          </p:nvSpPr>
          <p:spPr>
            <a:xfrm>
              <a:off x="4082" y="3325"/>
              <a:ext cx="37" cy="96"/>
            </a:xfrm>
            <a:custGeom>
              <a:avLst/>
              <a:gdLst/>
              <a:ahLst/>
              <a:cxnLst/>
              <a:rect l="l" t="t" r="r" b="b"/>
              <a:pathLst>
                <a:path w="42" h="162" extrusionOk="0">
                  <a:moveTo>
                    <a:pt x="42" y="0"/>
                  </a:moveTo>
                  <a:lnTo>
                    <a:pt x="34" y="2"/>
                  </a:lnTo>
                  <a:lnTo>
                    <a:pt x="29" y="7"/>
                  </a:lnTo>
                  <a:lnTo>
                    <a:pt x="23" y="14"/>
                  </a:lnTo>
                  <a:lnTo>
                    <a:pt x="18" y="26"/>
                  </a:lnTo>
                  <a:lnTo>
                    <a:pt x="14" y="40"/>
                  </a:lnTo>
                  <a:lnTo>
                    <a:pt x="9" y="56"/>
                  </a:lnTo>
                  <a:lnTo>
                    <a:pt x="5" y="75"/>
                  </a:lnTo>
                  <a:lnTo>
                    <a:pt x="4" y="94"/>
                  </a:lnTo>
                  <a:lnTo>
                    <a:pt x="0" y="117"/>
                  </a:lnTo>
                  <a:lnTo>
                    <a:pt x="0" y="137"/>
                  </a:lnTo>
                  <a:lnTo>
                    <a:pt x="0" y="162"/>
                  </a:lnTo>
                  <a:lnTo>
                    <a:pt x="0" y="162"/>
                  </a:lnTo>
                  <a:lnTo>
                    <a:pt x="2" y="139"/>
                  </a:lnTo>
                  <a:lnTo>
                    <a:pt x="2" y="117"/>
                  </a:lnTo>
                  <a:lnTo>
                    <a:pt x="4" y="96"/>
                  </a:lnTo>
                  <a:lnTo>
                    <a:pt x="7" y="77"/>
                  </a:lnTo>
                  <a:lnTo>
                    <a:pt x="11" y="59"/>
                  </a:lnTo>
                  <a:lnTo>
                    <a:pt x="14" y="44"/>
                  </a:lnTo>
                  <a:lnTo>
                    <a:pt x="20" y="30"/>
                  </a:lnTo>
                  <a:lnTo>
                    <a:pt x="23" y="20"/>
                  </a:lnTo>
                  <a:lnTo>
                    <a:pt x="29" y="13"/>
                  </a:lnTo>
                  <a:lnTo>
                    <a:pt x="36" y="7"/>
                  </a:lnTo>
                  <a:lnTo>
                    <a:pt x="42" y="6"/>
                  </a:lnTo>
                  <a:lnTo>
                    <a:pt x="42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</p:grpSp>
      <p:grpSp>
        <p:nvGrpSpPr>
          <p:cNvPr id="1463" name="Google Shape;1463;p4"/>
          <p:cNvGrpSpPr/>
          <p:nvPr/>
        </p:nvGrpSpPr>
        <p:grpSpPr>
          <a:xfrm>
            <a:off x="6248400" y="2133600"/>
            <a:ext cx="228600" cy="762000"/>
            <a:chOff x="3969" y="3294"/>
            <a:chExt cx="164" cy="567"/>
          </a:xfrm>
        </p:grpSpPr>
        <p:sp>
          <p:nvSpPr>
            <p:cNvPr id="1464" name="Google Shape;1464;p4"/>
            <p:cNvSpPr/>
            <p:nvPr/>
          </p:nvSpPr>
          <p:spPr>
            <a:xfrm>
              <a:off x="3969" y="3294"/>
              <a:ext cx="164" cy="567"/>
            </a:xfrm>
            <a:custGeom>
              <a:avLst/>
              <a:gdLst/>
              <a:ahLst/>
              <a:cxnLst/>
              <a:rect l="l" t="t" r="r" b="b"/>
              <a:pathLst>
                <a:path w="188" h="953" extrusionOk="0">
                  <a:moveTo>
                    <a:pt x="188" y="873"/>
                  </a:moveTo>
                  <a:lnTo>
                    <a:pt x="94" y="953"/>
                  </a:lnTo>
                  <a:lnTo>
                    <a:pt x="0" y="873"/>
                  </a:lnTo>
                  <a:lnTo>
                    <a:pt x="94" y="0"/>
                  </a:lnTo>
                  <a:lnTo>
                    <a:pt x="188" y="873"/>
                  </a:lnTo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1465" name="Google Shape;1465;p4"/>
            <p:cNvSpPr/>
            <p:nvPr/>
          </p:nvSpPr>
          <p:spPr>
            <a:xfrm>
              <a:off x="4035" y="3318"/>
              <a:ext cx="32" cy="59"/>
            </a:xfrm>
            <a:custGeom>
              <a:avLst/>
              <a:gdLst/>
              <a:ahLst/>
              <a:cxnLst/>
              <a:rect l="l" t="t" r="r" b="b"/>
              <a:pathLst>
                <a:path w="36" h="99" extrusionOk="0">
                  <a:moveTo>
                    <a:pt x="29" y="19"/>
                  </a:moveTo>
                  <a:lnTo>
                    <a:pt x="18" y="0"/>
                  </a:lnTo>
                  <a:lnTo>
                    <a:pt x="5" y="19"/>
                  </a:lnTo>
                  <a:lnTo>
                    <a:pt x="0" y="80"/>
                  </a:lnTo>
                  <a:lnTo>
                    <a:pt x="18" y="99"/>
                  </a:lnTo>
                  <a:lnTo>
                    <a:pt x="36" y="80"/>
                  </a:lnTo>
                  <a:lnTo>
                    <a:pt x="29" y="19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1466" name="Google Shape;1466;p4"/>
            <p:cNvSpPr/>
            <p:nvPr/>
          </p:nvSpPr>
          <p:spPr>
            <a:xfrm>
              <a:off x="3969" y="3767"/>
              <a:ext cx="164" cy="48"/>
            </a:xfrm>
            <a:custGeom>
              <a:avLst/>
              <a:gdLst/>
              <a:ahLst/>
              <a:cxnLst/>
              <a:rect l="l" t="t" r="r" b="b"/>
              <a:pathLst>
                <a:path w="188" h="78" extrusionOk="0">
                  <a:moveTo>
                    <a:pt x="188" y="78"/>
                  </a:moveTo>
                  <a:lnTo>
                    <a:pt x="94" y="0"/>
                  </a:lnTo>
                  <a:lnTo>
                    <a:pt x="0" y="78"/>
                  </a:lnTo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1467" name="Google Shape;1467;p4"/>
            <p:cNvSpPr/>
            <p:nvPr/>
          </p:nvSpPr>
          <p:spPr>
            <a:xfrm>
              <a:off x="3969" y="3294"/>
              <a:ext cx="164" cy="567"/>
            </a:xfrm>
            <a:custGeom>
              <a:avLst/>
              <a:gdLst/>
              <a:ahLst/>
              <a:cxnLst/>
              <a:rect l="l" t="t" r="r" b="b"/>
              <a:pathLst>
                <a:path w="188" h="953" extrusionOk="0">
                  <a:moveTo>
                    <a:pt x="94" y="0"/>
                  </a:moveTo>
                  <a:lnTo>
                    <a:pt x="94" y="953"/>
                  </a:lnTo>
                  <a:lnTo>
                    <a:pt x="188" y="873"/>
                  </a:lnTo>
                  <a:lnTo>
                    <a:pt x="94" y="0"/>
                  </a:lnTo>
                  <a:lnTo>
                    <a:pt x="0" y="873"/>
                  </a:lnTo>
                  <a:lnTo>
                    <a:pt x="94" y="953"/>
                  </a:lnTo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1468" name="Google Shape;1468;p4"/>
            <p:cNvSpPr/>
            <p:nvPr/>
          </p:nvSpPr>
          <p:spPr>
            <a:xfrm>
              <a:off x="4030" y="3424"/>
              <a:ext cx="42" cy="12"/>
            </a:xfrm>
            <a:custGeom>
              <a:avLst/>
              <a:gdLst/>
              <a:ahLst/>
              <a:cxnLst/>
              <a:rect l="l" t="t" r="r" b="b"/>
              <a:pathLst>
                <a:path w="47" h="19" extrusionOk="0">
                  <a:moveTo>
                    <a:pt x="47" y="0"/>
                  </a:moveTo>
                  <a:lnTo>
                    <a:pt x="24" y="19"/>
                  </a:lnTo>
                  <a:lnTo>
                    <a:pt x="0" y="0"/>
                  </a:lnTo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1469" name="Google Shape;1469;p4"/>
            <p:cNvSpPr/>
            <p:nvPr/>
          </p:nvSpPr>
          <p:spPr>
            <a:xfrm>
              <a:off x="4023" y="3468"/>
              <a:ext cx="54" cy="15"/>
            </a:xfrm>
            <a:custGeom>
              <a:avLst/>
              <a:gdLst/>
              <a:ahLst/>
              <a:cxnLst/>
              <a:rect l="l" t="t" r="r" b="b"/>
              <a:pathLst>
                <a:path w="64" h="26" extrusionOk="0">
                  <a:moveTo>
                    <a:pt x="64" y="0"/>
                  </a:moveTo>
                  <a:lnTo>
                    <a:pt x="33" y="26"/>
                  </a:lnTo>
                  <a:lnTo>
                    <a:pt x="0" y="0"/>
                  </a:lnTo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1470" name="Google Shape;1470;p4"/>
            <p:cNvSpPr/>
            <p:nvPr/>
          </p:nvSpPr>
          <p:spPr>
            <a:xfrm>
              <a:off x="4018" y="3510"/>
              <a:ext cx="68" cy="21"/>
            </a:xfrm>
            <a:custGeom>
              <a:avLst/>
              <a:gdLst/>
              <a:ahLst/>
              <a:cxnLst/>
              <a:rect l="l" t="t" r="r" b="b"/>
              <a:pathLst>
                <a:path w="78" h="35" extrusionOk="0">
                  <a:moveTo>
                    <a:pt x="78" y="2"/>
                  </a:moveTo>
                  <a:lnTo>
                    <a:pt x="38" y="35"/>
                  </a:lnTo>
                  <a:lnTo>
                    <a:pt x="0" y="0"/>
                  </a:lnTo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1471" name="Google Shape;1471;p4"/>
            <p:cNvSpPr/>
            <p:nvPr/>
          </p:nvSpPr>
          <p:spPr>
            <a:xfrm>
              <a:off x="4009" y="3555"/>
              <a:ext cx="82" cy="23"/>
            </a:xfrm>
            <a:custGeom>
              <a:avLst/>
              <a:gdLst/>
              <a:ahLst/>
              <a:cxnLst/>
              <a:rect l="l" t="t" r="r" b="b"/>
              <a:pathLst>
                <a:path w="94" h="38" extrusionOk="0">
                  <a:moveTo>
                    <a:pt x="94" y="0"/>
                  </a:moveTo>
                  <a:lnTo>
                    <a:pt x="47" y="38"/>
                  </a:lnTo>
                  <a:lnTo>
                    <a:pt x="0" y="0"/>
                  </a:lnTo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1472" name="Google Shape;1472;p4"/>
            <p:cNvSpPr/>
            <p:nvPr/>
          </p:nvSpPr>
          <p:spPr>
            <a:xfrm>
              <a:off x="4002" y="3598"/>
              <a:ext cx="96" cy="27"/>
            </a:xfrm>
            <a:custGeom>
              <a:avLst/>
              <a:gdLst/>
              <a:ahLst/>
              <a:cxnLst/>
              <a:rect l="l" t="t" r="r" b="b"/>
              <a:pathLst>
                <a:path w="110" h="46" extrusionOk="0">
                  <a:moveTo>
                    <a:pt x="110" y="0"/>
                  </a:moveTo>
                  <a:lnTo>
                    <a:pt x="56" y="46"/>
                  </a:lnTo>
                  <a:lnTo>
                    <a:pt x="0" y="0"/>
                  </a:lnTo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1473" name="Google Shape;1473;p4"/>
            <p:cNvSpPr/>
            <p:nvPr/>
          </p:nvSpPr>
          <p:spPr>
            <a:xfrm>
              <a:off x="3997" y="3641"/>
              <a:ext cx="110" cy="32"/>
            </a:xfrm>
            <a:custGeom>
              <a:avLst/>
              <a:gdLst/>
              <a:ahLst/>
              <a:cxnLst/>
              <a:rect l="l" t="t" r="r" b="b"/>
              <a:pathLst>
                <a:path w="125" h="53" extrusionOk="0">
                  <a:moveTo>
                    <a:pt x="125" y="0"/>
                  </a:moveTo>
                  <a:lnTo>
                    <a:pt x="62" y="53"/>
                  </a:lnTo>
                  <a:lnTo>
                    <a:pt x="0" y="0"/>
                  </a:lnTo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1474" name="Google Shape;1474;p4"/>
            <p:cNvSpPr/>
            <p:nvPr/>
          </p:nvSpPr>
          <p:spPr>
            <a:xfrm>
              <a:off x="3990" y="3684"/>
              <a:ext cx="122" cy="36"/>
            </a:xfrm>
            <a:custGeom>
              <a:avLst/>
              <a:gdLst/>
              <a:ahLst/>
              <a:cxnLst/>
              <a:rect l="l" t="t" r="r" b="b"/>
              <a:pathLst>
                <a:path w="141" h="61" extrusionOk="0">
                  <a:moveTo>
                    <a:pt x="141" y="0"/>
                  </a:moveTo>
                  <a:lnTo>
                    <a:pt x="71" y="61"/>
                  </a:lnTo>
                  <a:lnTo>
                    <a:pt x="0" y="0"/>
                  </a:lnTo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1475" name="Google Shape;1475;p4"/>
            <p:cNvSpPr/>
            <p:nvPr/>
          </p:nvSpPr>
          <p:spPr>
            <a:xfrm>
              <a:off x="3981" y="3728"/>
              <a:ext cx="138" cy="39"/>
            </a:xfrm>
            <a:custGeom>
              <a:avLst/>
              <a:gdLst/>
              <a:ahLst/>
              <a:cxnLst/>
              <a:rect l="l" t="t" r="r" b="b"/>
              <a:pathLst>
                <a:path w="158" h="68" extrusionOk="0">
                  <a:moveTo>
                    <a:pt x="158" y="0"/>
                  </a:moveTo>
                  <a:lnTo>
                    <a:pt x="80" y="68"/>
                  </a:lnTo>
                  <a:lnTo>
                    <a:pt x="0" y="2"/>
                  </a:lnTo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1476" name="Google Shape;1476;p4"/>
            <p:cNvSpPr/>
            <p:nvPr/>
          </p:nvSpPr>
          <p:spPr>
            <a:xfrm>
              <a:off x="3978" y="3769"/>
              <a:ext cx="148" cy="46"/>
            </a:xfrm>
            <a:custGeom>
              <a:avLst/>
              <a:gdLst/>
              <a:ahLst/>
              <a:cxnLst/>
              <a:rect l="l" t="t" r="r" b="b"/>
              <a:pathLst>
                <a:path w="172" h="75" extrusionOk="0">
                  <a:moveTo>
                    <a:pt x="172" y="2"/>
                  </a:moveTo>
                  <a:lnTo>
                    <a:pt x="85" y="75"/>
                  </a:lnTo>
                  <a:lnTo>
                    <a:pt x="0" y="0"/>
                  </a:lnTo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1477" name="Google Shape;1477;p4"/>
            <p:cNvSpPr/>
            <p:nvPr/>
          </p:nvSpPr>
          <p:spPr>
            <a:xfrm>
              <a:off x="4035" y="3318"/>
              <a:ext cx="32" cy="59"/>
            </a:xfrm>
            <a:custGeom>
              <a:avLst/>
              <a:gdLst/>
              <a:ahLst/>
              <a:cxnLst/>
              <a:rect l="l" t="t" r="r" b="b"/>
              <a:pathLst>
                <a:path w="36" h="99" extrusionOk="0">
                  <a:moveTo>
                    <a:pt x="29" y="19"/>
                  </a:moveTo>
                  <a:lnTo>
                    <a:pt x="18" y="0"/>
                  </a:lnTo>
                  <a:lnTo>
                    <a:pt x="5" y="19"/>
                  </a:lnTo>
                  <a:lnTo>
                    <a:pt x="0" y="80"/>
                  </a:lnTo>
                  <a:lnTo>
                    <a:pt x="18" y="99"/>
                  </a:lnTo>
                  <a:lnTo>
                    <a:pt x="36" y="80"/>
                  </a:lnTo>
                  <a:lnTo>
                    <a:pt x="29" y="19"/>
                  </a:lnTo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1478" name="Google Shape;1478;p4"/>
            <p:cNvSpPr/>
            <p:nvPr/>
          </p:nvSpPr>
          <p:spPr>
            <a:xfrm>
              <a:off x="4070" y="3294"/>
              <a:ext cx="49" cy="127"/>
            </a:xfrm>
            <a:custGeom>
              <a:avLst/>
              <a:gdLst/>
              <a:ahLst/>
              <a:cxnLst/>
              <a:rect l="l" t="t" r="r" b="b"/>
              <a:pathLst>
                <a:path w="56" h="214" extrusionOk="0">
                  <a:moveTo>
                    <a:pt x="56" y="0"/>
                  </a:moveTo>
                  <a:lnTo>
                    <a:pt x="48" y="2"/>
                  </a:lnTo>
                  <a:lnTo>
                    <a:pt x="41" y="7"/>
                  </a:lnTo>
                  <a:lnTo>
                    <a:pt x="36" y="14"/>
                  </a:lnTo>
                  <a:lnTo>
                    <a:pt x="28" y="25"/>
                  </a:lnTo>
                  <a:lnTo>
                    <a:pt x="23" y="39"/>
                  </a:lnTo>
                  <a:lnTo>
                    <a:pt x="18" y="54"/>
                  </a:lnTo>
                  <a:lnTo>
                    <a:pt x="14" y="72"/>
                  </a:lnTo>
                  <a:lnTo>
                    <a:pt x="9" y="92"/>
                  </a:lnTo>
                  <a:lnTo>
                    <a:pt x="7" y="115"/>
                  </a:lnTo>
                  <a:lnTo>
                    <a:pt x="3" y="137"/>
                  </a:lnTo>
                  <a:lnTo>
                    <a:pt x="1" y="162"/>
                  </a:lnTo>
                  <a:lnTo>
                    <a:pt x="0" y="188"/>
                  </a:lnTo>
                  <a:lnTo>
                    <a:pt x="0" y="214"/>
                  </a:lnTo>
                  <a:lnTo>
                    <a:pt x="0" y="0"/>
                  </a:lnTo>
                  <a:lnTo>
                    <a:pt x="56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1479" name="Google Shape;1479;p4"/>
            <p:cNvSpPr/>
            <p:nvPr/>
          </p:nvSpPr>
          <p:spPr>
            <a:xfrm>
              <a:off x="4070" y="3294"/>
              <a:ext cx="49" cy="127"/>
            </a:xfrm>
            <a:custGeom>
              <a:avLst/>
              <a:gdLst/>
              <a:ahLst/>
              <a:cxnLst/>
              <a:rect l="l" t="t" r="r" b="b"/>
              <a:pathLst>
                <a:path w="56" h="214" extrusionOk="0">
                  <a:moveTo>
                    <a:pt x="56" y="0"/>
                  </a:moveTo>
                  <a:lnTo>
                    <a:pt x="48" y="2"/>
                  </a:lnTo>
                  <a:lnTo>
                    <a:pt x="41" y="7"/>
                  </a:lnTo>
                  <a:lnTo>
                    <a:pt x="36" y="14"/>
                  </a:lnTo>
                  <a:lnTo>
                    <a:pt x="28" y="25"/>
                  </a:lnTo>
                  <a:lnTo>
                    <a:pt x="23" y="39"/>
                  </a:lnTo>
                  <a:lnTo>
                    <a:pt x="18" y="54"/>
                  </a:lnTo>
                  <a:lnTo>
                    <a:pt x="14" y="72"/>
                  </a:lnTo>
                  <a:lnTo>
                    <a:pt x="9" y="92"/>
                  </a:lnTo>
                  <a:lnTo>
                    <a:pt x="7" y="115"/>
                  </a:lnTo>
                  <a:lnTo>
                    <a:pt x="3" y="137"/>
                  </a:lnTo>
                  <a:lnTo>
                    <a:pt x="1" y="162"/>
                  </a:lnTo>
                  <a:lnTo>
                    <a:pt x="0" y="188"/>
                  </a:lnTo>
                  <a:lnTo>
                    <a:pt x="0" y="214"/>
                  </a:lnTo>
                  <a:lnTo>
                    <a:pt x="1" y="214"/>
                  </a:lnTo>
                  <a:lnTo>
                    <a:pt x="1" y="188"/>
                  </a:lnTo>
                  <a:lnTo>
                    <a:pt x="3" y="163"/>
                  </a:lnTo>
                  <a:lnTo>
                    <a:pt x="5" y="139"/>
                  </a:lnTo>
                  <a:lnTo>
                    <a:pt x="7" y="117"/>
                  </a:lnTo>
                  <a:lnTo>
                    <a:pt x="10" y="96"/>
                  </a:lnTo>
                  <a:lnTo>
                    <a:pt x="14" y="75"/>
                  </a:lnTo>
                  <a:lnTo>
                    <a:pt x="19" y="58"/>
                  </a:lnTo>
                  <a:lnTo>
                    <a:pt x="25" y="42"/>
                  </a:lnTo>
                  <a:lnTo>
                    <a:pt x="30" y="30"/>
                  </a:lnTo>
                  <a:lnTo>
                    <a:pt x="36" y="19"/>
                  </a:lnTo>
                  <a:lnTo>
                    <a:pt x="43" y="11"/>
                  </a:lnTo>
                  <a:lnTo>
                    <a:pt x="48" y="7"/>
                  </a:lnTo>
                  <a:lnTo>
                    <a:pt x="56" y="6"/>
                  </a:lnTo>
                  <a:lnTo>
                    <a:pt x="56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1480" name="Google Shape;1480;p4"/>
            <p:cNvSpPr/>
            <p:nvPr/>
          </p:nvSpPr>
          <p:spPr>
            <a:xfrm>
              <a:off x="4072" y="3298"/>
              <a:ext cx="47" cy="123"/>
            </a:xfrm>
            <a:custGeom>
              <a:avLst/>
              <a:gdLst/>
              <a:ahLst/>
              <a:cxnLst/>
              <a:rect l="l" t="t" r="r" b="b"/>
              <a:pathLst>
                <a:path w="55" h="208" extrusionOk="0">
                  <a:moveTo>
                    <a:pt x="55" y="0"/>
                  </a:moveTo>
                  <a:lnTo>
                    <a:pt x="47" y="1"/>
                  </a:lnTo>
                  <a:lnTo>
                    <a:pt x="42" y="5"/>
                  </a:lnTo>
                  <a:lnTo>
                    <a:pt x="35" y="13"/>
                  </a:lnTo>
                  <a:lnTo>
                    <a:pt x="29" y="24"/>
                  </a:lnTo>
                  <a:lnTo>
                    <a:pt x="24" y="36"/>
                  </a:lnTo>
                  <a:lnTo>
                    <a:pt x="18" y="52"/>
                  </a:lnTo>
                  <a:lnTo>
                    <a:pt x="13" y="69"/>
                  </a:lnTo>
                  <a:lnTo>
                    <a:pt x="9" y="90"/>
                  </a:lnTo>
                  <a:lnTo>
                    <a:pt x="6" y="111"/>
                  </a:lnTo>
                  <a:lnTo>
                    <a:pt x="4" y="133"/>
                  </a:lnTo>
                  <a:lnTo>
                    <a:pt x="2" y="157"/>
                  </a:lnTo>
                  <a:lnTo>
                    <a:pt x="0" y="182"/>
                  </a:lnTo>
                  <a:lnTo>
                    <a:pt x="0" y="208"/>
                  </a:lnTo>
                  <a:lnTo>
                    <a:pt x="2" y="208"/>
                  </a:lnTo>
                  <a:lnTo>
                    <a:pt x="2" y="180"/>
                  </a:lnTo>
                  <a:lnTo>
                    <a:pt x="4" y="154"/>
                  </a:lnTo>
                  <a:lnTo>
                    <a:pt x="6" y="130"/>
                  </a:lnTo>
                  <a:lnTo>
                    <a:pt x="8" y="105"/>
                  </a:lnTo>
                  <a:lnTo>
                    <a:pt x="13" y="85"/>
                  </a:lnTo>
                  <a:lnTo>
                    <a:pt x="17" y="64"/>
                  </a:lnTo>
                  <a:lnTo>
                    <a:pt x="22" y="46"/>
                  </a:lnTo>
                  <a:lnTo>
                    <a:pt x="27" y="33"/>
                  </a:lnTo>
                  <a:lnTo>
                    <a:pt x="35" y="20"/>
                  </a:lnTo>
                  <a:lnTo>
                    <a:pt x="40" y="12"/>
                  </a:lnTo>
                  <a:lnTo>
                    <a:pt x="47" y="7"/>
                  </a:lnTo>
                  <a:lnTo>
                    <a:pt x="55" y="5"/>
                  </a:lnTo>
                  <a:lnTo>
                    <a:pt x="55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1481" name="Google Shape;1481;p4"/>
            <p:cNvSpPr/>
            <p:nvPr/>
          </p:nvSpPr>
          <p:spPr>
            <a:xfrm>
              <a:off x="4074" y="3300"/>
              <a:ext cx="45" cy="121"/>
            </a:xfrm>
            <a:custGeom>
              <a:avLst/>
              <a:gdLst/>
              <a:ahLst/>
              <a:cxnLst/>
              <a:rect l="l" t="t" r="r" b="b"/>
              <a:pathLst>
                <a:path w="53" h="203" extrusionOk="0">
                  <a:moveTo>
                    <a:pt x="53" y="0"/>
                  </a:moveTo>
                  <a:lnTo>
                    <a:pt x="45" y="2"/>
                  </a:lnTo>
                  <a:lnTo>
                    <a:pt x="38" y="7"/>
                  </a:lnTo>
                  <a:lnTo>
                    <a:pt x="33" y="15"/>
                  </a:lnTo>
                  <a:lnTo>
                    <a:pt x="25" y="28"/>
                  </a:lnTo>
                  <a:lnTo>
                    <a:pt x="20" y="41"/>
                  </a:lnTo>
                  <a:lnTo>
                    <a:pt x="15" y="59"/>
                  </a:lnTo>
                  <a:lnTo>
                    <a:pt x="11" y="80"/>
                  </a:lnTo>
                  <a:lnTo>
                    <a:pt x="6" y="100"/>
                  </a:lnTo>
                  <a:lnTo>
                    <a:pt x="4" y="125"/>
                  </a:lnTo>
                  <a:lnTo>
                    <a:pt x="2" y="149"/>
                  </a:lnTo>
                  <a:lnTo>
                    <a:pt x="0" y="175"/>
                  </a:lnTo>
                  <a:lnTo>
                    <a:pt x="0" y="203"/>
                  </a:lnTo>
                  <a:lnTo>
                    <a:pt x="0" y="203"/>
                  </a:lnTo>
                  <a:lnTo>
                    <a:pt x="2" y="177"/>
                  </a:lnTo>
                  <a:lnTo>
                    <a:pt x="2" y="151"/>
                  </a:lnTo>
                  <a:lnTo>
                    <a:pt x="4" y="126"/>
                  </a:lnTo>
                  <a:lnTo>
                    <a:pt x="7" y="104"/>
                  </a:lnTo>
                  <a:lnTo>
                    <a:pt x="11" y="81"/>
                  </a:lnTo>
                  <a:lnTo>
                    <a:pt x="16" y="62"/>
                  </a:lnTo>
                  <a:lnTo>
                    <a:pt x="20" y="45"/>
                  </a:lnTo>
                  <a:lnTo>
                    <a:pt x="27" y="31"/>
                  </a:lnTo>
                  <a:lnTo>
                    <a:pt x="33" y="21"/>
                  </a:lnTo>
                  <a:lnTo>
                    <a:pt x="38" y="12"/>
                  </a:lnTo>
                  <a:lnTo>
                    <a:pt x="45" y="7"/>
                  </a:lnTo>
                  <a:lnTo>
                    <a:pt x="53" y="5"/>
                  </a:lnTo>
                  <a:lnTo>
                    <a:pt x="5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1482" name="Google Shape;1482;p4"/>
            <p:cNvSpPr/>
            <p:nvPr/>
          </p:nvSpPr>
          <p:spPr>
            <a:xfrm>
              <a:off x="4074" y="3304"/>
              <a:ext cx="45" cy="117"/>
            </a:xfrm>
            <a:custGeom>
              <a:avLst/>
              <a:gdLst/>
              <a:ahLst/>
              <a:cxnLst/>
              <a:rect l="l" t="t" r="r" b="b"/>
              <a:pathLst>
                <a:path w="53" h="198" extrusionOk="0">
                  <a:moveTo>
                    <a:pt x="53" y="0"/>
                  </a:moveTo>
                  <a:lnTo>
                    <a:pt x="45" y="2"/>
                  </a:lnTo>
                  <a:lnTo>
                    <a:pt x="38" y="7"/>
                  </a:lnTo>
                  <a:lnTo>
                    <a:pt x="33" y="16"/>
                  </a:lnTo>
                  <a:lnTo>
                    <a:pt x="27" y="26"/>
                  </a:lnTo>
                  <a:lnTo>
                    <a:pt x="20" y="40"/>
                  </a:lnTo>
                  <a:lnTo>
                    <a:pt x="16" y="57"/>
                  </a:lnTo>
                  <a:lnTo>
                    <a:pt x="11" y="76"/>
                  </a:lnTo>
                  <a:lnTo>
                    <a:pt x="7" y="99"/>
                  </a:lnTo>
                  <a:lnTo>
                    <a:pt x="4" y="121"/>
                  </a:lnTo>
                  <a:lnTo>
                    <a:pt x="2" y="146"/>
                  </a:lnTo>
                  <a:lnTo>
                    <a:pt x="2" y="172"/>
                  </a:lnTo>
                  <a:lnTo>
                    <a:pt x="0" y="198"/>
                  </a:lnTo>
                  <a:lnTo>
                    <a:pt x="2" y="198"/>
                  </a:lnTo>
                  <a:lnTo>
                    <a:pt x="2" y="172"/>
                  </a:lnTo>
                  <a:lnTo>
                    <a:pt x="4" y="147"/>
                  </a:lnTo>
                  <a:lnTo>
                    <a:pt x="6" y="123"/>
                  </a:lnTo>
                  <a:lnTo>
                    <a:pt x="9" y="101"/>
                  </a:lnTo>
                  <a:lnTo>
                    <a:pt x="13" y="80"/>
                  </a:lnTo>
                  <a:lnTo>
                    <a:pt x="16" y="61"/>
                  </a:lnTo>
                  <a:lnTo>
                    <a:pt x="22" y="45"/>
                  </a:lnTo>
                  <a:lnTo>
                    <a:pt x="27" y="31"/>
                  </a:lnTo>
                  <a:lnTo>
                    <a:pt x="33" y="19"/>
                  </a:lnTo>
                  <a:lnTo>
                    <a:pt x="40" y="12"/>
                  </a:lnTo>
                  <a:lnTo>
                    <a:pt x="45" y="7"/>
                  </a:lnTo>
                  <a:lnTo>
                    <a:pt x="53" y="5"/>
                  </a:lnTo>
                  <a:lnTo>
                    <a:pt x="5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1483" name="Google Shape;1483;p4"/>
            <p:cNvSpPr/>
            <p:nvPr/>
          </p:nvSpPr>
          <p:spPr>
            <a:xfrm>
              <a:off x="4074" y="3307"/>
              <a:ext cx="45" cy="114"/>
            </a:xfrm>
            <a:custGeom>
              <a:avLst/>
              <a:gdLst/>
              <a:ahLst/>
              <a:cxnLst/>
              <a:rect l="l" t="t" r="r" b="b"/>
              <a:pathLst>
                <a:path w="51" h="193" extrusionOk="0">
                  <a:moveTo>
                    <a:pt x="51" y="0"/>
                  </a:moveTo>
                  <a:lnTo>
                    <a:pt x="43" y="2"/>
                  </a:lnTo>
                  <a:lnTo>
                    <a:pt x="38" y="7"/>
                  </a:lnTo>
                  <a:lnTo>
                    <a:pt x="31" y="14"/>
                  </a:lnTo>
                  <a:lnTo>
                    <a:pt x="25" y="26"/>
                  </a:lnTo>
                  <a:lnTo>
                    <a:pt x="20" y="40"/>
                  </a:lnTo>
                  <a:lnTo>
                    <a:pt x="14" y="56"/>
                  </a:lnTo>
                  <a:lnTo>
                    <a:pt x="11" y="75"/>
                  </a:lnTo>
                  <a:lnTo>
                    <a:pt x="7" y="96"/>
                  </a:lnTo>
                  <a:lnTo>
                    <a:pt x="4" y="118"/>
                  </a:lnTo>
                  <a:lnTo>
                    <a:pt x="2" y="142"/>
                  </a:lnTo>
                  <a:lnTo>
                    <a:pt x="0" y="167"/>
                  </a:lnTo>
                  <a:lnTo>
                    <a:pt x="0" y="193"/>
                  </a:lnTo>
                  <a:lnTo>
                    <a:pt x="2" y="193"/>
                  </a:lnTo>
                  <a:lnTo>
                    <a:pt x="2" y="168"/>
                  </a:lnTo>
                  <a:lnTo>
                    <a:pt x="4" y="144"/>
                  </a:lnTo>
                  <a:lnTo>
                    <a:pt x="5" y="120"/>
                  </a:lnTo>
                  <a:lnTo>
                    <a:pt x="7" y="99"/>
                  </a:lnTo>
                  <a:lnTo>
                    <a:pt x="11" y="78"/>
                  </a:lnTo>
                  <a:lnTo>
                    <a:pt x="16" y="59"/>
                  </a:lnTo>
                  <a:lnTo>
                    <a:pt x="20" y="44"/>
                  </a:lnTo>
                  <a:lnTo>
                    <a:pt x="25" y="30"/>
                  </a:lnTo>
                  <a:lnTo>
                    <a:pt x="31" y="19"/>
                  </a:lnTo>
                  <a:lnTo>
                    <a:pt x="38" y="12"/>
                  </a:lnTo>
                  <a:lnTo>
                    <a:pt x="43" y="7"/>
                  </a:lnTo>
                  <a:lnTo>
                    <a:pt x="51" y="5"/>
                  </a:lnTo>
                  <a:lnTo>
                    <a:pt x="51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1484" name="Google Shape;1484;p4"/>
            <p:cNvSpPr/>
            <p:nvPr/>
          </p:nvSpPr>
          <p:spPr>
            <a:xfrm>
              <a:off x="4075" y="3309"/>
              <a:ext cx="44" cy="112"/>
            </a:xfrm>
            <a:custGeom>
              <a:avLst/>
              <a:gdLst/>
              <a:ahLst/>
              <a:cxnLst/>
              <a:rect l="l" t="t" r="r" b="b"/>
              <a:pathLst>
                <a:path w="49" h="188" extrusionOk="0">
                  <a:moveTo>
                    <a:pt x="49" y="0"/>
                  </a:moveTo>
                  <a:lnTo>
                    <a:pt x="41" y="2"/>
                  </a:lnTo>
                  <a:lnTo>
                    <a:pt x="36" y="7"/>
                  </a:lnTo>
                  <a:lnTo>
                    <a:pt x="29" y="14"/>
                  </a:lnTo>
                  <a:lnTo>
                    <a:pt x="23" y="25"/>
                  </a:lnTo>
                  <a:lnTo>
                    <a:pt x="18" y="39"/>
                  </a:lnTo>
                  <a:lnTo>
                    <a:pt x="14" y="54"/>
                  </a:lnTo>
                  <a:lnTo>
                    <a:pt x="9" y="73"/>
                  </a:lnTo>
                  <a:lnTo>
                    <a:pt x="5" y="94"/>
                  </a:lnTo>
                  <a:lnTo>
                    <a:pt x="3" y="115"/>
                  </a:lnTo>
                  <a:lnTo>
                    <a:pt x="2" y="139"/>
                  </a:lnTo>
                  <a:lnTo>
                    <a:pt x="0" y="163"/>
                  </a:lnTo>
                  <a:lnTo>
                    <a:pt x="0" y="188"/>
                  </a:lnTo>
                  <a:lnTo>
                    <a:pt x="2" y="188"/>
                  </a:lnTo>
                  <a:lnTo>
                    <a:pt x="2" y="163"/>
                  </a:lnTo>
                  <a:lnTo>
                    <a:pt x="2" y="141"/>
                  </a:lnTo>
                  <a:lnTo>
                    <a:pt x="5" y="118"/>
                  </a:lnTo>
                  <a:lnTo>
                    <a:pt x="7" y="96"/>
                  </a:lnTo>
                  <a:lnTo>
                    <a:pt x="11" y="77"/>
                  </a:lnTo>
                  <a:lnTo>
                    <a:pt x="14" y="59"/>
                  </a:lnTo>
                  <a:lnTo>
                    <a:pt x="20" y="44"/>
                  </a:lnTo>
                  <a:lnTo>
                    <a:pt x="25" y="30"/>
                  </a:lnTo>
                  <a:lnTo>
                    <a:pt x="30" y="19"/>
                  </a:lnTo>
                  <a:lnTo>
                    <a:pt x="36" y="11"/>
                  </a:lnTo>
                  <a:lnTo>
                    <a:pt x="41" y="7"/>
                  </a:lnTo>
                  <a:lnTo>
                    <a:pt x="49" y="6"/>
                  </a:lnTo>
                  <a:lnTo>
                    <a:pt x="49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1485" name="Google Shape;1485;p4"/>
            <p:cNvSpPr/>
            <p:nvPr/>
          </p:nvSpPr>
          <p:spPr>
            <a:xfrm>
              <a:off x="4077" y="3313"/>
              <a:ext cx="42" cy="108"/>
            </a:xfrm>
            <a:custGeom>
              <a:avLst/>
              <a:gdLst/>
              <a:ahLst/>
              <a:cxnLst/>
              <a:rect l="l" t="t" r="r" b="b"/>
              <a:pathLst>
                <a:path w="47" h="182" extrusionOk="0">
                  <a:moveTo>
                    <a:pt x="47" y="0"/>
                  </a:moveTo>
                  <a:lnTo>
                    <a:pt x="39" y="1"/>
                  </a:lnTo>
                  <a:lnTo>
                    <a:pt x="34" y="5"/>
                  </a:lnTo>
                  <a:lnTo>
                    <a:pt x="28" y="13"/>
                  </a:lnTo>
                  <a:lnTo>
                    <a:pt x="23" y="24"/>
                  </a:lnTo>
                  <a:lnTo>
                    <a:pt x="18" y="38"/>
                  </a:lnTo>
                  <a:lnTo>
                    <a:pt x="12" y="53"/>
                  </a:lnTo>
                  <a:lnTo>
                    <a:pt x="9" y="71"/>
                  </a:lnTo>
                  <a:lnTo>
                    <a:pt x="5" y="90"/>
                  </a:lnTo>
                  <a:lnTo>
                    <a:pt x="3" y="112"/>
                  </a:lnTo>
                  <a:lnTo>
                    <a:pt x="0" y="135"/>
                  </a:lnTo>
                  <a:lnTo>
                    <a:pt x="0" y="157"/>
                  </a:lnTo>
                  <a:lnTo>
                    <a:pt x="0" y="182"/>
                  </a:lnTo>
                  <a:lnTo>
                    <a:pt x="0" y="182"/>
                  </a:lnTo>
                  <a:lnTo>
                    <a:pt x="1" y="157"/>
                  </a:lnTo>
                  <a:lnTo>
                    <a:pt x="1" y="135"/>
                  </a:lnTo>
                  <a:lnTo>
                    <a:pt x="3" y="114"/>
                  </a:lnTo>
                  <a:lnTo>
                    <a:pt x="7" y="93"/>
                  </a:lnTo>
                  <a:lnTo>
                    <a:pt x="10" y="74"/>
                  </a:lnTo>
                  <a:lnTo>
                    <a:pt x="14" y="57"/>
                  </a:lnTo>
                  <a:lnTo>
                    <a:pt x="18" y="41"/>
                  </a:lnTo>
                  <a:lnTo>
                    <a:pt x="23" y="29"/>
                  </a:lnTo>
                  <a:lnTo>
                    <a:pt x="28" y="19"/>
                  </a:lnTo>
                  <a:lnTo>
                    <a:pt x="34" y="10"/>
                  </a:lnTo>
                  <a:lnTo>
                    <a:pt x="39" y="7"/>
                  </a:lnTo>
                  <a:lnTo>
                    <a:pt x="47" y="5"/>
                  </a:lnTo>
                  <a:lnTo>
                    <a:pt x="47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1486" name="Google Shape;1486;p4"/>
            <p:cNvSpPr/>
            <p:nvPr/>
          </p:nvSpPr>
          <p:spPr>
            <a:xfrm>
              <a:off x="4077" y="3315"/>
              <a:ext cx="42" cy="106"/>
            </a:xfrm>
            <a:custGeom>
              <a:avLst/>
              <a:gdLst/>
              <a:ahLst/>
              <a:cxnLst/>
              <a:rect l="l" t="t" r="r" b="b"/>
              <a:pathLst>
                <a:path w="47" h="177" extrusionOk="0">
                  <a:moveTo>
                    <a:pt x="47" y="0"/>
                  </a:moveTo>
                  <a:lnTo>
                    <a:pt x="39" y="2"/>
                  </a:lnTo>
                  <a:lnTo>
                    <a:pt x="34" y="5"/>
                  </a:lnTo>
                  <a:lnTo>
                    <a:pt x="28" y="14"/>
                  </a:lnTo>
                  <a:lnTo>
                    <a:pt x="23" y="24"/>
                  </a:lnTo>
                  <a:lnTo>
                    <a:pt x="18" y="36"/>
                  </a:lnTo>
                  <a:lnTo>
                    <a:pt x="14" y="52"/>
                  </a:lnTo>
                  <a:lnTo>
                    <a:pt x="10" y="69"/>
                  </a:lnTo>
                  <a:lnTo>
                    <a:pt x="7" y="88"/>
                  </a:lnTo>
                  <a:lnTo>
                    <a:pt x="3" y="109"/>
                  </a:lnTo>
                  <a:lnTo>
                    <a:pt x="1" y="130"/>
                  </a:lnTo>
                  <a:lnTo>
                    <a:pt x="1" y="152"/>
                  </a:lnTo>
                  <a:lnTo>
                    <a:pt x="0" y="177"/>
                  </a:lnTo>
                  <a:lnTo>
                    <a:pt x="1" y="177"/>
                  </a:lnTo>
                  <a:lnTo>
                    <a:pt x="1" y="154"/>
                  </a:lnTo>
                  <a:lnTo>
                    <a:pt x="3" y="132"/>
                  </a:lnTo>
                  <a:lnTo>
                    <a:pt x="5" y="111"/>
                  </a:lnTo>
                  <a:lnTo>
                    <a:pt x="7" y="90"/>
                  </a:lnTo>
                  <a:lnTo>
                    <a:pt x="10" y="73"/>
                  </a:lnTo>
                  <a:lnTo>
                    <a:pt x="14" y="55"/>
                  </a:lnTo>
                  <a:lnTo>
                    <a:pt x="19" y="40"/>
                  </a:lnTo>
                  <a:lnTo>
                    <a:pt x="23" y="28"/>
                  </a:lnTo>
                  <a:lnTo>
                    <a:pt x="28" y="17"/>
                  </a:lnTo>
                  <a:lnTo>
                    <a:pt x="34" y="10"/>
                  </a:lnTo>
                  <a:lnTo>
                    <a:pt x="41" y="7"/>
                  </a:lnTo>
                  <a:lnTo>
                    <a:pt x="47" y="5"/>
                  </a:lnTo>
                  <a:lnTo>
                    <a:pt x="47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1487" name="Google Shape;1487;p4"/>
            <p:cNvSpPr/>
            <p:nvPr/>
          </p:nvSpPr>
          <p:spPr>
            <a:xfrm>
              <a:off x="4079" y="3319"/>
              <a:ext cx="40" cy="102"/>
            </a:xfrm>
            <a:custGeom>
              <a:avLst/>
              <a:gdLst/>
              <a:ahLst/>
              <a:cxnLst/>
              <a:rect l="l" t="t" r="r" b="b"/>
              <a:pathLst>
                <a:path w="46" h="172" extrusionOk="0">
                  <a:moveTo>
                    <a:pt x="46" y="0"/>
                  </a:moveTo>
                  <a:lnTo>
                    <a:pt x="40" y="2"/>
                  </a:lnTo>
                  <a:lnTo>
                    <a:pt x="33" y="5"/>
                  </a:lnTo>
                  <a:lnTo>
                    <a:pt x="27" y="12"/>
                  </a:lnTo>
                  <a:lnTo>
                    <a:pt x="22" y="23"/>
                  </a:lnTo>
                  <a:lnTo>
                    <a:pt x="18" y="35"/>
                  </a:lnTo>
                  <a:lnTo>
                    <a:pt x="13" y="50"/>
                  </a:lnTo>
                  <a:lnTo>
                    <a:pt x="9" y="68"/>
                  </a:lnTo>
                  <a:lnTo>
                    <a:pt x="6" y="85"/>
                  </a:lnTo>
                  <a:lnTo>
                    <a:pt x="4" y="106"/>
                  </a:lnTo>
                  <a:lnTo>
                    <a:pt x="2" y="127"/>
                  </a:lnTo>
                  <a:lnTo>
                    <a:pt x="0" y="149"/>
                  </a:lnTo>
                  <a:lnTo>
                    <a:pt x="0" y="172"/>
                  </a:lnTo>
                  <a:lnTo>
                    <a:pt x="2" y="172"/>
                  </a:lnTo>
                  <a:lnTo>
                    <a:pt x="2" y="147"/>
                  </a:lnTo>
                  <a:lnTo>
                    <a:pt x="4" y="125"/>
                  </a:lnTo>
                  <a:lnTo>
                    <a:pt x="6" y="102"/>
                  </a:lnTo>
                  <a:lnTo>
                    <a:pt x="9" y="82"/>
                  </a:lnTo>
                  <a:lnTo>
                    <a:pt x="13" y="62"/>
                  </a:lnTo>
                  <a:lnTo>
                    <a:pt x="17" y="45"/>
                  </a:lnTo>
                  <a:lnTo>
                    <a:pt x="22" y="31"/>
                  </a:lnTo>
                  <a:lnTo>
                    <a:pt x="27" y="21"/>
                  </a:lnTo>
                  <a:lnTo>
                    <a:pt x="33" y="12"/>
                  </a:lnTo>
                  <a:lnTo>
                    <a:pt x="38" y="7"/>
                  </a:lnTo>
                  <a:lnTo>
                    <a:pt x="46" y="5"/>
                  </a:lnTo>
                  <a:lnTo>
                    <a:pt x="46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1488" name="Google Shape;1488;p4"/>
            <p:cNvSpPr/>
            <p:nvPr/>
          </p:nvSpPr>
          <p:spPr>
            <a:xfrm>
              <a:off x="4081" y="3323"/>
              <a:ext cx="38" cy="98"/>
            </a:xfrm>
            <a:custGeom>
              <a:avLst/>
              <a:gdLst/>
              <a:ahLst/>
              <a:cxnLst/>
              <a:rect l="l" t="t" r="r" b="b"/>
              <a:pathLst>
                <a:path w="44" h="167" extrusionOk="0">
                  <a:moveTo>
                    <a:pt x="44" y="0"/>
                  </a:moveTo>
                  <a:lnTo>
                    <a:pt x="36" y="2"/>
                  </a:lnTo>
                  <a:lnTo>
                    <a:pt x="31" y="7"/>
                  </a:lnTo>
                  <a:lnTo>
                    <a:pt x="25" y="16"/>
                  </a:lnTo>
                  <a:lnTo>
                    <a:pt x="20" y="26"/>
                  </a:lnTo>
                  <a:lnTo>
                    <a:pt x="15" y="40"/>
                  </a:lnTo>
                  <a:lnTo>
                    <a:pt x="11" y="57"/>
                  </a:lnTo>
                  <a:lnTo>
                    <a:pt x="7" y="77"/>
                  </a:lnTo>
                  <a:lnTo>
                    <a:pt x="4" y="97"/>
                  </a:lnTo>
                  <a:lnTo>
                    <a:pt x="2" y="120"/>
                  </a:lnTo>
                  <a:lnTo>
                    <a:pt x="0" y="142"/>
                  </a:lnTo>
                  <a:lnTo>
                    <a:pt x="0" y="167"/>
                  </a:lnTo>
                  <a:lnTo>
                    <a:pt x="2" y="167"/>
                  </a:lnTo>
                  <a:lnTo>
                    <a:pt x="2" y="142"/>
                  </a:lnTo>
                  <a:lnTo>
                    <a:pt x="2" y="122"/>
                  </a:lnTo>
                  <a:lnTo>
                    <a:pt x="6" y="99"/>
                  </a:lnTo>
                  <a:lnTo>
                    <a:pt x="7" y="80"/>
                  </a:lnTo>
                  <a:lnTo>
                    <a:pt x="11" y="61"/>
                  </a:lnTo>
                  <a:lnTo>
                    <a:pt x="16" y="45"/>
                  </a:lnTo>
                  <a:lnTo>
                    <a:pt x="20" y="31"/>
                  </a:lnTo>
                  <a:lnTo>
                    <a:pt x="25" y="19"/>
                  </a:lnTo>
                  <a:lnTo>
                    <a:pt x="31" y="12"/>
                  </a:lnTo>
                  <a:lnTo>
                    <a:pt x="36" y="7"/>
                  </a:lnTo>
                  <a:lnTo>
                    <a:pt x="44" y="5"/>
                  </a:lnTo>
                  <a:lnTo>
                    <a:pt x="44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1489" name="Google Shape;1489;p4"/>
            <p:cNvSpPr/>
            <p:nvPr/>
          </p:nvSpPr>
          <p:spPr>
            <a:xfrm>
              <a:off x="4082" y="3325"/>
              <a:ext cx="37" cy="96"/>
            </a:xfrm>
            <a:custGeom>
              <a:avLst/>
              <a:gdLst/>
              <a:ahLst/>
              <a:cxnLst/>
              <a:rect l="l" t="t" r="r" b="b"/>
              <a:pathLst>
                <a:path w="42" h="162" extrusionOk="0">
                  <a:moveTo>
                    <a:pt x="42" y="0"/>
                  </a:moveTo>
                  <a:lnTo>
                    <a:pt x="34" y="2"/>
                  </a:lnTo>
                  <a:lnTo>
                    <a:pt x="29" y="7"/>
                  </a:lnTo>
                  <a:lnTo>
                    <a:pt x="23" y="14"/>
                  </a:lnTo>
                  <a:lnTo>
                    <a:pt x="18" y="26"/>
                  </a:lnTo>
                  <a:lnTo>
                    <a:pt x="14" y="40"/>
                  </a:lnTo>
                  <a:lnTo>
                    <a:pt x="9" y="56"/>
                  </a:lnTo>
                  <a:lnTo>
                    <a:pt x="5" y="75"/>
                  </a:lnTo>
                  <a:lnTo>
                    <a:pt x="4" y="94"/>
                  </a:lnTo>
                  <a:lnTo>
                    <a:pt x="0" y="117"/>
                  </a:lnTo>
                  <a:lnTo>
                    <a:pt x="0" y="137"/>
                  </a:lnTo>
                  <a:lnTo>
                    <a:pt x="0" y="162"/>
                  </a:lnTo>
                  <a:lnTo>
                    <a:pt x="0" y="162"/>
                  </a:lnTo>
                  <a:lnTo>
                    <a:pt x="2" y="139"/>
                  </a:lnTo>
                  <a:lnTo>
                    <a:pt x="2" y="117"/>
                  </a:lnTo>
                  <a:lnTo>
                    <a:pt x="4" y="96"/>
                  </a:lnTo>
                  <a:lnTo>
                    <a:pt x="7" y="77"/>
                  </a:lnTo>
                  <a:lnTo>
                    <a:pt x="11" y="59"/>
                  </a:lnTo>
                  <a:lnTo>
                    <a:pt x="14" y="44"/>
                  </a:lnTo>
                  <a:lnTo>
                    <a:pt x="20" y="30"/>
                  </a:lnTo>
                  <a:lnTo>
                    <a:pt x="23" y="20"/>
                  </a:lnTo>
                  <a:lnTo>
                    <a:pt x="29" y="13"/>
                  </a:lnTo>
                  <a:lnTo>
                    <a:pt x="36" y="7"/>
                  </a:lnTo>
                  <a:lnTo>
                    <a:pt x="42" y="6"/>
                  </a:lnTo>
                  <a:lnTo>
                    <a:pt x="42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1490" name="Google Shape;1490;p4"/>
            <p:cNvSpPr/>
            <p:nvPr/>
          </p:nvSpPr>
          <p:spPr>
            <a:xfrm>
              <a:off x="4082" y="3329"/>
              <a:ext cx="37" cy="92"/>
            </a:xfrm>
            <a:custGeom>
              <a:avLst/>
              <a:gdLst/>
              <a:ahLst/>
              <a:cxnLst/>
              <a:rect l="l" t="t" r="r" b="b"/>
              <a:pathLst>
                <a:path w="42" h="156" extrusionOk="0">
                  <a:moveTo>
                    <a:pt x="42" y="0"/>
                  </a:moveTo>
                  <a:lnTo>
                    <a:pt x="36" y="1"/>
                  </a:lnTo>
                  <a:lnTo>
                    <a:pt x="29" y="7"/>
                  </a:lnTo>
                  <a:lnTo>
                    <a:pt x="23" y="14"/>
                  </a:lnTo>
                  <a:lnTo>
                    <a:pt x="20" y="24"/>
                  </a:lnTo>
                  <a:lnTo>
                    <a:pt x="14" y="38"/>
                  </a:lnTo>
                  <a:lnTo>
                    <a:pt x="11" y="53"/>
                  </a:lnTo>
                  <a:lnTo>
                    <a:pt x="7" y="71"/>
                  </a:lnTo>
                  <a:lnTo>
                    <a:pt x="4" y="90"/>
                  </a:lnTo>
                  <a:lnTo>
                    <a:pt x="2" y="111"/>
                  </a:lnTo>
                  <a:lnTo>
                    <a:pt x="2" y="133"/>
                  </a:lnTo>
                  <a:lnTo>
                    <a:pt x="0" y="156"/>
                  </a:lnTo>
                  <a:lnTo>
                    <a:pt x="2" y="156"/>
                  </a:lnTo>
                  <a:lnTo>
                    <a:pt x="2" y="133"/>
                  </a:lnTo>
                  <a:lnTo>
                    <a:pt x="4" y="112"/>
                  </a:lnTo>
                  <a:lnTo>
                    <a:pt x="5" y="93"/>
                  </a:lnTo>
                  <a:lnTo>
                    <a:pt x="7" y="74"/>
                  </a:lnTo>
                  <a:lnTo>
                    <a:pt x="11" y="57"/>
                  </a:lnTo>
                  <a:lnTo>
                    <a:pt x="16" y="41"/>
                  </a:lnTo>
                  <a:lnTo>
                    <a:pt x="20" y="29"/>
                  </a:lnTo>
                  <a:lnTo>
                    <a:pt x="25" y="19"/>
                  </a:lnTo>
                  <a:lnTo>
                    <a:pt x="31" y="10"/>
                  </a:lnTo>
                  <a:lnTo>
                    <a:pt x="36" y="7"/>
                  </a:lnTo>
                  <a:lnTo>
                    <a:pt x="42" y="5"/>
                  </a:lnTo>
                  <a:lnTo>
                    <a:pt x="42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1491" name="Google Shape;1491;p4"/>
            <p:cNvSpPr/>
            <p:nvPr/>
          </p:nvSpPr>
          <p:spPr>
            <a:xfrm>
              <a:off x="4084" y="3331"/>
              <a:ext cx="35" cy="90"/>
            </a:xfrm>
            <a:custGeom>
              <a:avLst/>
              <a:gdLst/>
              <a:ahLst/>
              <a:cxnLst/>
              <a:rect l="l" t="t" r="r" b="b"/>
              <a:pathLst>
                <a:path w="40" h="151" extrusionOk="0">
                  <a:moveTo>
                    <a:pt x="40" y="0"/>
                  </a:moveTo>
                  <a:lnTo>
                    <a:pt x="34" y="2"/>
                  </a:lnTo>
                  <a:lnTo>
                    <a:pt x="29" y="5"/>
                  </a:lnTo>
                  <a:lnTo>
                    <a:pt x="23" y="14"/>
                  </a:lnTo>
                  <a:lnTo>
                    <a:pt x="18" y="24"/>
                  </a:lnTo>
                  <a:lnTo>
                    <a:pt x="14" y="36"/>
                  </a:lnTo>
                  <a:lnTo>
                    <a:pt x="9" y="52"/>
                  </a:lnTo>
                  <a:lnTo>
                    <a:pt x="5" y="69"/>
                  </a:lnTo>
                  <a:lnTo>
                    <a:pt x="3" y="88"/>
                  </a:lnTo>
                  <a:lnTo>
                    <a:pt x="2" y="107"/>
                  </a:lnTo>
                  <a:lnTo>
                    <a:pt x="0" y="128"/>
                  </a:lnTo>
                  <a:lnTo>
                    <a:pt x="0" y="151"/>
                  </a:lnTo>
                  <a:lnTo>
                    <a:pt x="2" y="151"/>
                  </a:lnTo>
                  <a:lnTo>
                    <a:pt x="2" y="130"/>
                  </a:lnTo>
                  <a:lnTo>
                    <a:pt x="3" y="109"/>
                  </a:lnTo>
                  <a:lnTo>
                    <a:pt x="5" y="90"/>
                  </a:lnTo>
                  <a:lnTo>
                    <a:pt x="7" y="71"/>
                  </a:lnTo>
                  <a:lnTo>
                    <a:pt x="11" y="55"/>
                  </a:lnTo>
                  <a:lnTo>
                    <a:pt x="14" y="40"/>
                  </a:lnTo>
                  <a:lnTo>
                    <a:pt x="18" y="28"/>
                  </a:lnTo>
                  <a:lnTo>
                    <a:pt x="23" y="17"/>
                  </a:lnTo>
                  <a:lnTo>
                    <a:pt x="29" y="10"/>
                  </a:lnTo>
                  <a:lnTo>
                    <a:pt x="34" y="7"/>
                  </a:lnTo>
                  <a:lnTo>
                    <a:pt x="40" y="5"/>
                  </a:lnTo>
                  <a:lnTo>
                    <a:pt x="40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1492" name="Google Shape;1492;p4"/>
            <p:cNvSpPr/>
            <p:nvPr/>
          </p:nvSpPr>
          <p:spPr>
            <a:xfrm>
              <a:off x="4086" y="3335"/>
              <a:ext cx="33" cy="86"/>
            </a:xfrm>
            <a:custGeom>
              <a:avLst/>
              <a:gdLst/>
              <a:ahLst/>
              <a:cxnLst/>
              <a:rect l="l" t="t" r="r" b="b"/>
              <a:pathLst>
                <a:path w="38" h="146" extrusionOk="0">
                  <a:moveTo>
                    <a:pt x="38" y="0"/>
                  </a:moveTo>
                  <a:lnTo>
                    <a:pt x="32" y="2"/>
                  </a:lnTo>
                  <a:lnTo>
                    <a:pt x="27" y="5"/>
                  </a:lnTo>
                  <a:lnTo>
                    <a:pt x="21" y="12"/>
                  </a:lnTo>
                  <a:lnTo>
                    <a:pt x="16" y="23"/>
                  </a:lnTo>
                  <a:lnTo>
                    <a:pt x="12" y="35"/>
                  </a:lnTo>
                  <a:lnTo>
                    <a:pt x="9" y="50"/>
                  </a:lnTo>
                  <a:lnTo>
                    <a:pt x="5" y="66"/>
                  </a:lnTo>
                  <a:lnTo>
                    <a:pt x="3" y="85"/>
                  </a:lnTo>
                  <a:lnTo>
                    <a:pt x="1" y="104"/>
                  </a:lnTo>
                  <a:lnTo>
                    <a:pt x="0" y="125"/>
                  </a:lnTo>
                  <a:lnTo>
                    <a:pt x="0" y="146"/>
                  </a:lnTo>
                  <a:lnTo>
                    <a:pt x="1" y="146"/>
                  </a:lnTo>
                  <a:lnTo>
                    <a:pt x="1" y="123"/>
                  </a:lnTo>
                  <a:lnTo>
                    <a:pt x="3" y="102"/>
                  </a:lnTo>
                  <a:lnTo>
                    <a:pt x="5" y="82"/>
                  </a:lnTo>
                  <a:lnTo>
                    <a:pt x="7" y="63"/>
                  </a:lnTo>
                  <a:lnTo>
                    <a:pt x="10" y="47"/>
                  </a:lnTo>
                  <a:lnTo>
                    <a:pt x="16" y="31"/>
                  </a:lnTo>
                  <a:lnTo>
                    <a:pt x="21" y="21"/>
                  </a:lnTo>
                  <a:lnTo>
                    <a:pt x="25" y="12"/>
                  </a:lnTo>
                  <a:lnTo>
                    <a:pt x="32" y="7"/>
                  </a:lnTo>
                  <a:lnTo>
                    <a:pt x="38" y="5"/>
                  </a:lnTo>
                  <a:lnTo>
                    <a:pt x="38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1493" name="Google Shape;1493;p4"/>
            <p:cNvSpPr/>
            <p:nvPr/>
          </p:nvSpPr>
          <p:spPr>
            <a:xfrm>
              <a:off x="4088" y="3338"/>
              <a:ext cx="31" cy="83"/>
            </a:xfrm>
            <a:custGeom>
              <a:avLst/>
              <a:gdLst/>
              <a:ahLst/>
              <a:cxnLst/>
              <a:rect l="l" t="t" r="r" b="b"/>
              <a:pathLst>
                <a:path w="37" h="141" extrusionOk="0">
                  <a:moveTo>
                    <a:pt x="37" y="0"/>
                  </a:moveTo>
                  <a:lnTo>
                    <a:pt x="31" y="2"/>
                  </a:lnTo>
                  <a:lnTo>
                    <a:pt x="24" y="7"/>
                  </a:lnTo>
                  <a:lnTo>
                    <a:pt x="20" y="16"/>
                  </a:lnTo>
                  <a:lnTo>
                    <a:pt x="15" y="26"/>
                  </a:lnTo>
                  <a:lnTo>
                    <a:pt x="9" y="42"/>
                  </a:lnTo>
                  <a:lnTo>
                    <a:pt x="6" y="58"/>
                  </a:lnTo>
                  <a:lnTo>
                    <a:pt x="4" y="77"/>
                  </a:lnTo>
                  <a:lnTo>
                    <a:pt x="2" y="97"/>
                  </a:lnTo>
                  <a:lnTo>
                    <a:pt x="0" y="118"/>
                  </a:lnTo>
                  <a:lnTo>
                    <a:pt x="0" y="141"/>
                  </a:lnTo>
                  <a:lnTo>
                    <a:pt x="0" y="141"/>
                  </a:lnTo>
                  <a:lnTo>
                    <a:pt x="2" y="118"/>
                  </a:lnTo>
                  <a:lnTo>
                    <a:pt x="2" y="99"/>
                  </a:lnTo>
                  <a:lnTo>
                    <a:pt x="4" y="78"/>
                  </a:lnTo>
                  <a:lnTo>
                    <a:pt x="8" y="61"/>
                  </a:lnTo>
                  <a:lnTo>
                    <a:pt x="11" y="45"/>
                  </a:lnTo>
                  <a:lnTo>
                    <a:pt x="15" y="31"/>
                  </a:lnTo>
                  <a:lnTo>
                    <a:pt x="20" y="19"/>
                  </a:lnTo>
                  <a:lnTo>
                    <a:pt x="26" y="12"/>
                  </a:lnTo>
                  <a:lnTo>
                    <a:pt x="31" y="7"/>
                  </a:lnTo>
                  <a:lnTo>
                    <a:pt x="37" y="5"/>
                  </a:lnTo>
                  <a:lnTo>
                    <a:pt x="37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1494" name="Google Shape;1494;p4"/>
            <p:cNvSpPr/>
            <p:nvPr/>
          </p:nvSpPr>
          <p:spPr>
            <a:xfrm>
              <a:off x="4088" y="3340"/>
              <a:ext cx="31" cy="81"/>
            </a:xfrm>
            <a:custGeom>
              <a:avLst/>
              <a:gdLst/>
              <a:ahLst/>
              <a:cxnLst/>
              <a:rect l="l" t="t" r="r" b="b"/>
              <a:pathLst>
                <a:path w="37" h="136" extrusionOk="0">
                  <a:moveTo>
                    <a:pt x="37" y="0"/>
                  </a:moveTo>
                  <a:lnTo>
                    <a:pt x="31" y="2"/>
                  </a:lnTo>
                  <a:lnTo>
                    <a:pt x="26" y="7"/>
                  </a:lnTo>
                  <a:lnTo>
                    <a:pt x="20" y="14"/>
                  </a:lnTo>
                  <a:lnTo>
                    <a:pt x="15" y="26"/>
                  </a:lnTo>
                  <a:lnTo>
                    <a:pt x="11" y="40"/>
                  </a:lnTo>
                  <a:lnTo>
                    <a:pt x="8" y="56"/>
                  </a:lnTo>
                  <a:lnTo>
                    <a:pt x="4" y="73"/>
                  </a:lnTo>
                  <a:lnTo>
                    <a:pt x="2" y="94"/>
                  </a:lnTo>
                  <a:lnTo>
                    <a:pt x="2" y="113"/>
                  </a:lnTo>
                  <a:lnTo>
                    <a:pt x="0" y="136"/>
                  </a:lnTo>
                  <a:lnTo>
                    <a:pt x="2" y="136"/>
                  </a:lnTo>
                  <a:lnTo>
                    <a:pt x="2" y="115"/>
                  </a:lnTo>
                  <a:lnTo>
                    <a:pt x="4" y="96"/>
                  </a:lnTo>
                  <a:lnTo>
                    <a:pt x="6" y="77"/>
                  </a:lnTo>
                  <a:lnTo>
                    <a:pt x="9" y="59"/>
                  </a:lnTo>
                  <a:lnTo>
                    <a:pt x="13" y="44"/>
                  </a:lnTo>
                  <a:lnTo>
                    <a:pt x="17" y="30"/>
                  </a:lnTo>
                  <a:lnTo>
                    <a:pt x="20" y="20"/>
                  </a:lnTo>
                  <a:lnTo>
                    <a:pt x="26" y="13"/>
                  </a:lnTo>
                  <a:lnTo>
                    <a:pt x="31" y="7"/>
                  </a:lnTo>
                  <a:lnTo>
                    <a:pt x="37" y="6"/>
                  </a:lnTo>
                  <a:lnTo>
                    <a:pt x="37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1495" name="Google Shape;1495;p4"/>
            <p:cNvSpPr/>
            <p:nvPr/>
          </p:nvSpPr>
          <p:spPr>
            <a:xfrm>
              <a:off x="4089" y="3344"/>
              <a:ext cx="30" cy="77"/>
            </a:xfrm>
            <a:custGeom>
              <a:avLst/>
              <a:gdLst/>
              <a:ahLst/>
              <a:cxnLst/>
              <a:rect l="l" t="t" r="r" b="b"/>
              <a:pathLst>
                <a:path w="35" h="130" extrusionOk="0">
                  <a:moveTo>
                    <a:pt x="35" y="0"/>
                  </a:moveTo>
                  <a:lnTo>
                    <a:pt x="29" y="1"/>
                  </a:lnTo>
                  <a:lnTo>
                    <a:pt x="24" y="7"/>
                  </a:lnTo>
                  <a:lnTo>
                    <a:pt x="18" y="14"/>
                  </a:lnTo>
                  <a:lnTo>
                    <a:pt x="15" y="24"/>
                  </a:lnTo>
                  <a:lnTo>
                    <a:pt x="11" y="38"/>
                  </a:lnTo>
                  <a:lnTo>
                    <a:pt x="7" y="53"/>
                  </a:lnTo>
                  <a:lnTo>
                    <a:pt x="4" y="71"/>
                  </a:lnTo>
                  <a:lnTo>
                    <a:pt x="2" y="90"/>
                  </a:lnTo>
                  <a:lnTo>
                    <a:pt x="0" y="109"/>
                  </a:lnTo>
                  <a:lnTo>
                    <a:pt x="0" y="130"/>
                  </a:lnTo>
                  <a:lnTo>
                    <a:pt x="2" y="130"/>
                  </a:lnTo>
                  <a:lnTo>
                    <a:pt x="2" y="109"/>
                  </a:lnTo>
                  <a:lnTo>
                    <a:pt x="4" y="90"/>
                  </a:lnTo>
                  <a:lnTo>
                    <a:pt x="6" y="73"/>
                  </a:lnTo>
                  <a:lnTo>
                    <a:pt x="7" y="55"/>
                  </a:lnTo>
                  <a:lnTo>
                    <a:pt x="11" y="41"/>
                  </a:lnTo>
                  <a:lnTo>
                    <a:pt x="15" y="29"/>
                  </a:lnTo>
                  <a:lnTo>
                    <a:pt x="20" y="19"/>
                  </a:lnTo>
                  <a:lnTo>
                    <a:pt x="24" y="10"/>
                  </a:lnTo>
                  <a:lnTo>
                    <a:pt x="29" y="7"/>
                  </a:lnTo>
                  <a:lnTo>
                    <a:pt x="35" y="5"/>
                  </a:lnTo>
                  <a:lnTo>
                    <a:pt x="35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1496" name="Google Shape;1496;p4"/>
            <p:cNvSpPr/>
            <p:nvPr/>
          </p:nvSpPr>
          <p:spPr>
            <a:xfrm>
              <a:off x="4091" y="3346"/>
              <a:ext cx="28" cy="75"/>
            </a:xfrm>
            <a:custGeom>
              <a:avLst/>
              <a:gdLst/>
              <a:ahLst/>
              <a:cxnLst/>
              <a:rect l="l" t="t" r="r" b="b"/>
              <a:pathLst>
                <a:path w="33" h="125" extrusionOk="0">
                  <a:moveTo>
                    <a:pt x="33" y="0"/>
                  </a:moveTo>
                  <a:lnTo>
                    <a:pt x="27" y="2"/>
                  </a:lnTo>
                  <a:lnTo>
                    <a:pt x="22" y="5"/>
                  </a:lnTo>
                  <a:lnTo>
                    <a:pt x="18" y="14"/>
                  </a:lnTo>
                  <a:lnTo>
                    <a:pt x="13" y="24"/>
                  </a:lnTo>
                  <a:lnTo>
                    <a:pt x="9" y="36"/>
                  </a:lnTo>
                  <a:lnTo>
                    <a:pt x="5" y="50"/>
                  </a:lnTo>
                  <a:lnTo>
                    <a:pt x="4" y="68"/>
                  </a:lnTo>
                  <a:lnTo>
                    <a:pt x="2" y="85"/>
                  </a:lnTo>
                  <a:lnTo>
                    <a:pt x="0" y="104"/>
                  </a:lnTo>
                  <a:lnTo>
                    <a:pt x="0" y="125"/>
                  </a:lnTo>
                  <a:lnTo>
                    <a:pt x="2" y="125"/>
                  </a:lnTo>
                  <a:lnTo>
                    <a:pt x="2" y="106"/>
                  </a:lnTo>
                  <a:lnTo>
                    <a:pt x="2" y="87"/>
                  </a:lnTo>
                  <a:lnTo>
                    <a:pt x="4" y="69"/>
                  </a:lnTo>
                  <a:lnTo>
                    <a:pt x="7" y="54"/>
                  </a:lnTo>
                  <a:lnTo>
                    <a:pt x="11" y="40"/>
                  </a:lnTo>
                  <a:lnTo>
                    <a:pt x="14" y="28"/>
                  </a:lnTo>
                  <a:lnTo>
                    <a:pt x="18" y="17"/>
                  </a:lnTo>
                  <a:lnTo>
                    <a:pt x="22" y="10"/>
                  </a:lnTo>
                  <a:lnTo>
                    <a:pt x="27" y="7"/>
                  </a:lnTo>
                  <a:lnTo>
                    <a:pt x="33" y="5"/>
                  </a:lnTo>
                  <a:lnTo>
                    <a:pt x="3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1497" name="Google Shape;1497;p4"/>
            <p:cNvSpPr/>
            <p:nvPr/>
          </p:nvSpPr>
          <p:spPr>
            <a:xfrm>
              <a:off x="4091" y="3350"/>
              <a:ext cx="28" cy="71"/>
            </a:xfrm>
            <a:custGeom>
              <a:avLst/>
              <a:gdLst/>
              <a:ahLst/>
              <a:cxnLst/>
              <a:rect l="l" t="t" r="r" b="b"/>
              <a:pathLst>
                <a:path w="31" h="120" extrusionOk="0">
                  <a:moveTo>
                    <a:pt x="31" y="0"/>
                  </a:moveTo>
                  <a:lnTo>
                    <a:pt x="25" y="2"/>
                  </a:lnTo>
                  <a:lnTo>
                    <a:pt x="20" y="5"/>
                  </a:lnTo>
                  <a:lnTo>
                    <a:pt x="16" y="12"/>
                  </a:lnTo>
                  <a:lnTo>
                    <a:pt x="12" y="23"/>
                  </a:lnTo>
                  <a:lnTo>
                    <a:pt x="9" y="35"/>
                  </a:lnTo>
                  <a:lnTo>
                    <a:pt x="5" y="49"/>
                  </a:lnTo>
                  <a:lnTo>
                    <a:pt x="2" y="64"/>
                  </a:lnTo>
                  <a:lnTo>
                    <a:pt x="0" y="82"/>
                  </a:lnTo>
                  <a:lnTo>
                    <a:pt x="0" y="101"/>
                  </a:lnTo>
                  <a:lnTo>
                    <a:pt x="0" y="120"/>
                  </a:lnTo>
                  <a:lnTo>
                    <a:pt x="0" y="120"/>
                  </a:lnTo>
                  <a:lnTo>
                    <a:pt x="0" y="101"/>
                  </a:lnTo>
                  <a:lnTo>
                    <a:pt x="2" y="83"/>
                  </a:lnTo>
                  <a:lnTo>
                    <a:pt x="3" y="68"/>
                  </a:lnTo>
                  <a:lnTo>
                    <a:pt x="5" y="52"/>
                  </a:lnTo>
                  <a:lnTo>
                    <a:pt x="9" y="38"/>
                  </a:lnTo>
                  <a:lnTo>
                    <a:pt x="12" y="26"/>
                  </a:lnTo>
                  <a:lnTo>
                    <a:pt x="16" y="17"/>
                  </a:lnTo>
                  <a:lnTo>
                    <a:pt x="22" y="10"/>
                  </a:lnTo>
                  <a:lnTo>
                    <a:pt x="25" y="7"/>
                  </a:lnTo>
                  <a:lnTo>
                    <a:pt x="31" y="5"/>
                  </a:lnTo>
                  <a:lnTo>
                    <a:pt x="31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1498" name="Google Shape;1498;p4"/>
            <p:cNvSpPr/>
            <p:nvPr/>
          </p:nvSpPr>
          <p:spPr>
            <a:xfrm>
              <a:off x="4091" y="3354"/>
              <a:ext cx="28" cy="67"/>
            </a:xfrm>
            <a:custGeom>
              <a:avLst/>
              <a:gdLst/>
              <a:ahLst/>
              <a:cxnLst/>
              <a:rect l="l" t="t" r="r" b="b"/>
              <a:pathLst>
                <a:path w="31" h="115" extrusionOk="0">
                  <a:moveTo>
                    <a:pt x="31" y="0"/>
                  </a:moveTo>
                  <a:lnTo>
                    <a:pt x="25" y="2"/>
                  </a:lnTo>
                  <a:lnTo>
                    <a:pt x="22" y="5"/>
                  </a:lnTo>
                  <a:lnTo>
                    <a:pt x="16" y="12"/>
                  </a:lnTo>
                  <a:lnTo>
                    <a:pt x="12" y="21"/>
                  </a:lnTo>
                  <a:lnTo>
                    <a:pt x="9" y="33"/>
                  </a:lnTo>
                  <a:lnTo>
                    <a:pt x="5" y="47"/>
                  </a:lnTo>
                  <a:lnTo>
                    <a:pt x="3" y="63"/>
                  </a:lnTo>
                  <a:lnTo>
                    <a:pt x="2" y="78"/>
                  </a:lnTo>
                  <a:lnTo>
                    <a:pt x="0" y="96"/>
                  </a:lnTo>
                  <a:lnTo>
                    <a:pt x="0" y="115"/>
                  </a:lnTo>
                  <a:lnTo>
                    <a:pt x="2" y="115"/>
                  </a:lnTo>
                  <a:lnTo>
                    <a:pt x="2" y="96"/>
                  </a:lnTo>
                  <a:lnTo>
                    <a:pt x="3" y="77"/>
                  </a:lnTo>
                  <a:lnTo>
                    <a:pt x="5" y="59"/>
                  </a:lnTo>
                  <a:lnTo>
                    <a:pt x="9" y="44"/>
                  </a:lnTo>
                  <a:lnTo>
                    <a:pt x="12" y="32"/>
                  </a:lnTo>
                  <a:lnTo>
                    <a:pt x="16" y="19"/>
                  </a:lnTo>
                  <a:lnTo>
                    <a:pt x="20" y="12"/>
                  </a:lnTo>
                  <a:lnTo>
                    <a:pt x="25" y="7"/>
                  </a:lnTo>
                  <a:lnTo>
                    <a:pt x="31" y="5"/>
                  </a:lnTo>
                  <a:lnTo>
                    <a:pt x="31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1499" name="Google Shape;1499;p4"/>
            <p:cNvSpPr/>
            <p:nvPr/>
          </p:nvSpPr>
          <p:spPr>
            <a:xfrm>
              <a:off x="4093" y="3356"/>
              <a:ext cx="26" cy="65"/>
            </a:xfrm>
            <a:custGeom>
              <a:avLst/>
              <a:gdLst/>
              <a:ahLst/>
              <a:cxnLst/>
              <a:rect l="l" t="t" r="r" b="b"/>
              <a:pathLst>
                <a:path w="29" h="110" extrusionOk="0">
                  <a:moveTo>
                    <a:pt x="29" y="0"/>
                  </a:moveTo>
                  <a:lnTo>
                    <a:pt x="23" y="2"/>
                  </a:lnTo>
                  <a:lnTo>
                    <a:pt x="18" y="7"/>
                  </a:lnTo>
                  <a:lnTo>
                    <a:pt x="14" y="14"/>
                  </a:lnTo>
                  <a:lnTo>
                    <a:pt x="10" y="27"/>
                  </a:lnTo>
                  <a:lnTo>
                    <a:pt x="7" y="39"/>
                  </a:lnTo>
                  <a:lnTo>
                    <a:pt x="3" y="54"/>
                  </a:lnTo>
                  <a:lnTo>
                    <a:pt x="1" y="72"/>
                  </a:lnTo>
                  <a:lnTo>
                    <a:pt x="0" y="91"/>
                  </a:lnTo>
                  <a:lnTo>
                    <a:pt x="0" y="110"/>
                  </a:lnTo>
                  <a:lnTo>
                    <a:pt x="1" y="110"/>
                  </a:lnTo>
                  <a:lnTo>
                    <a:pt x="1" y="91"/>
                  </a:lnTo>
                  <a:lnTo>
                    <a:pt x="3" y="73"/>
                  </a:lnTo>
                  <a:lnTo>
                    <a:pt x="5" y="58"/>
                  </a:lnTo>
                  <a:lnTo>
                    <a:pt x="7" y="42"/>
                  </a:lnTo>
                  <a:lnTo>
                    <a:pt x="10" y="30"/>
                  </a:lnTo>
                  <a:lnTo>
                    <a:pt x="14" y="20"/>
                  </a:lnTo>
                  <a:lnTo>
                    <a:pt x="20" y="11"/>
                  </a:lnTo>
                  <a:lnTo>
                    <a:pt x="23" y="7"/>
                  </a:lnTo>
                  <a:lnTo>
                    <a:pt x="29" y="6"/>
                  </a:lnTo>
                  <a:lnTo>
                    <a:pt x="29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1500" name="Google Shape;1500;p4"/>
            <p:cNvSpPr/>
            <p:nvPr/>
          </p:nvSpPr>
          <p:spPr>
            <a:xfrm>
              <a:off x="4095" y="3360"/>
              <a:ext cx="24" cy="61"/>
            </a:xfrm>
            <a:custGeom>
              <a:avLst/>
              <a:gdLst/>
              <a:ahLst/>
              <a:cxnLst/>
              <a:rect l="l" t="t" r="r" b="b"/>
              <a:pathLst>
                <a:path w="28" h="104" extrusionOk="0">
                  <a:moveTo>
                    <a:pt x="28" y="0"/>
                  </a:moveTo>
                  <a:lnTo>
                    <a:pt x="22" y="1"/>
                  </a:lnTo>
                  <a:lnTo>
                    <a:pt x="19" y="5"/>
                  </a:lnTo>
                  <a:lnTo>
                    <a:pt x="13" y="14"/>
                  </a:lnTo>
                  <a:lnTo>
                    <a:pt x="9" y="24"/>
                  </a:lnTo>
                  <a:lnTo>
                    <a:pt x="6" y="36"/>
                  </a:lnTo>
                  <a:lnTo>
                    <a:pt x="4" y="52"/>
                  </a:lnTo>
                  <a:lnTo>
                    <a:pt x="2" y="67"/>
                  </a:lnTo>
                  <a:lnTo>
                    <a:pt x="0" y="85"/>
                  </a:lnTo>
                  <a:lnTo>
                    <a:pt x="0" y="104"/>
                  </a:lnTo>
                  <a:lnTo>
                    <a:pt x="2" y="104"/>
                  </a:lnTo>
                  <a:lnTo>
                    <a:pt x="2" y="86"/>
                  </a:lnTo>
                  <a:lnTo>
                    <a:pt x="2" y="69"/>
                  </a:lnTo>
                  <a:lnTo>
                    <a:pt x="4" y="53"/>
                  </a:lnTo>
                  <a:lnTo>
                    <a:pt x="8" y="40"/>
                  </a:lnTo>
                  <a:lnTo>
                    <a:pt x="11" y="27"/>
                  </a:lnTo>
                  <a:lnTo>
                    <a:pt x="15" y="17"/>
                  </a:lnTo>
                  <a:lnTo>
                    <a:pt x="19" y="10"/>
                  </a:lnTo>
                  <a:lnTo>
                    <a:pt x="22" y="7"/>
                  </a:lnTo>
                  <a:lnTo>
                    <a:pt x="28" y="5"/>
                  </a:lnTo>
                  <a:lnTo>
                    <a:pt x="28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1501" name="Google Shape;1501;p4"/>
            <p:cNvSpPr/>
            <p:nvPr/>
          </p:nvSpPr>
          <p:spPr>
            <a:xfrm>
              <a:off x="4096" y="3362"/>
              <a:ext cx="23" cy="59"/>
            </a:xfrm>
            <a:custGeom>
              <a:avLst/>
              <a:gdLst/>
              <a:ahLst/>
              <a:cxnLst/>
              <a:rect l="l" t="t" r="r" b="b"/>
              <a:pathLst>
                <a:path w="26" h="99" extrusionOk="0">
                  <a:moveTo>
                    <a:pt x="26" y="0"/>
                  </a:moveTo>
                  <a:lnTo>
                    <a:pt x="20" y="2"/>
                  </a:lnTo>
                  <a:lnTo>
                    <a:pt x="17" y="5"/>
                  </a:lnTo>
                  <a:lnTo>
                    <a:pt x="13" y="12"/>
                  </a:lnTo>
                  <a:lnTo>
                    <a:pt x="9" y="22"/>
                  </a:lnTo>
                  <a:lnTo>
                    <a:pt x="6" y="35"/>
                  </a:lnTo>
                  <a:lnTo>
                    <a:pt x="2" y="48"/>
                  </a:lnTo>
                  <a:lnTo>
                    <a:pt x="0" y="64"/>
                  </a:lnTo>
                  <a:lnTo>
                    <a:pt x="0" y="81"/>
                  </a:lnTo>
                  <a:lnTo>
                    <a:pt x="0" y="99"/>
                  </a:lnTo>
                  <a:lnTo>
                    <a:pt x="0" y="99"/>
                  </a:lnTo>
                  <a:lnTo>
                    <a:pt x="0" y="81"/>
                  </a:lnTo>
                  <a:lnTo>
                    <a:pt x="2" y="66"/>
                  </a:lnTo>
                  <a:lnTo>
                    <a:pt x="4" y="52"/>
                  </a:lnTo>
                  <a:lnTo>
                    <a:pt x="6" y="38"/>
                  </a:lnTo>
                  <a:lnTo>
                    <a:pt x="9" y="26"/>
                  </a:lnTo>
                  <a:lnTo>
                    <a:pt x="13" y="17"/>
                  </a:lnTo>
                  <a:lnTo>
                    <a:pt x="17" y="10"/>
                  </a:lnTo>
                  <a:lnTo>
                    <a:pt x="20" y="7"/>
                  </a:lnTo>
                  <a:lnTo>
                    <a:pt x="26" y="5"/>
                  </a:lnTo>
                  <a:lnTo>
                    <a:pt x="26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1502" name="Google Shape;1502;p4"/>
            <p:cNvSpPr/>
            <p:nvPr/>
          </p:nvSpPr>
          <p:spPr>
            <a:xfrm>
              <a:off x="4096" y="3365"/>
              <a:ext cx="23" cy="56"/>
            </a:xfrm>
            <a:custGeom>
              <a:avLst/>
              <a:gdLst/>
              <a:ahLst/>
              <a:cxnLst/>
              <a:rect l="l" t="t" r="r" b="b"/>
              <a:pathLst>
                <a:path w="26" h="94" extrusionOk="0">
                  <a:moveTo>
                    <a:pt x="26" y="0"/>
                  </a:moveTo>
                  <a:lnTo>
                    <a:pt x="20" y="2"/>
                  </a:lnTo>
                  <a:lnTo>
                    <a:pt x="17" y="5"/>
                  </a:lnTo>
                  <a:lnTo>
                    <a:pt x="13" y="12"/>
                  </a:lnTo>
                  <a:lnTo>
                    <a:pt x="9" y="21"/>
                  </a:lnTo>
                  <a:lnTo>
                    <a:pt x="6" y="33"/>
                  </a:lnTo>
                  <a:lnTo>
                    <a:pt x="4" y="47"/>
                  </a:lnTo>
                  <a:lnTo>
                    <a:pt x="2" y="61"/>
                  </a:lnTo>
                  <a:lnTo>
                    <a:pt x="0" y="76"/>
                  </a:lnTo>
                  <a:lnTo>
                    <a:pt x="0" y="94"/>
                  </a:lnTo>
                  <a:lnTo>
                    <a:pt x="2" y="94"/>
                  </a:lnTo>
                  <a:lnTo>
                    <a:pt x="2" y="76"/>
                  </a:lnTo>
                  <a:lnTo>
                    <a:pt x="4" y="59"/>
                  </a:lnTo>
                  <a:lnTo>
                    <a:pt x="6" y="43"/>
                  </a:lnTo>
                  <a:lnTo>
                    <a:pt x="9" y="31"/>
                  </a:lnTo>
                  <a:lnTo>
                    <a:pt x="13" y="19"/>
                  </a:lnTo>
                  <a:lnTo>
                    <a:pt x="17" y="12"/>
                  </a:lnTo>
                  <a:lnTo>
                    <a:pt x="20" y="7"/>
                  </a:lnTo>
                  <a:lnTo>
                    <a:pt x="26" y="5"/>
                  </a:lnTo>
                  <a:lnTo>
                    <a:pt x="26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1503" name="Google Shape;1503;p4"/>
            <p:cNvSpPr/>
            <p:nvPr/>
          </p:nvSpPr>
          <p:spPr>
            <a:xfrm>
              <a:off x="4098" y="3369"/>
              <a:ext cx="21" cy="52"/>
            </a:xfrm>
            <a:custGeom>
              <a:avLst/>
              <a:gdLst/>
              <a:ahLst/>
              <a:cxnLst/>
              <a:rect l="l" t="t" r="r" b="b"/>
              <a:pathLst>
                <a:path w="24" h="89" extrusionOk="0">
                  <a:moveTo>
                    <a:pt x="24" y="0"/>
                  </a:moveTo>
                  <a:lnTo>
                    <a:pt x="18" y="2"/>
                  </a:lnTo>
                  <a:lnTo>
                    <a:pt x="15" y="7"/>
                  </a:lnTo>
                  <a:lnTo>
                    <a:pt x="11" y="14"/>
                  </a:lnTo>
                  <a:lnTo>
                    <a:pt x="7" y="26"/>
                  </a:lnTo>
                  <a:lnTo>
                    <a:pt x="4" y="38"/>
                  </a:lnTo>
                  <a:lnTo>
                    <a:pt x="2" y="54"/>
                  </a:lnTo>
                  <a:lnTo>
                    <a:pt x="0" y="71"/>
                  </a:lnTo>
                  <a:lnTo>
                    <a:pt x="0" y="89"/>
                  </a:lnTo>
                  <a:lnTo>
                    <a:pt x="2" y="89"/>
                  </a:lnTo>
                  <a:lnTo>
                    <a:pt x="2" y="71"/>
                  </a:lnTo>
                  <a:lnTo>
                    <a:pt x="4" y="56"/>
                  </a:lnTo>
                  <a:lnTo>
                    <a:pt x="5" y="42"/>
                  </a:lnTo>
                  <a:lnTo>
                    <a:pt x="7" y="30"/>
                  </a:lnTo>
                  <a:lnTo>
                    <a:pt x="11" y="19"/>
                  </a:lnTo>
                  <a:lnTo>
                    <a:pt x="15" y="11"/>
                  </a:lnTo>
                  <a:lnTo>
                    <a:pt x="18" y="7"/>
                  </a:lnTo>
                  <a:lnTo>
                    <a:pt x="24" y="6"/>
                  </a:lnTo>
                  <a:lnTo>
                    <a:pt x="24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1504" name="Google Shape;1504;p4"/>
            <p:cNvSpPr/>
            <p:nvPr/>
          </p:nvSpPr>
          <p:spPr>
            <a:xfrm>
              <a:off x="4100" y="3371"/>
              <a:ext cx="19" cy="50"/>
            </a:xfrm>
            <a:custGeom>
              <a:avLst/>
              <a:gdLst/>
              <a:ahLst/>
              <a:cxnLst/>
              <a:rect l="l" t="t" r="r" b="b"/>
              <a:pathLst>
                <a:path w="22" h="83" extrusionOk="0">
                  <a:moveTo>
                    <a:pt x="22" y="0"/>
                  </a:moveTo>
                  <a:lnTo>
                    <a:pt x="16" y="1"/>
                  </a:lnTo>
                  <a:lnTo>
                    <a:pt x="13" y="5"/>
                  </a:lnTo>
                  <a:lnTo>
                    <a:pt x="9" y="13"/>
                  </a:lnTo>
                  <a:lnTo>
                    <a:pt x="5" y="24"/>
                  </a:lnTo>
                  <a:lnTo>
                    <a:pt x="3" y="36"/>
                  </a:lnTo>
                  <a:lnTo>
                    <a:pt x="2" y="50"/>
                  </a:lnTo>
                  <a:lnTo>
                    <a:pt x="0" y="65"/>
                  </a:lnTo>
                  <a:lnTo>
                    <a:pt x="0" y="83"/>
                  </a:lnTo>
                  <a:lnTo>
                    <a:pt x="2" y="83"/>
                  </a:lnTo>
                  <a:lnTo>
                    <a:pt x="2" y="67"/>
                  </a:lnTo>
                  <a:lnTo>
                    <a:pt x="2" y="52"/>
                  </a:lnTo>
                  <a:lnTo>
                    <a:pt x="3" y="39"/>
                  </a:lnTo>
                  <a:lnTo>
                    <a:pt x="7" y="27"/>
                  </a:lnTo>
                  <a:lnTo>
                    <a:pt x="11" y="17"/>
                  </a:lnTo>
                  <a:lnTo>
                    <a:pt x="13" y="10"/>
                  </a:lnTo>
                  <a:lnTo>
                    <a:pt x="18" y="6"/>
                  </a:lnTo>
                  <a:lnTo>
                    <a:pt x="22" y="5"/>
                  </a:lnTo>
                  <a:lnTo>
                    <a:pt x="22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1505" name="Google Shape;1505;p4"/>
            <p:cNvSpPr/>
            <p:nvPr/>
          </p:nvSpPr>
          <p:spPr>
            <a:xfrm>
              <a:off x="4102" y="3375"/>
              <a:ext cx="17" cy="46"/>
            </a:xfrm>
            <a:custGeom>
              <a:avLst/>
              <a:gdLst/>
              <a:ahLst/>
              <a:cxnLst/>
              <a:rect l="l" t="t" r="r" b="b"/>
              <a:pathLst>
                <a:path w="20" h="78" extrusionOk="0">
                  <a:moveTo>
                    <a:pt x="20" y="0"/>
                  </a:moveTo>
                  <a:lnTo>
                    <a:pt x="16" y="1"/>
                  </a:lnTo>
                  <a:lnTo>
                    <a:pt x="11" y="5"/>
                  </a:lnTo>
                  <a:lnTo>
                    <a:pt x="9" y="12"/>
                  </a:lnTo>
                  <a:lnTo>
                    <a:pt x="5" y="22"/>
                  </a:lnTo>
                  <a:lnTo>
                    <a:pt x="1" y="34"/>
                  </a:lnTo>
                  <a:lnTo>
                    <a:pt x="0" y="47"/>
                  </a:lnTo>
                  <a:lnTo>
                    <a:pt x="0" y="62"/>
                  </a:lnTo>
                  <a:lnTo>
                    <a:pt x="0" y="78"/>
                  </a:lnTo>
                  <a:lnTo>
                    <a:pt x="0" y="78"/>
                  </a:lnTo>
                  <a:lnTo>
                    <a:pt x="0" y="62"/>
                  </a:lnTo>
                  <a:lnTo>
                    <a:pt x="1" y="50"/>
                  </a:lnTo>
                  <a:lnTo>
                    <a:pt x="3" y="36"/>
                  </a:lnTo>
                  <a:lnTo>
                    <a:pt x="5" y="26"/>
                  </a:lnTo>
                  <a:lnTo>
                    <a:pt x="9" y="17"/>
                  </a:lnTo>
                  <a:lnTo>
                    <a:pt x="12" y="10"/>
                  </a:lnTo>
                  <a:lnTo>
                    <a:pt x="16" y="7"/>
                  </a:lnTo>
                  <a:lnTo>
                    <a:pt x="20" y="5"/>
                  </a:lnTo>
                  <a:lnTo>
                    <a:pt x="20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1506" name="Google Shape;1506;p4"/>
            <p:cNvSpPr/>
            <p:nvPr/>
          </p:nvSpPr>
          <p:spPr>
            <a:xfrm>
              <a:off x="4102" y="3377"/>
              <a:ext cx="17" cy="44"/>
            </a:xfrm>
            <a:custGeom>
              <a:avLst/>
              <a:gdLst/>
              <a:ahLst/>
              <a:cxnLst/>
              <a:rect l="l" t="t" r="r" b="b"/>
              <a:pathLst>
                <a:path w="20" h="73" extrusionOk="0">
                  <a:moveTo>
                    <a:pt x="20" y="0"/>
                  </a:moveTo>
                  <a:lnTo>
                    <a:pt x="16" y="2"/>
                  </a:lnTo>
                  <a:lnTo>
                    <a:pt x="12" y="5"/>
                  </a:lnTo>
                  <a:lnTo>
                    <a:pt x="9" y="12"/>
                  </a:lnTo>
                  <a:lnTo>
                    <a:pt x="5" y="21"/>
                  </a:lnTo>
                  <a:lnTo>
                    <a:pt x="3" y="31"/>
                  </a:lnTo>
                  <a:lnTo>
                    <a:pt x="1" y="45"/>
                  </a:lnTo>
                  <a:lnTo>
                    <a:pt x="0" y="57"/>
                  </a:lnTo>
                  <a:lnTo>
                    <a:pt x="0" y="73"/>
                  </a:lnTo>
                  <a:lnTo>
                    <a:pt x="1" y="73"/>
                  </a:lnTo>
                  <a:lnTo>
                    <a:pt x="1" y="57"/>
                  </a:lnTo>
                  <a:lnTo>
                    <a:pt x="3" y="43"/>
                  </a:lnTo>
                  <a:lnTo>
                    <a:pt x="5" y="29"/>
                  </a:lnTo>
                  <a:lnTo>
                    <a:pt x="9" y="19"/>
                  </a:lnTo>
                  <a:lnTo>
                    <a:pt x="12" y="12"/>
                  </a:lnTo>
                  <a:lnTo>
                    <a:pt x="16" y="7"/>
                  </a:lnTo>
                  <a:lnTo>
                    <a:pt x="20" y="5"/>
                  </a:lnTo>
                  <a:lnTo>
                    <a:pt x="20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1507" name="Google Shape;1507;p4"/>
            <p:cNvSpPr/>
            <p:nvPr/>
          </p:nvSpPr>
          <p:spPr>
            <a:xfrm>
              <a:off x="4103" y="3381"/>
              <a:ext cx="16" cy="40"/>
            </a:xfrm>
            <a:custGeom>
              <a:avLst/>
              <a:gdLst/>
              <a:ahLst/>
              <a:cxnLst/>
              <a:rect l="l" t="t" r="r" b="b"/>
              <a:pathLst>
                <a:path w="19" h="68" extrusionOk="0">
                  <a:moveTo>
                    <a:pt x="19" y="0"/>
                  </a:moveTo>
                  <a:lnTo>
                    <a:pt x="15" y="2"/>
                  </a:lnTo>
                  <a:lnTo>
                    <a:pt x="11" y="7"/>
                  </a:lnTo>
                  <a:lnTo>
                    <a:pt x="8" y="14"/>
                  </a:lnTo>
                  <a:lnTo>
                    <a:pt x="4" y="24"/>
                  </a:lnTo>
                  <a:lnTo>
                    <a:pt x="2" y="38"/>
                  </a:lnTo>
                  <a:lnTo>
                    <a:pt x="0" y="52"/>
                  </a:lnTo>
                  <a:lnTo>
                    <a:pt x="0" y="68"/>
                  </a:lnTo>
                  <a:lnTo>
                    <a:pt x="2" y="68"/>
                  </a:lnTo>
                  <a:lnTo>
                    <a:pt x="2" y="54"/>
                  </a:lnTo>
                  <a:lnTo>
                    <a:pt x="4" y="40"/>
                  </a:lnTo>
                  <a:lnTo>
                    <a:pt x="6" y="28"/>
                  </a:lnTo>
                  <a:lnTo>
                    <a:pt x="8" y="19"/>
                  </a:lnTo>
                  <a:lnTo>
                    <a:pt x="11" y="11"/>
                  </a:lnTo>
                  <a:lnTo>
                    <a:pt x="15" y="7"/>
                  </a:lnTo>
                  <a:lnTo>
                    <a:pt x="19" y="5"/>
                  </a:lnTo>
                  <a:lnTo>
                    <a:pt x="19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1508" name="Google Shape;1508;p4"/>
            <p:cNvSpPr/>
            <p:nvPr/>
          </p:nvSpPr>
          <p:spPr>
            <a:xfrm>
              <a:off x="4105" y="3385"/>
              <a:ext cx="14" cy="36"/>
            </a:xfrm>
            <a:custGeom>
              <a:avLst/>
              <a:gdLst/>
              <a:ahLst/>
              <a:cxnLst/>
              <a:rect l="l" t="t" r="r" b="b"/>
              <a:pathLst>
                <a:path w="17" h="63" extrusionOk="0">
                  <a:moveTo>
                    <a:pt x="17" y="0"/>
                  </a:moveTo>
                  <a:lnTo>
                    <a:pt x="13" y="2"/>
                  </a:lnTo>
                  <a:lnTo>
                    <a:pt x="9" y="6"/>
                  </a:lnTo>
                  <a:lnTo>
                    <a:pt x="6" y="14"/>
                  </a:lnTo>
                  <a:lnTo>
                    <a:pt x="4" y="23"/>
                  </a:lnTo>
                  <a:lnTo>
                    <a:pt x="2" y="35"/>
                  </a:lnTo>
                  <a:lnTo>
                    <a:pt x="0" y="49"/>
                  </a:lnTo>
                  <a:lnTo>
                    <a:pt x="0" y="63"/>
                  </a:lnTo>
                  <a:lnTo>
                    <a:pt x="2" y="63"/>
                  </a:lnTo>
                  <a:lnTo>
                    <a:pt x="2" y="49"/>
                  </a:lnTo>
                  <a:lnTo>
                    <a:pt x="2" y="37"/>
                  </a:lnTo>
                  <a:lnTo>
                    <a:pt x="4" y="26"/>
                  </a:lnTo>
                  <a:lnTo>
                    <a:pt x="8" y="18"/>
                  </a:lnTo>
                  <a:lnTo>
                    <a:pt x="9" y="11"/>
                  </a:lnTo>
                  <a:lnTo>
                    <a:pt x="13" y="7"/>
                  </a:lnTo>
                  <a:lnTo>
                    <a:pt x="17" y="6"/>
                  </a:lnTo>
                  <a:lnTo>
                    <a:pt x="17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1509" name="Google Shape;1509;p4"/>
            <p:cNvSpPr/>
            <p:nvPr/>
          </p:nvSpPr>
          <p:spPr>
            <a:xfrm>
              <a:off x="4107" y="3387"/>
              <a:ext cx="12" cy="34"/>
            </a:xfrm>
            <a:custGeom>
              <a:avLst/>
              <a:gdLst/>
              <a:ahLst/>
              <a:cxnLst/>
              <a:rect l="l" t="t" r="r" b="b"/>
              <a:pathLst>
                <a:path w="15" h="57" extrusionOk="0">
                  <a:moveTo>
                    <a:pt x="15" y="0"/>
                  </a:moveTo>
                  <a:lnTo>
                    <a:pt x="11" y="1"/>
                  </a:lnTo>
                  <a:lnTo>
                    <a:pt x="7" y="5"/>
                  </a:lnTo>
                  <a:lnTo>
                    <a:pt x="6" y="12"/>
                  </a:lnTo>
                  <a:lnTo>
                    <a:pt x="2" y="20"/>
                  </a:lnTo>
                  <a:lnTo>
                    <a:pt x="0" y="31"/>
                  </a:lnTo>
                  <a:lnTo>
                    <a:pt x="0" y="43"/>
                  </a:lnTo>
                  <a:lnTo>
                    <a:pt x="0" y="57"/>
                  </a:lnTo>
                  <a:lnTo>
                    <a:pt x="0" y="57"/>
                  </a:lnTo>
                  <a:lnTo>
                    <a:pt x="0" y="45"/>
                  </a:lnTo>
                  <a:lnTo>
                    <a:pt x="2" y="34"/>
                  </a:lnTo>
                  <a:lnTo>
                    <a:pt x="4" y="24"/>
                  </a:lnTo>
                  <a:lnTo>
                    <a:pt x="6" y="15"/>
                  </a:lnTo>
                  <a:lnTo>
                    <a:pt x="7" y="10"/>
                  </a:lnTo>
                  <a:lnTo>
                    <a:pt x="11" y="5"/>
                  </a:lnTo>
                  <a:lnTo>
                    <a:pt x="15" y="5"/>
                  </a:lnTo>
                  <a:lnTo>
                    <a:pt x="15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1510" name="Google Shape;1510;p4"/>
            <p:cNvSpPr/>
            <p:nvPr/>
          </p:nvSpPr>
          <p:spPr>
            <a:xfrm>
              <a:off x="4107" y="3390"/>
              <a:ext cx="12" cy="31"/>
            </a:xfrm>
            <a:custGeom>
              <a:avLst/>
              <a:gdLst/>
              <a:ahLst/>
              <a:cxnLst/>
              <a:rect l="l" t="t" r="r" b="b"/>
              <a:pathLst>
                <a:path w="15" h="52" extrusionOk="0">
                  <a:moveTo>
                    <a:pt x="15" y="0"/>
                  </a:moveTo>
                  <a:lnTo>
                    <a:pt x="11" y="0"/>
                  </a:lnTo>
                  <a:lnTo>
                    <a:pt x="7" y="5"/>
                  </a:lnTo>
                  <a:lnTo>
                    <a:pt x="6" y="10"/>
                  </a:lnTo>
                  <a:lnTo>
                    <a:pt x="4" y="19"/>
                  </a:lnTo>
                  <a:lnTo>
                    <a:pt x="2" y="29"/>
                  </a:lnTo>
                  <a:lnTo>
                    <a:pt x="0" y="40"/>
                  </a:lnTo>
                  <a:lnTo>
                    <a:pt x="0" y="52"/>
                  </a:lnTo>
                  <a:lnTo>
                    <a:pt x="2" y="52"/>
                  </a:lnTo>
                  <a:lnTo>
                    <a:pt x="2" y="40"/>
                  </a:lnTo>
                  <a:lnTo>
                    <a:pt x="4" y="27"/>
                  </a:lnTo>
                  <a:lnTo>
                    <a:pt x="6" y="19"/>
                  </a:lnTo>
                  <a:lnTo>
                    <a:pt x="7" y="10"/>
                  </a:lnTo>
                  <a:lnTo>
                    <a:pt x="11" y="7"/>
                  </a:lnTo>
                  <a:lnTo>
                    <a:pt x="15" y="5"/>
                  </a:lnTo>
                  <a:lnTo>
                    <a:pt x="15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1511" name="Google Shape;1511;p4"/>
            <p:cNvSpPr/>
            <p:nvPr/>
          </p:nvSpPr>
          <p:spPr>
            <a:xfrm>
              <a:off x="4107" y="3393"/>
              <a:ext cx="12" cy="28"/>
            </a:xfrm>
            <a:custGeom>
              <a:avLst/>
              <a:gdLst/>
              <a:ahLst/>
              <a:cxnLst/>
              <a:rect l="l" t="t" r="r" b="b"/>
              <a:pathLst>
                <a:path w="13" h="47" extrusionOk="0">
                  <a:moveTo>
                    <a:pt x="13" y="0"/>
                  </a:moveTo>
                  <a:lnTo>
                    <a:pt x="9" y="2"/>
                  </a:lnTo>
                  <a:lnTo>
                    <a:pt x="5" y="5"/>
                  </a:lnTo>
                  <a:lnTo>
                    <a:pt x="4" y="14"/>
                  </a:lnTo>
                  <a:lnTo>
                    <a:pt x="2" y="22"/>
                  </a:lnTo>
                  <a:lnTo>
                    <a:pt x="0" y="35"/>
                  </a:lnTo>
                  <a:lnTo>
                    <a:pt x="0" y="47"/>
                  </a:lnTo>
                  <a:lnTo>
                    <a:pt x="2" y="47"/>
                  </a:lnTo>
                  <a:lnTo>
                    <a:pt x="2" y="35"/>
                  </a:lnTo>
                  <a:lnTo>
                    <a:pt x="4" y="26"/>
                  </a:lnTo>
                  <a:lnTo>
                    <a:pt x="5" y="17"/>
                  </a:lnTo>
                  <a:lnTo>
                    <a:pt x="7" y="10"/>
                  </a:lnTo>
                  <a:lnTo>
                    <a:pt x="9" y="7"/>
                  </a:lnTo>
                  <a:lnTo>
                    <a:pt x="13" y="5"/>
                  </a:lnTo>
                  <a:lnTo>
                    <a:pt x="1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1512" name="Google Shape;1512;p4"/>
            <p:cNvSpPr/>
            <p:nvPr/>
          </p:nvSpPr>
          <p:spPr>
            <a:xfrm>
              <a:off x="4109" y="3396"/>
              <a:ext cx="10" cy="25"/>
            </a:xfrm>
            <a:custGeom>
              <a:avLst/>
              <a:gdLst/>
              <a:ahLst/>
              <a:cxnLst/>
              <a:rect l="l" t="t" r="r" b="b"/>
              <a:pathLst>
                <a:path w="11" h="42" extrusionOk="0">
                  <a:moveTo>
                    <a:pt x="11" y="0"/>
                  </a:moveTo>
                  <a:lnTo>
                    <a:pt x="7" y="2"/>
                  </a:lnTo>
                  <a:lnTo>
                    <a:pt x="5" y="5"/>
                  </a:lnTo>
                  <a:lnTo>
                    <a:pt x="3" y="12"/>
                  </a:lnTo>
                  <a:lnTo>
                    <a:pt x="2" y="21"/>
                  </a:lnTo>
                  <a:lnTo>
                    <a:pt x="0" y="30"/>
                  </a:lnTo>
                  <a:lnTo>
                    <a:pt x="0" y="42"/>
                  </a:lnTo>
                  <a:lnTo>
                    <a:pt x="0" y="42"/>
                  </a:lnTo>
                  <a:lnTo>
                    <a:pt x="2" y="31"/>
                  </a:lnTo>
                  <a:lnTo>
                    <a:pt x="2" y="23"/>
                  </a:lnTo>
                  <a:lnTo>
                    <a:pt x="3" y="16"/>
                  </a:lnTo>
                  <a:lnTo>
                    <a:pt x="5" y="11"/>
                  </a:lnTo>
                  <a:lnTo>
                    <a:pt x="7" y="5"/>
                  </a:lnTo>
                  <a:lnTo>
                    <a:pt x="11" y="5"/>
                  </a:lnTo>
                  <a:lnTo>
                    <a:pt x="11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1513" name="Google Shape;1513;p4"/>
            <p:cNvSpPr/>
            <p:nvPr/>
          </p:nvSpPr>
          <p:spPr>
            <a:xfrm>
              <a:off x="4109" y="3400"/>
              <a:ext cx="10" cy="21"/>
            </a:xfrm>
            <a:custGeom>
              <a:avLst/>
              <a:gdLst/>
              <a:ahLst/>
              <a:cxnLst/>
              <a:rect l="l" t="t" r="r" b="b"/>
              <a:pathLst>
                <a:path w="11" h="37" extrusionOk="0">
                  <a:moveTo>
                    <a:pt x="11" y="0"/>
                  </a:moveTo>
                  <a:lnTo>
                    <a:pt x="7" y="0"/>
                  </a:lnTo>
                  <a:lnTo>
                    <a:pt x="5" y="6"/>
                  </a:lnTo>
                  <a:lnTo>
                    <a:pt x="3" y="11"/>
                  </a:lnTo>
                  <a:lnTo>
                    <a:pt x="2" y="18"/>
                  </a:lnTo>
                  <a:lnTo>
                    <a:pt x="2" y="26"/>
                  </a:lnTo>
                  <a:lnTo>
                    <a:pt x="0" y="37"/>
                  </a:lnTo>
                  <a:lnTo>
                    <a:pt x="2" y="37"/>
                  </a:lnTo>
                  <a:lnTo>
                    <a:pt x="2" y="26"/>
                  </a:lnTo>
                  <a:lnTo>
                    <a:pt x="3" y="18"/>
                  </a:lnTo>
                  <a:lnTo>
                    <a:pt x="5" y="11"/>
                  </a:lnTo>
                  <a:lnTo>
                    <a:pt x="7" y="7"/>
                  </a:lnTo>
                  <a:lnTo>
                    <a:pt x="11" y="6"/>
                  </a:lnTo>
                  <a:lnTo>
                    <a:pt x="11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1514" name="Google Shape;1514;p4"/>
            <p:cNvSpPr/>
            <p:nvPr/>
          </p:nvSpPr>
          <p:spPr>
            <a:xfrm>
              <a:off x="4110" y="3402"/>
              <a:ext cx="9" cy="19"/>
            </a:xfrm>
            <a:custGeom>
              <a:avLst/>
              <a:gdLst/>
              <a:ahLst/>
              <a:cxnLst/>
              <a:rect l="l" t="t" r="r" b="b"/>
              <a:pathLst>
                <a:path w="9" h="31" extrusionOk="0">
                  <a:moveTo>
                    <a:pt x="9" y="0"/>
                  </a:moveTo>
                  <a:lnTo>
                    <a:pt x="5" y="1"/>
                  </a:lnTo>
                  <a:lnTo>
                    <a:pt x="3" y="5"/>
                  </a:lnTo>
                  <a:lnTo>
                    <a:pt x="1" y="12"/>
                  </a:lnTo>
                  <a:lnTo>
                    <a:pt x="0" y="20"/>
                  </a:lnTo>
                  <a:lnTo>
                    <a:pt x="0" y="31"/>
                  </a:lnTo>
                  <a:lnTo>
                    <a:pt x="1" y="31"/>
                  </a:lnTo>
                  <a:lnTo>
                    <a:pt x="1" y="22"/>
                  </a:lnTo>
                  <a:lnTo>
                    <a:pt x="3" y="15"/>
                  </a:lnTo>
                  <a:lnTo>
                    <a:pt x="5" y="10"/>
                  </a:lnTo>
                  <a:lnTo>
                    <a:pt x="7" y="5"/>
                  </a:lnTo>
                  <a:lnTo>
                    <a:pt x="9" y="5"/>
                  </a:lnTo>
                  <a:lnTo>
                    <a:pt x="9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1515" name="Google Shape;1515;p4"/>
            <p:cNvSpPr/>
            <p:nvPr/>
          </p:nvSpPr>
          <p:spPr>
            <a:xfrm>
              <a:off x="4112" y="3406"/>
              <a:ext cx="7" cy="15"/>
            </a:xfrm>
            <a:custGeom>
              <a:avLst/>
              <a:gdLst/>
              <a:ahLst/>
              <a:cxnLst/>
              <a:rect l="l" t="t" r="r" b="b"/>
              <a:pathLst>
                <a:path w="8" h="26" extrusionOk="0">
                  <a:moveTo>
                    <a:pt x="8" y="0"/>
                  </a:moveTo>
                  <a:lnTo>
                    <a:pt x="6" y="0"/>
                  </a:lnTo>
                  <a:lnTo>
                    <a:pt x="4" y="5"/>
                  </a:lnTo>
                  <a:lnTo>
                    <a:pt x="2" y="10"/>
                  </a:lnTo>
                  <a:lnTo>
                    <a:pt x="0" y="17"/>
                  </a:lnTo>
                  <a:lnTo>
                    <a:pt x="0" y="26"/>
                  </a:lnTo>
                  <a:lnTo>
                    <a:pt x="2" y="26"/>
                  </a:lnTo>
                  <a:lnTo>
                    <a:pt x="2" y="17"/>
                  </a:lnTo>
                  <a:lnTo>
                    <a:pt x="4" y="10"/>
                  </a:lnTo>
                  <a:lnTo>
                    <a:pt x="6" y="7"/>
                  </a:lnTo>
                  <a:lnTo>
                    <a:pt x="8" y="5"/>
                  </a:lnTo>
                  <a:lnTo>
                    <a:pt x="8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1516" name="Google Shape;1516;p4"/>
            <p:cNvSpPr/>
            <p:nvPr/>
          </p:nvSpPr>
          <p:spPr>
            <a:xfrm>
              <a:off x="4114" y="3408"/>
              <a:ext cx="5" cy="13"/>
            </a:xfrm>
            <a:custGeom>
              <a:avLst/>
              <a:gdLst/>
              <a:ahLst/>
              <a:cxnLst/>
              <a:rect l="l" t="t" r="r" b="b"/>
              <a:pathLst>
                <a:path w="6" h="21" extrusionOk="0">
                  <a:moveTo>
                    <a:pt x="6" y="0"/>
                  </a:moveTo>
                  <a:lnTo>
                    <a:pt x="4" y="2"/>
                  </a:lnTo>
                  <a:lnTo>
                    <a:pt x="2" y="5"/>
                  </a:lnTo>
                  <a:lnTo>
                    <a:pt x="0" y="12"/>
                  </a:lnTo>
                  <a:lnTo>
                    <a:pt x="0" y="21"/>
                  </a:lnTo>
                  <a:lnTo>
                    <a:pt x="0" y="21"/>
                  </a:lnTo>
                  <a:lnTo>
                    <a:pt x="2" y="14"/>
                  </a:lnTo>
                  <a:lnTo>
                    <a:pt x="2" y="9"/>
                  </a:lnTo>
                  <a:lnTo>
                    <a:pt x="4" y="5"/>
                  </a:lnTo>
                  <a:lnTo>
                    <a:pt x="6" y="5"/>
                  </a:lnTo>
                  <a:lnTo>
                    <a:pt x="6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1517" name="Google Shape;1517;p4"/>
            <p:cNvSpPr/>
            <p:nvPr/>
          </p:nvSpPr>
          <p:spPr>
            <a:xfrm>
              <a:off x="4114" y="3412"/>
              <a:ext cx="5" cy="9"/>
            </a:xfrm>
            <a:custGeom>
              <a:avLst/>
              <a:gdLst/>
              <a:ahLst/>
              <a:cxnLst/>
              <a:rect l="l" t="t" r="r" b="b"/>
              <a:pathLst>
                <a:path w="6" h="16" extrusionOk="0">
                  <a:moveTo>
                    <a:pt x="6" y="0"/>
                  </a:moveTo>
                  <a:lnTo>
                    <a:pt x="4" y="0"/>
                  </a:lnTo>
                  <a:lnTo>
                    <a:pt x="2" y="4"/>
                  </a:lnTo>
                  <a:lnTo>
                    <a:pt x="2" y="9"/>
                  </a:lnTo>
                  <a:lnTo>
                    <a:pt x="0" y="16"/>
                  </a:lnTo>
                  <a:lnTo>
                    <a:pt x="2" y="16"/>
                  </a:lnTo>
                  <a:lnTo>
                    <a:pt x="2" y="11"/>
                  </a:lnTo>
                  <a:lnTo>
                    <a:pt x="4" y="5"/>
                  </a:lnTo>
                  <a:lnTo>
                    <a:pt x="6" y="5"/>
                  </a:lnTo>
                  <a:lnTo>
                    <a:pt x="6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1518" name="Google Shape;1518;p4"/>
            <p:cNvSpPr/>
            <p:nvPr/>
          </p:nvSpPr>
          <p:spPr>
            <a:xfrm>
              <a:off x="4116" y="3416"/>
              <a:ext cx="3" cy="5"/>
            </a:xfrm>
            <a:custGeom>
              <a:avLst/>
              <a:gdLst/>
              <a:ahLst/>
              <a:cxnLst/>
              <a:rect l="l" t="t" r="r" b="b"/>
              <a:pathLst>
                <a:path w="4" h="11" extrusionOk="0">
                  <a:moveTo>
                    <a:pt x="4" y="0"/>
                  </a:moveTo>
                  <a:lnTo>
                    <a:pt x="2" y="0"/>
                  </a:lnTo>
                  <a:lnTo>
                    <a:pt x="0" y="6"/>
                  </a:lnTo>
                  <a:lnTo>
                    <a:pt x="0" y="11"/>
                  </a:lnTo>
                  <a:lnTo>
                    <a:pt x="2" y="11"/>
                  </a:lnTo>
                  <a:lnTo>
                    <a:pt x="2" y="7"/>
                  </a:lnTo>
                  <a:lnTo>
                    <a:pt x="4" y="6"/>
                  </a:lnTo>
                  <a:lnTo>
                    <a:pt x="4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1519" name="Google Shape;1519;p4"/>
            <p:cNvSpPr/>
            <p:nvPr/>
          </p:nvSpPr>
          <p:spPr>
            <a:xfrm>
              <a:off x="4117" y="3418"/>
              <a:ext cx="2" cy="3"/>
            </a:xfrm>
            <a:custGeom>
              <a:avLst/>
              <a:gdLst/>
              <a:ahLst/>
              <a:cxnLst/>
              <a:rect l="l" t="t" r="r" b="b"/>
              <a:pathLst>
                <a:path w="2" h="5" extrusionOk="0">
                  <a:moveTo>
                    <a:pt x="2" y="0"/>
                  </a:moveTo>
                  <a:lnTo>
                    <a:pt x="0" y="1"/>
                  </a:lnTo>
                  <a:lnTo>
                    <a:pt x="0" y="5"/>
                  </a:lnTo>
                  <a:lnTo>
                    <a:pt x="2" y="5"/>
                  </a:lnTo>
                  <a:lnTo>
                    <a:pt x="2" y="5"/>
                  </a:lnTo>
                  <a:lnTo>
                    <a:pt x="2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1520" name="Google Shape;1520;p4"/>
            <p:cNvSpPr/>
            <p:nvPr/>
          </p:nvSpPr>
          <p:spPr>
            <a:xfrm>
              <a:off x="4070" y="3294"/>
              <a:ext cx="49" cy="127"/>
            </a:xfrm>
            <a:custGeom>
              <a:avLst/>
              <a:gdLst/>
              <a:ahLst/>
              <a:cxnLst/>
              <a:rect l="l" t="t" r="r" b="b"/>
              <a:pathLst>
                <a:path w="56" h="214" extrusionOk="0">
                  <a:moveTo>
                    <a:pt x="27" y="214"/>
                  </a:moveTo>
                  <a:lnTo>
                    <a:pt x="34" y="210"/>
                  </a:lnTo>
                  <a:lnTo>
                    <a:pt x="41" y="202"/>
                  </a:lnTo>
                  <a:lnTo>
                    <a:pt x="47" y="186"/>
                  </a:lnTo>
                  <a:lnTo>
                    <a:pt x="50" y="167"/>
                  </a:lnTo>
                  <a:lnTo>
                    <a:pt x="54" y="144"/>
                  </a:lnTo>
                  <a:lnTo>
                    <a:pt x="56" y="120"/>
                  </a:lnTo>
                  <a:lnTo>
                    <a:pt x="56" y="94"/>
                  </a:lnTo>
                  <a:lnTo>
                    <a:pt x="54" y="70"/>
                  </a:lnTo>
                  <a:lnTo>
                    <a:pt x="50" y="45"/>
                  </a:lnTo>
                  <a:lnTo>
                    <a:pt x="47" y="26"/>
                  </a:lnTo>
                  <a:lnTo>
                    <a:pt x="41" y="13"/>
                  </a:lnTo>
                  <a:lnTo>
                    <a:pt x="34" y="4"/>
                  </a:lnTo>
                  <a:lnTo>
                    <a:pt x="27" y="0"/>
                  </a:lnTo>
                  <a:lnTo>
                    <a:pt x="21" y="4"/>
                  </a:lnTo>
                  <a:lnTo>
                    <a:pt x="14" y="13"/>
                  </a:lnTo>
                  <a:lnTo>
                    <a:pt x="9" y="26"/>
                  </a:lnTo>
                  <a:lnTo>
                    <a:pt x="5" y="45"/>
                  </a:lnTo>
                  <a:lnTo>
                    <a:pt x="1" y="70"/>
                  </a:lnTo>
                  <a:lnTo>
                    <a:pt x="0" y="94"/>
                  </a:lnTo>
                  <a:lnTo>
                    <a:pt x="0" y="120"/>
                  </a:lnTo>
                  <a:lnTo>
                    <a:pt x="1" y="144"/>
                  </a:lnTo>
                  <a:lnTo>
                    <a:pt x="5" y="167"/>
                  </a:lnTo>
                  <a:lnTo>
                    <a:pt x="9" y="186"/>
                  </a:lnTo>
                  <a:lnTo>
                    <a:pt x="14" y="202"/>
                  </a:lnTo>
                  <a:lnTo>
                    <a:pt x="21" y="210"/>
                  </a:lnTo>
                  <a:lnTo>
                    <a:pt x="27" y="214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1521" name="Google Shape;1521;p4"/>
            <p:cNvSpPr/>
            <p:nvPr/>
          </p:nvSpPr>
          <p:spPr>
            <a:xfrm>
              <a:off x="4070" y="3294"/>
              <a:ext cx="49" cy="127"/>
            </a:xfrm>
            <a:custGeom>
              <a:avLst/>
              <a:gdLst/>
              <a:ahLst/>
              <a:cxnLst/>
              <a:rect l="l" t="t" r="r" b="b"/>
              <a:pathLst>
                <a:path w="56" h="214" extrusionOk="0">
                  <a:moveTo>
                    <a:pt x="56" y="0"/>
                  </a:moveTo>
                  <a:lnTo>
                    <a:pt x="48" y="2"/>
                  </a:lnTo>
                  <a:lnTo>
                    <a:pt x="41" y="7"/>
                  </a:lnTo>
                  <a:lnTo>
                    <a:pt x="36" y="14"/>
                  </a:lnTo>
                  <a:lnTo>
                    <a:pt x="28" y="25"/>
                  </a:lnTo>
                  <a:lnTo>
                    <a:pt x="23" y="39"/>
                  </a:lnTo>
                  <a:lnTo>
                    <a:pt x="18" y="54"/>
                  </a:lnTo>
                  <a:lnTo>
                    <a:pt x="14" y="72"/>
                  </a:lnTo>
                  <a:lnTo>
                    <a:pt x="9" y="92"/>
                  </a:lnTo>
                  <a:lnTo>
                    <a:pt x="7" y="115"/>
                  </a:lnTo>
                  <a:lnTo>
                    <a:pt x="3" y="137"/>
                  </a:lnTo>
                  <a:lnTo>
                    <a:pt x="1" y="162"/>
                  </a:lnTo>
                  <a:lnTo>
                    <a:pt x="0" y="188"/>
                  </a:lnTo>
                  <a:lnTo>
                    <a:pt x="0" y="214"/>
                  </a:lnTo>
                  <a:lnTo>
                    <a:pt x="0" y="0"/>
                  </a:lnTo>
                  <a:lnTo>
                    <a:pt x="56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1522" name="Google Shape;1522;p4"/>
            <p:cNvSpPr/>
            <p:nvPr/>
          </p:nvSpPr>
          <p:spPr>
            <a:xfrm>
              <a:off x="4070" y="3294"/>
              <a:ext cx="49" cy="127"/>
            </a:xfrm>
            <a:custGeom>
              <a:avLst/>
              <a:gdLst/>
              <a:ahLst/>
              <a:cxnLst/>
              <a:rect l="l" t="t" r="r" b="b"/>
              <a:pathLst>
                <a:path w="56" h="214" extrusionOk="0">
                  <a:moveTo>
                    <a:pt x="56" y="0"/>
                  </a:moveTo>
                  <a:lnTo>
                    <a:pt x="48" y="2"/>
                  </a:lnTo>
                  <a:lnTo>
                    <a:pt x="41" y="7"/>
                  </a:lnTo>
                  <a:lnTo>
                    <a:pt x="36" y="14"/>
                  </a:lnTo>
                  <a:lnTo>
                    <a:pt x="28" y="25"/>
                  </a:lnTo>
                  <a:lnTo>
                    <a:pt x="23" y="39"/>
                  </a:lnTo>
                  <a:lnTo>
                    <a:pt x="18" y="54"/>
                  </a:lnTo>
                  <a:lnTo>
                    <a:pt x="14" y="72"/>
                  </a:lnTo>
                  <a:lnTo>
                    <a:pt x="9" y="92"/>
                  </a:lnTo>
                  <a:lnTo>
                    <a:pt x="7" y="115"/>
                  </a:lnTo>
                  <a:lnTo>
                    <a:pt x="3" y="137"/>
                  </a:lnTo>
                  <a:lnTo>
                    <a:pt x="1" y="162"/>
                  </a:lnTo>
                  <a:lnTo>
                    <a:pt x="0" y="188"/>
                  </a:lnTo>
                  <a:lnTo>
                    <a:pt x="0" y="214"/>
                  </a:lnTo>
                  <a:lnTo>
                    <a:pt x="1" y="214"/>
                  </a:lnTo>
                  <a:lnTo>
                    <a:pt x="1" y="188"/>
                  </a:lnTo>
                  <a:lnTo>
                    <a:pt x="3" y="163"/>
                  </a:lnTo>
                  <a:lnTo>
                    <a:pt x="5" y="139"/>
                  </a:lnTo>
                  <a:lnTo>
                    <a:pt x="7" y="117"/>
                  </a:lnTo>
                  <a:lnTo>
                    <a:pt x="10" y="96"/>
                  </a:lnTo>
                  <a:lnTo>
                    <a:pt x="14" y="75"/>
                  </a:lnTo>
                  <a:lnTo>
                    <a:pt x="19" y="58"/>
                  </a:lnTo>
                  <a:lnTo>
                    <a:pt x="25" y="42"/>
                  </a:lnTo>
                  <a:lnTo>
                    <a:pt x="30" y="30"/>
                  </a:lnTo>
                  <a:lnTo>
                    <a:pt x="36" y="19"/>
                  </a:lnTo>
                  <a:lnTo>
                    <a:pt x="43" y="11"/>
                  </a:lnTo>
                  <a:lnTo>
                    <a:pt x="48" y="7"/>
                  </a:lnTo>
                  <a:lnTo>
                    <a:pt x="56" y="6"/>
                  </a:lnTo>
                  <a:lnTo>
                    <a:pt x="56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1523" name="Google Shape;1523;p4"/>
            <p:cNvSpPr/>
            <p:nvPr/>
          </p:nvSpPr>
          <p:spPr>
            <a:xfrm>
              <a:off x="4072" y="3298"/>
              <a:ext cx="47" cy="123"/>
            </a:xfrm>
            <a:custGeom>
              <a:avLst/>
              <a:gdLst/>
              <a:ahLst/>
              <a:cxnLst/>
              <a:rect l="l" t="t" r="r" b="b"/>
              <a:pathLst>
                <a:path w="55" h="208" extrusionOk="0">
                  <a:moveTo>
                    <a:pt x="55" y="0"/>
                  </a:moveTo>
                  <a:lnTo>
                    <a:pt x="47" y="1"/>
                  </a:lnTo>
                  <a:lnTo>
                    <a:pt x="42" y="5"/>
                  </a:lnTo>
                  <a:lnTo>
                    <a:pt x="35" y="13"/>
                  </a:lnTo>
                  <a:lnTo>
                    <a:pt x="29" y="24"/>
                  </a:lnTo>
                  <a:lnTo>
                    <a:pt x="24" y="36"/>
                  </a:lnTo>
                  <a:lnTo>
                    <a:pt x="18" y="52"/>
                  </a:lnTo>
                  <a:lnTo>
                    <a:pt x="13" y="69"/>
                  </a:lnTo>
                  <a:lnTo>
                    <a:pt x="9" y="90"/>
                  </a:lnTo>
                  <a:lnTo>
                    <a:pt x="6" y="111"/>
                  </a:lnTo>
                  <a:lnTo>
                    <a:pt x="4" y="133"/>
                  </a:lnTo>
                  <a:lnTo>
                    <a:pt x="2" y="157"/>
                  </a:lnTo>
                  <a:lnTo>
                    <a:pt x="0" y="182"/>
                  </a:lnTo>
                  <a:lnTo>
                    <a:pt x="0" y="208"/>
                  </a:lnTo>
                  <a:lnTo>
                    <a:pt x="2" y="208"/>
                  </a:lnTo>
                  <a:lnTo>
                    <a:pt x="2" y="180"/>
                  </a:lnTo>
                  <a:lnTo>
                    <a:pt x="4" y="154"/>
                  </a:lnTo>
                  <a:lnTo>
                    <a:pt x="6" y="130"/>
                  </a:lnTo>
                  <a:lnTo>
                    <a:pt x="8" y="105"/>
                  </a:lnTo>
                  <a:lnTo>
                    <a:pt x="13" y="85"/>
                  </a:lnTo>
                  <a:lnTo>
                    <a:pt x="17" y="64"/>
                  </a:lnTo>
                  <a:lnTo>
                    <a:pt x="22" y="46"/>
                  </a:lnTo>
                  <a:lnTo>
                    <a:pt x="27" y="33"/>
                  </a:lnTo>
                  <a:lnTo>
                    <a:pt x="35" y="20"/>
                  </a:lnTo>
                  <a:lnTo>
                    <a:pt x="40" y="12"/>
                  </a:lnTo>
                  <a:lnTo>
                    <a:pt x="47" y="7"/>
                  </a:lnTo>
                  <a:lnTo>
                    <a:pt x="55" y="5"/>
                  </a:lnTo>
                  <a:lnTo>
                    <a:pt x="55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1524" name="Google Shape;1524;p4"/>
            <p:cNvSpPr/>
            <p:nvPr/>
          </p:nvSpPr>
          <p:spPr>
            <a:xfrm>
              <a:off x="4074" y="3300"/>
              <a:ext cx="45" cy="121"/>
            </a:xfrm>
            <a:custGeom>
              <a:avLst/>
              <a:gdLst/>
              <a:ahLst/>
              <a:cxnLst/>
              <a:rect l="l" t="t" r="r" b="b"/>
              <a:pathLst>
                <a:path w="53" h="203" extrusionOk="0">
                  <a:moveTo>
                    <a:pt x="53" y="0"/>
                  </a:moveTo>
                  <a:lnTo>
                    <a:pt x="45" y="2"/>
                  </a:lnTo>
                  <a:lnTo>
                    <a:pt x="38" y="7"/>
                  </a:lnTo>
                  <a:lnTo>
                    <a:pt x="33" y="15"/>
                  </a:lnTo>
                  <a:lnTo>
                    <a:pt x="25" y="28"/>
                  </a:lnTo>
                  <a:lnTo>
                    <a:pt x="20" y="41"/>
                  </a:lnTo>
                  <a:lnTo>
                    <a:pt x="15" y="59"/>
                  </a:lnTo>
                  <a:lnTo>
                    <a:pt x="11" y="80"/>
                  </a:lnTo>
                  <a:lnTo>
                    <a:pt x="6" y="100"/>
                  </a:lnTo>
                  <a:lnTo>
                    <a:pt x="4" y="125"/>
                  </a:lnTo>
                  <a:lnTo>
                    <a:pt x="2" y="149"/>
                  </a:lnTo>
                  <a:lnTo>
                    <a:pt x="0" y="175"/>
                  </a:lnTo>
                  <a:lnTo>
                    <a:pt x="0" y="203"/>
                  </a:lnTo>
                  <a:lnTo>
                    <a:pt x="0" y="203"/>
                  </a:lnTo>
                  <a:lnTo>
                    <a:pt x="2" y="177"/>
                  </a:lnTo>
                  <a:lnTo>
                    <a:pt x="2" y="151"/>
                  </a:lnTo>
                  <a:lnTo>
                    <a:pt x="4" y="126"/>
                  </a:lnTo>
                  <a:lnTo>
                    <a:pt x="7" y="104"/>
                  </a:lnTo>
                  <a:lnTo>
                    <a:pt x="11" y="81"/>
                  </a:lnTo>
                  <a:lnTo>
                    <a:pt x="16" y="62"/>
                  </a:lnTo>
                  <a:lnTo>
                    <a:pt x="20" y="45"/>
                  </a:lnTo>
                  <a:lnTo>
                    <a:pt x="27" y="31"/>
                  </a:lnTo>
                  <a:lnTo>
                    <a:pt x="33" y="21"/>
                  </a:lnTo>
                  <a:lnTo>
                    <a:pt x="38" y="12"/>
                  </a:lnTo>
                  <a:lnTo>
                    <a:pt x="45" y="7"/>
                  </a:lnTo>
                  <a:lnTo>
                    <a:pt x="53" y="5"/>
                  </a:lnTo>
                  <a:lnTo>
                    <a:pt x="5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1525" name="Google Shape;1525;p4"/>
            <p:cNvSpPr/>
            <p:nvPr/>
          </p:nvSpPr>
          <p:spPr>
            <a:xfrm>
              <a:off x="4074" y="3304"/>
              <a:ext cx="45" cy="117"/>
            </a:xfrm>
            <a:custGeom>
              <a:avLst/>
              <a:gdLst/>
              <a:ahLst/>
              <a:cxnLst/>
              <a:rect l="l" t="t" r="r" b="b"/>
              <a:pathLst>
                <a:path w="53" h="198" extrusionOk="0">
                  <a:moveTo>
                    <a:pt x="53" y="0"/>
                  </a:moveTo>
                  <a:lnTo>
                    <a:pt x="45" y="2"/>
                  </a:lnTo>
                  <a:lnTo>
                    <a:pt x="38" y="7"/>
                  </a:lnTo>
                  <a:lnTo>
                    <a:pt x="33" y="16"/>
                  </a:lnTo>
                  <a:lnTo>
                    <a:pt x="27" y="26"/>
                  </a:lnTo>
                  <a:lnTo>
                    <a:pt x="20" y="40"/>
                  </a:lnTo>
                  <a:lnTo>
                    <a:pt x="16" y="57"/>
                  </a:lnTo>
                  <a:lnTo>
                    <a:pt x="11" y="76"/>
                  </a:lnTo>
                  <a:lnTo>
                    <a:pt x="7" y="99"/>
                  </a:lnTo>
                  <a:lnTo>
                    <a:pt x="4" y="121"/>
                  </a:lnTo>
                  <a:lnTo>
                    <a:pt x="2" y="146"/>
                  </a:lnTo>
                  <a:lnTo>
                    <a:pt x="2" y="172"/>
                  </a:lnTo>
                  <a:lnTo>
                    <a:pt x="0" y="198"/>
                  </a:lnTo>
                  <a:lnTo>
                    <a:pt x="2" y="198"/>
                  </a:lnTo>
                  <a:lnTo>
                    <a:pt x="2" y="172"/>
                  </a:lnTo>
                  <a:lnTo>
                    <a:pt x="4" y="147"/>
                  </a:lnTo>
                  <a:lnTo>
                    <a:pt x="6" y="123"/>
                  </a:lnTo>
                  <a:lnTo>
                    <a:pt x="9" y="101"/>
                  </a:lnTo>
                  <a:lnTo>
                    <a:pt x="13" y="80"/>
                  </a:lnTo>
                  <a:lnTo>
                    <a:pt x="16" y="61"/>
                  </a:lnTo>
                  <a:lnTo>
                    <a:pt x="22" y="45"/>
                  </a:lnTo>
                  <a:lnTo>
                    <a:pt x="27" y="31"/>
                  </a:lnTo>
                  <a:lnTo>
                    <a:pt x="33" y="19"/>
                  </a:lnTo>
                  <a:lnTo>
                    <a:pt x="40" y="12"/>
                  </a:lnTo>
                  <a:lnTo>
                    <a:pt x="45" y="7"/>
                  </a:lnTo>
                  <a:lnTo>
                    <a:pt x="53" y="5"/>
                  </a:lnTo>
                  <a:lnTo>
                    <a:pt x="5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1526" name="Google Shape;1526;p4"/>
            <p:cNvSpPr/>
            <p:nvPr/>
          </p:nvSpPr>
          <p:spPr>
            <a:xfrm>
              <a:off x="4074" y="3307"/>
              <a:ext cx="45" cy="114"/>
            </a:xfrm>
            <a:custGeom>
              <a:avLst/>
              <a:gdLst/>
              <a:ahLst/>
              <a:cxnLst/>
              <a:rect l="l" t="t" r="r" b="b"/>
              <a:pathLst>
                <a:path w="51" h="193" extrusionOk="0">
                  <a:moveTo>
                    <a:pt x="51" y="0"/>
                  </a:moveTo>
                  <a:lnTo>
                    <a:pt x="43" y="2"/>
                  </a:lnTo>
                  <a:lnTo>
                    <a:pt x="38" y="7"/>
                  </a:lnTo>
                  <a:lnTo>
                    <a:pt x="31" y="14"/>
                  </a:lnTo>
                  <a:lnTo>
                    <a:pt x="25" y="26"/>
                  </a:lnTo>
                  <a:lnTo>
                    <a:pt x="20" y="40"/>
                  </a:lnTo>
                  <a:lnTo>
                    <a:pt x="14" y="56"/>
                  </a:lnTo>
                  <a:lnTo>
                    <a:pt x="11" y="75"/>
                  </a:lnTo>
                  <a:lnTo>
                    <a:pt x="7" y="96"/>
                  </a:lnTo>
                  <a:lnTo>
                    <a:pt x="4" y="118"/>
                  </a:lnTo>
                  <a:lnTo>
                    <a:pt x="2" y="142"/>
                  </a:lnTo>
                  <a:lnTo>
                    <a:pt x="0" y="167"/>
                  </a:lnTo>
                  <a:lnTo>
                    <a:pt x="0" y="193"/>
                  </a:lnTo>
                  <a:lnTo>
                    <a:pt x="2" y="193"/>
                  </a:lnTo>
                  <a:lnTo>
                    <a:pt x="2" y="168"/>
                  </a:lnTo>
                  <a:lnTo>
                    <a:pt x="4" y="144"/>
                  </a:lnTo>
                  <a:lnTo>
                    <a:pt x="5" y="120"/>
                  </a:lnTo>
                  <a:lnTo>
                    <a:pt x="7" y="99"/>
                  </a:lnTo>
                  <a:lnTo>
                    <a:pt x="11" y="78"/>
                  </a:lnTo>
                  <a:lnTo>
                    <a:pt x="16" y="59"/>
                  </a:lnTo>
                  <a:lnTo>
                    <a:pt x="20" y="44"/>
                  </a:lnTo>
                  <a:lnTo>
                    <a:pt x="25" y="30"/>
                  </a:lnTo>
                  <a:lnTo>
                    <a:pt x="31" y="19"/>
                  </a:lnTo>
                  <a:lnTo>
                    <a:pt x="38" y="12"/>
                  </a:lnTo>
                  <a:lnTo>
                    <a:pt x="43" y="7"/>
                  </a:lnTo>
                  <a:lnTo>
                    <a:pt x="51" y="5"/>
                  </a:lnTo>
                  <a:lnTo>
                    <a:pt x="51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1527" name="Google Shape;1527;p4"/>
            <p:cNvSpPr/>
            <p:nvPr/>
          </p:nvSpPr>
          <p:spPr>
            <a:xfrm>
              <a:off x="4075" y="3309"/>
              <a:ext cx="44" cy="112"/>
            </a:xfrm>
            <a:custGeom>
              <a:avLst/>
              <a:gdLst/>
              <a:ahLst/>
              <a:cxnLst/>
              <a:rect l="l" t="t" r="r" b="b"/>
              <a:pathLst>
                <a:path w="49" h="188" extrusionOk="0">
                  <a:moveTo>
                    <a:pt x="49" y="0"/>
                  </a:moveTo>
                  <a:lnTo>
                    <a:pt x="41" y="2"/>
                  </a:lnTo>
                  <a:lnTo>
                    <a:pt x="36" y="7"/>
                  </a:lnTo>
                  <a:lnTo>
                    <a:pt x="29" y="14"/>
                  </a:lnTo>
                  <a:lnTo>
                    <a:pt x="23" y="25"/>
                  </a:lnTo>
                  <a:lnTo>
                    <a:pt x="18" y="39"/>
                  </a:lnTo>
                  <a:lnTo>
                    <a:pt x="14" y="54"/>
                  </a:lnTo>
                  <a:lnTo>
                    <a:pt x="9" y="73"/>
                  </a:lnTo>
                  <a:lnTo>
                    <a:pt x="5" y="94"/>
                  </a:lnTo>
                  <a:lnTo>
                    <a:pt x="3" y="115"/>
                  </a:lnTo>
                  <a:lnTo>
                    <a:pt x="2" y="139"/>
                  </a:lnTo>
                  <a:lnTo>
                    <a:pt x="0" y="163"/>
                  </a:lnTo>
                  <a:lnTo>
                    <a:pt x="0" y="188"/>
                  </a:lnTo>
                  <a:lnTo>
                    <a:pt x="2" y="188"/>
                  </a:lnTo>
                  <a:lnTo>
                    <a:pt x="2" y="163"/>
                  </a:lnTo>
                  <a:lnTo>
                    <a:pt x="2" y="141"/>
                  </a:lnTo>
                  <a:lnTo>
                    <a:pt x="5" y="118"/>
                  </a:lnTo>
                  <a:lnTo>
                    <a:pt x="7" y="96"/>
                  </a:lnTo>
                  <a:lnTo>
                    <a:pt x="11" y="77"/>
                  </a:lnTo>
                  <a:lnTo>
                    <a:pt x="14" y="59"/>
                  </a:lnTo>
                  <a:lnTo>
                    <a:pt x="20" y="44"/>
                  </a:lnTo>
                  <a:lnTo>
                    <a:pt x="25" y="30"/>
                  </a:lnTo>
                  <a:lnTo>
                    <a:pt x="30" y="19"/>
                  </a:lnTo>
                  <a:lnTo>
                    <a:pt x="36" y="11"/>
                  </a:lnTo>
                  <a:lnTo>
                    <a:pt x="41" y="7"/>
                  </a:lnTo>
                  <a:lnTo>
                    <a:pt x="49" y="6"/>
                  </a:lnTo>
                  <a:lnTo>
                    <a:pt x="49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1528" name="Google Shape;1528;p4"/>
            <p:cNvSpPr/>
            <p:nvPr/>
          </p:nvSpPr>
          <p:spPr>
            <a:xfrm>
              <a:off x="4077" y="3313"/>
              <a:ext cx="42" cy="108"/>
            </a:xfrm>
            <a:custGeom>
              <a:avLst/>
              <a:gdLst/>
              <a:ahLst/>
              <a:cxnLst/>
              <a:rect l="l" t="t" r="r" b="b"/>
              <a:pathLst>
                <a:path w="47" h="182" extrusionOk="0">
                  <a:moveTo>
                    <a:pt x="47" y="0"/>
                  </a:moveTo>
                  <a:lnTo>
                    <a:pt x="39" y="1"/>
                  </a:lnTo>
                  <a:lnTo>
                    <a:pt x="34" y="5"/>
                  </a:lnTo>
                  <a:lnTo>
                    <a:pt x="28" y="13"/>
                  </a:lnTo>
                  <a:lnTo>
                    <a:pt x="23" y="24"/>
                  </a:lnTo>
                  <a:lnTo>
                    <a:pt x="18" y="38"/>
                  </a:lnTo>
                  <a:lnTo>
                    <a:pt x="12" y="53"/>
                  </a:lnTo>
                  <a:lnTo>
                    <a:pt x="9" y="71"/>
                  </a:lnTo>
                  <a:lnTo>
                    <a:pt x="5" y="90"/>
                  </a:lnTo>
                  <a:lnTo>
                    <a:pt x="3" y="112"/>
                  </a:lnTo>
                  <a:lnTo>
                    <a:pt x="0" y="135"/>
                  </a:lnTo>
                  <a:lnTo>
                    <a:pt x="0" y="157"/>
                  </a:lnTo>
                  <a:lnTo>
                    <a:pt x="0" y="182"/>
                  </a:lnTo>
                  <a:lnTo>
                    <a:pt x="0" y="182"/>
                  </a:lnTo>
                  <a:lnTo>
                    <a:pt x="1" y="157"/>
                  </a:lnTo>
                  <a:lnTo>
                    <a:pt x="1" y="135"/>
                  </a:lnTo>
                  <a:lnTo>
                    <a:pt x="3" y="114"/>
                  </a:lnTo>
                  <a:lnTo>
                    <a:pt x="7" y="93"/>
                  </a:lnTo>
                  <a:lnTo>
                    <a:pt x="10" y="74"/>
                  </a:lnTo>
                  <a:lnTo>
                    <a:pt x="14" y="57"/>
                  </a:lnTo>
                  <a:lnTo>
                    <a:pt x="18" y="41"/>
                  </a:lnTo>
                  <a:lnTo>
                    <a:pt x="23" y="29"/>
                  </a:lnTo>
                  <a:lnTo>
                    <a:pt x="28" y="19"/>
                  </a:lnTo>
                  <a:lnTo>
                    <a:pt x="34" y="10"/>
                  </a:lnTo>
                  <a:lnTo>
                    <a:pt x="39" y="7"/>
                  </a:lnTo>
                  <a:lnTo>
                    <a:pt x="47" y="5"/>
                  </a:lnTo>
                  <a:lnTo>
                    <a:pt x="47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1529" name="Google Shape;1529;p4"/>
            <p:cNvSpPr/>
            <p:nvPr/>
          </p:nvSpPr>
          <p:spPr>
            <a:xfrm>
              <a:off x="4077" y="3315"/>
              <a:ext cx="42" cy="106"/>
            </a:xfrm>
            <a:custGeom>
              <a:avLst/>
              <a:gdLst/>
              <a:ahLst/>
              <a:cxnLst/>
              <a:rect l="l" t="t" r="r" b="b"/>
              <a:pathLst>
                <a:path w="47" h="177" extrusionOk="0">
                  <a:moveTo>
                    <a:pt x="47" y="0"/>
                  </a:moveTo>
                  <a:lnTo>
                    <a:pt x="39" y="2"/>
                  </a:lnTo>
                  <a:lnTo>
                    <a:pt x="34" y="5"/>
                  </a:lnTo>
                  <a:lnTo>
                    <a:pt x="28" y="14"/>
                  </a:lnTo>
                  <a:lnTo>
                    <a:pt x="23" y="24"/>
                  </a:lnTo>
                  <a:lnTo>
                    <a:pt x="18" y="36"/>
                  </a:lnTo>
                  <a:lnTo>
                    <a:pt x="14" y="52"/>
                  </a:lnTo>
                  <a:lnTo>
                    <a:pt x="10" y="69"/>
                  </a:lnTo>
                  <a:lnTo>
                    <a:pt x="7" y="88"/>
                  </a:lnTo>
                  <a:lnTo>
                    <a:pt x="3" y="109"/>
                  </a:lnTo>
                  <a:lnTo>
                    <a:pt x="1" y="130"/>
                  </a:lnTo>
                  <a:lnTo>
                    <a:pt x="1" y="152"/>
                  </a:lnTo>
                  <a:lnTo>
                    <a:pt x="0" y="177"/>
                  </a:lnTo>
                  <a:lnTo>
                    <a:pt x="1" y="177"/>
                  </a:lnTo>
                  <a:lnTo>
                    <a:pt x="1" y="154"/>
                  </a:lnTo>
                  <a:lnTo>
                    <a:pt x="3" y="132"/>
                  </a:lnTo>
                  <a:lnTo>
                    <a:pt x="5" y="111"/>
                  </a:lnTo>
                  <a:lnTo>
                    <a:pt x="7" y="90"/>
                  </a:lnTo>
                  <a:lnTo>
                    <a:pt x="10" y="73"/>
                  </a:lnTo>
                  <a:lnTo>
                    <a:pt x="14" y="55"/>
                  </a:lnTo>
                  <a:lnTo>
                    <a:pt x="19" y="40"/>
                  </a:lnTo>
                  <a:lnTo>
                    <a:pt x="23" y="28"/>
                  </a:lnTo>
                  <a:lnTo>
                    <a:pt x="28" y="17"/>
                  </a:lnTo>
                  <a:lnTo>
                    <a:pt x="34" y="10"/>
                  </a:lnTo>
                  <a:lnTo>
                    <a:pt x="41" y="7"/>
                  </a:lnTo>
                  <a:lnTo>
                    <a:pt x="47" y="5"/>
                  </a:lnTo>
                  <a:lnTo>
                    <a:pt x="47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1530" name="Google Shape;1530;p4"/>
            <p:cNvSpPr/>
            <p:nvPr/>
          </p:nvSpPr>
          <p:spPr>
            <a:xfrm>
              <a:off x="4079" y="3319"/>
              <a:ext cx="40" cy="102"/>
            </a:xfrm>
            <a:custGeom>
              <a:avLst/>
              <a:gdLst/>
              <a:ahLst/>
              <a:cxnLst/>
              <a:rect l="l" t="t" r="r" b="b"/>
              <a:pathLst>
                <a:path w="46" h="172" extrusionOk="0">
                  <a:moveTo>
                    <a:pt x="46" y="0"/>
                  </a:moveTo>
                  <a:lnTo>
                    <a:pt x="40" y="2"/>
                  </a:lnTo>
                  <a:lnTo>
                    <a:pt x="33" y="5"/>
                  </a:lnTo>
                  <a:lnTo>
                    <a:pt x="27" y="12"/>
                  </a:lnTo>
                  <a:lnTo>
                    <a:pt x="22" y="23"/>
                  </a:lnTo>
                  <a:lnTo>
                    <a:pt x="18" y="35"/>
                  </a:lnTo>
                  <a:lnTo>
                    <a:pt x="13" y="50"/>
                  </a:lnTo>
                  <a:lnTo>
                    <a:pt x="9" y="68"/>
                  </a:lnTo>
                  <a:lnTo>
                    <a:pt x="6" y="85"/>
                  </a:lnTo>
                  <a:lnTo>
                    <a:pt x="4" y="106"/>
                  </a:lnTo>
                  <a:lnTo>
                    <a:pt x="2" y="127"/>
                  </a:lnTo>
                  <a:lnTo>
                    <a:pt x="0" y="149"/>
                  </a:lnTo>
                  <a:lnTo>
                    <a:pt x="0" y="172"/>
                  </a:lnTo>
                  <a:lnTo>
                    <a:pt x="2" y="172"/>
                  </a:lnTo>
                  <a:lnTo>
                    <a:pt x="2" y="147"/>
                  </a:lnTo>
                  <a:lnTo>
                    <a:pt x="4" y="125"/>
                  </a:lnTo>
                  <a:lnTo>
                    <a:pt x="6" y="102"/>
                  </a:lnTo>
                  <a:lnTo>
                    <a:pt x="9" y="82"/>
                  </a:lnTo>
                  <a:lnTo>
                    <a:pt x="13" y="62"/>
                  </a:lnTo>
                  <a:lnTo>
                    <a:pt x="17" y="45"/>
                  </a:lnTo>
                  <a:lnTo>
                    <a:pt x="22" y="31"/>
                  </a:lnTo>
                  <a:lnTo>
                    <a:pt x="27" y="21"/>
                  </a:lnTo>
                  <a:lnTo>
                    <a:pt x="33" y="12"/>
                  </a:lnTo>
                  <a:lnTo>
                    <a:pt x="38" y="7"/>
                  </a:lnTo>
                  <a:lnTo>
                    <a:pt x="46" y="5"/>
                  </a:lnTo>
                  <a:lnTo>
                    <a:pt x="46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1531" name="Google Shape;1531;p4"/>
            <p:cNvSpPr/>
            <p:nvPr/>
          </p:nvSpPr>
          <p:spPr>
            <a:xfrm>
              <a:off x="4081" y="3323"/>
              <a:ext cx="38" cy="98"/>
            </a:xfrm>
            <a:custGeom>
              <a:avLst/>
              <a:gdLst/>
              <a:ahLst/>
              <a:cxnLst/>
              <a:rect l="l" t="t" r="r" b="b"/>
              <a:pathLst>
                <a:path w="44" h="167" extrusionOk="0">
                  <a:moveTo>
                    <a:pt x="44" y="0"/>
                  </a:moveTo>
                  <a:lnTo>
                    <a:pt x="36" y="2"/>
                  </a:lnTo>
                  <a:lnTo>
                    <a:pt x="31" y="7"/>
                  </a:lnTo>
                  <a:lnTo>
                    <a:pt x="25" y="16"/>
                  </a:lnTo>
                  <a:lnTo>
                    <a:pt x="20" y="26"/>
                  </a:lnTo>
                  <a:lnTo>
                    <a:pt x="15" y="40"/>
                  </a:lnTo>
                  <a:lnTo>
                    <a:pt x="11" y="57"/>
                  </a:lnTo>
                  <a:lnTo>
                    <a:pt x="7" y="77"/>
                  </a:lnTo>
                  <a:lnTo>
                    <a:pt x="4" y="97"/>
                  </a:lnTo>
                  <a:lnTo>
                    <a:pt x="2" y="120"/>
                  </a:lnTo>
                  <a:lnTo>
                    <a:pt x="0" y="142"/>
                  </a:lnTo>
                  <a:lnTo>
                    <a:pt x="0" y="167"/>
                  </a:lnTo>
                  <a:lnTo>
                    <a:pt x="2" y="167"/>
                  </a:lnTo>
                  <a:lnTo>
                    <a:pt x="2" y="142"/>
                  </a:lnTo>
                  <a:lnTo>
                    <a:pt x="2" y="122"/>
                  </a:lnTo>
                  <a:lnTo>
                    <a:pt x="6" y="99"/>
                  </a:lnTo>
                  <a:lnTo>
                    <a:pt x="7" y="80"/>
                  </a:lnTo>
                  <a:lnTo>
                    <a:pt x="11" y="61"/>
                  </a:lnTo>
                  <a:lnTo>
                    <a:pt x="16" y="45"/>
                  </a:lnTo>
                  <a:lnTo>
                    <a:pt x="20" y="31"/>
                  </a:lnTo>
                  <a:lnTo>
                    <a:pt x="25" y="19"/>
                  </a:lnTo>
                  <a:lnTo>
                    <a:pt x="31" y="12"/>
                  </a:lnTo>
                  <a:lnTo>
                    <a:pt x="36" y="7"/>
                  </a:lnTo>
                  <a:lnTo>
                    <a:pt x="44" y="5"/>
                  </a:lnTo>
                  <a:lnTo>
                    <a:pt x="44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1532" name="Google Shape;1532;p4"/>
            <p:cNvSpPr/>
            <p:nvPr/>
          </p:nvSpPr>
          <p:spPr>
            <a:xfrm>
              <a:off x="4082" y="3325"/>
              <a:ext cx="37" cy="96"/>
            </a:xfrm>
            <a:custGeom>
              <a:avLst/>
              <a:gdLst/>
              <a:ahLst/>
              <a:cxnLst/>
              <a:rect l="l" t="t" r="r" b="b"/>
              <a:pathLst>
                <a:path w="42" h="162" extrusionOk="0">
                  <a:moveTo>
                    <a:pt x="42" y="0"/>
                  </a:moveTo>
                  <a:lnTo>
                    <a:pt x="34" y="2"/>
                  </a:lnTo>
                  <a:lnTo>
                    <a:pt x="29" y="7"/>
                  </a:lnTo>
                  <a:lnTo>
                    <a:pt x="23" y="14"/>
                  </a:lnTo>
                  <a:lnTo>
                    <a:pt x="18" y="26"/>
                  </a:lnTo>
                  <a:lnTo>
                    <a:pt x="14" y="40"/>
                  </a:lnTo>
                  <a:lnTo>
                    <a:pt x="9" y="56"/>
                  </a:lnTo>
                  <a:lnTo>
                    <a:pt x="5" y="75"/>
                  </a:lnTo>
                  <a:lnTo>
                    <a:pt x="4" y="94"/>
                  </a:lnTo>
                  <a:lnTo>
                    <a:pt x="0" y="117"/>
                  </a:lnTo>
                  <a:lnTo>
                    <a:pt x="0" y="137"/>
                  </a:lnTo>
                  <a:lnTo>
                    <a:pt x="0" y="162"/>
                  </a:lnTo>
                  <a:lnTo>
                    <a:pt x="0" y="162"/>
                  </a:lnTo>
                  <a:lnTo>
                    <a:pt x="2" y="139"/>
                  </a:lnTo>
                  <a:lnTo>
                    <a:pt x="2" y="117"/>
                  </a:lnTo>
                  <a:lnTo>
                    <a:pt x="4" y="96"/>
                  </a:lnTo>
                  <a:lnTo>
                    <a:pt x="7" y="77"/>
                  </a:lnTo>
                  <a:lnTo>
                    <a:pt x="11" y="59"/>
                  </a:lnTo>
                  <a:lnTo>
                    <a:pt x="14" y="44"/>
                  </a:lnTo>
                  <a:lnTo>
                    <a:pt x="20" y="30"/>
                  </a:lnTo>
                  <a:lnTo>
                    <a:pt x="23" y="20"/>
                  </a:lnTo>
                  <a:lnTo>
                    <a:pt x="29" y="13"/>
                  </a:lnTo>
                  <a:lnTo>
                    <a:pt x="36" y="7"/>
                  </a:lnTo>
                  <a:lnTo>
                    <a:pt x="42" y="6"/>
                  </a:lnTo>
                  <a:lnTo>
                    <a:pt x="42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</p:grpSp>
      <p:grpSp>
        <p:nvGrpSpPr>
          <p:cNvPr id="1533" name="Google Shape;1533;p4"/>
          <p:cNvGrpSpPr/>
          <p:nvPr/>
        </p:nvGrpSpPr>
        <p:grpSpPr>
          <a:xfrm>
            <a:off x="7467600" y="2667000"/>
            <a:ext cx="228600" cy="762000"/>
            <a:chOff x="3969" y="3294"/>
            <a:chExt cx="164" cy="567"/>
          </a:xfrm>
        </p:grpSpPr>
        <p:sp>
          <p:nvSpPr>
            <p:cNvPr id="1534" name="Google Shape;1534;p4"/>
            <p:cNvSpPr/>
            <p:nvPr/>
          </p:nvSpPr>
          <p:spPr>
            <a:xfrm>
              <a:off x="3969" y="3294"/>
              <a:ext cx="164" cy="567"/>
            </a:xfrm>
            <a:custGeom>
              <a:avLst/>
              <a:gdLst/>
              <a:ahLst/>
              <a:cxnLst/>
              <a:rect l="l" t="t" r="r" b="b"/>
              <a:pathLst>
                <a:path w="188" h="953" extrusionOk="0">
                  <a:moveTo>
                    <a:pt x="188" y="873"/>
                  </a:moveTo>
                  <a:lnTo>
                    <a:pt x="94" y="953"/>
                  </a:lnTo>
                  <a:lnTo>
                    <a:pt x="0" y="873"/>
                  </a:lnTo>
                  <a:lnTo>
                    <a:pt x="94" y="0"/>
                  </a:lnTo>
                  <a:lnTo>
                    <a:pt x="188" y="873"/>
                  </a:lnTo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1535" name="Google Shape;1535;p4"/>
            <p:cNvSpPr/>
            <p:nvPr/>
          </p:nvSpPr>
          <p:spPr>
            <a:xfrm>
              <a:off x="4035" y="3318"/>
              <a:ext cx="32" cy="59"/>
            </a:xfrm>
            <a:custGeom>
              <a:avLst/>
              <a:gdLst/>
              <a:ahLst/>
              <a:cxnLst/>
              <a:rect l="l" t="t" r="r" b="b"/>
              <a:pathLst>
                <a:path w="36" h="99" extrusionOk="0">
                  <a:moveTo>
                    <a:pt x="29" y="19"/>
                  </a:moveTo>
                  <a:lnTo>
                    <a:pt x="18" y="0"/>
                  </a:lnTo>
                  <a:lnTo>
                    <a:pt x="5" y="19"/>
                  </a:lnTo>
                  <a:lnTo>
                    <a:pt x="0" y="80"/>
                  </a:lnTo>
                  <a:lnTo>
                    <a:pt x="18" y="99"/>
                  </a:lnTo>
                  <a:lnTo>
                    <a:pt x="36" y="80"/>
                  </a:lnTo>
                  <a:lnTo>
                    <a:pt x="29" y="19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1536" name="Google Shape;1536;p4"/>
            <p:cNvSpPr/>
            <p:nvPr/>
          </p:nvSpPr>
          <p:spPr>
            <a:xfrm>
              <a:off x="3969" y="3767"/>
              <a:ext cx="164" cy="48"/>
            </a:xfrm>
            <a:custGeom>
              <a:avLst/>
              <a:gdLst/>
              <a:ahLst/>
              <a:cxnLst/>
              <a:rect l="l" t="t" r="r" b="b"/>
              <a:pathLst>
                <a:path w="188" h="78" extrusionOk="0">
                  <a:moveTo>
                    <a:pt x="188" y="78"/>
                  </a:moveTo>
                  <a:lnTo>
                    <a:pt x="94" y="0"/>
                  </a:lnTo>
                  <a:lnTo>
                    <a:pt x="0" y="78"/>
                  </a:lnTo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1537" name="Google Shape;1537;p4"/>
            <p:cNvSpPr/>
            <p:nvPr/>
          </p:nvSpPr>
          <p:spPr>
            <a:xfrm>
              <a:off x="3969" y="3294"/>
              <a:ext cx="164" cy="567"/>
            </a:xfrm>
            <a:custGeom>
              <a:avLst/>
              <a:gdLst/>
              <a:ahLst/>
              <a:cxnLst/>
              <a:rect l="l" t="t" r="r" b="b"/>
              <a:pathLst>
                <a:path w="188" h="953" extrusionOk="0">
                  <a:moveTo>
                    <a:pt x="94" y="0"/>
                  </a:moveTo>
                  <a:lnTo>
                    <a:pt x="94" y="953"/>
                  </a:lnTo>
                  <a:lnTo>
                    <a:pt x="188" y="873"/>
                  </a:lnTo>
                  <a:lnTo>
                    <a:pt x="94" y="0"/>
                  </a:lnTo>
                  <a:lnTo>
                    <a:pt x="0" y="873"/>
                  </a:lnTo>
                  <a:lnTo>
                    <a:pt x="94" y="953"/>
                  </a:lnTo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1538" name="Google Shape;1538;p4"/>
            <p:cNvSpPr/>
            <p:nvPr/>
          </p:nvSpPr>
          <p:spPr>
            <a:xfrm>
              <a:off x="4030" y="3424"/>
              <a:ext cx="42" cy="12"/>
            </a:xfrm>
            <a:custGeom>
              <a:avLst/>
              <a:gdLst/>
              <a:ahLst/>
              <a:cxnLst/>
              <a:rect l="l" t="t" r="r" b="b"/>
              <a:pathLst>
                <a:path w="47" h="19" extrusionOk="0">
                  <a:moveTo>
                    <a:pt x="47" y="0"/>
                  </a:moveTo>
                  <a:lnTo>
                    <a:pt x="24" y="19"/>
                  </a:lnTo>
                  <a:lnTo>
                    <a:pt x="0" y="0"/>
                  </a:lnTo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1539" name="Google Shape;1539;p4"/>
            <p:cNvSpPr/>
            <p:nvPr/>
          </p:nvSpPr>
          <p:spPr>
            <a:xfrm>
              <a:off x="4023" y="3468"/>
              <a:ext cx="54" cy="15"/>
            </a:xfrm>
            <a:custGeom>
              <a:avLst/>
              <a:gdLst/>
              <a:ahLst/>
              <a:cxnLst/>
              <a:rect l="l" t="t" r="r" b="b"/>
              <a:pathLst>
                <a:path w="64" h="26" extrusionOk="0">
                  <a:moveTo>
                    <a:pt x="64" y="0"/>
                  </a:moveTo>
                  <a:lnTo>
                    <a:pt x="33" y="26"/>
                  </a:lnTo>
                  <a:lnTo>
                    <a:pt x="0" y="0"/>
                  </a:lnTo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1540" name="Google Shape;1540;p4"/>
            <p:cNvSpPr/>
            <p:nvPr/>
          </p:nvSpPr>
          <p:spPr>
            <a:xfrm>
              <a:off x="4018" y="3510"/>
              <a:ext cx="68" cy="21"/>
            </a:xfrm>
            <a:custGeom>
              <a:avLst/>
              <a:gdLst/>
              <a:ahLst/>
              <a:cxnLst/>
              <a:rect l="l" t="t" r="r" b="b"/>
              <a:pathLst>
                <a:path w="78" h="35" extrusionOk="0">
                  <a:moveTo>
                    <a:pt x="78" y="2"/>
                  </a:moveTo>
                  <a:lnTo>
                    <a:pt x="38" y="35"/>
                  </a:lnTo>
                  <a:lnTo>
                    <a:pt x="0" y="0"/>
                  </a:lnTo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1541" name="Google Shape;1541;p4"/>
            <p:cNvSpPr/>
            <p:nvPr/>
          </p:nvSpPr>
          <p:spPr>
            <a:xfrm>
              <a:off x="4009" y="3555"/>
              <a:ext cx="82" cy="23"/>
            </a:xfrm>
            <a:custGeom>
              <a:avLst/>
              <a:gdLst/>
              <a:ahLst/>
              <a:cxnLst/>
              <a:rect l="l" t="t" r="r" b="b"/>
              <a:pathLst>
                <a:path w="94" h="38" extrusionOk="0">
                  <a:moveTo>
                    <a:pt x="94" y="0"/>
                  </a:moveTo>
                  <a:lnTo>
                    <a:pt x="47" y="38"/>
                  </a:lnTo>
                  <a:lnTo>
                    <a:pt x="0" y="0"/>
                  </a:lnTo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1542" name="Google Shape;1542;p4"/>
            <p:cNvSpPr/>
            <p:nvPr/>
          </p:nvSpPr>
          <p:spPr>
            <a:xfrm>
              <a:off x="4002" y="3598"/>
              <a:ext cx="96" cy="27"/>
            </a:xfrm>
            <a:custGeom>
              <a:avLst/>
              <a:gdLst/>
              <a:ahLst/>
              <a:cxnLst/>
              <a:rect l="l" t="t" r="r" b="b"/>
              <a:pathLst>
                <a:path w="110" h="46" extrusionOk="0">
                  <a:moveTo>
                    <a:pt x="110" y="0"/>
                  </a:moveTo>
                  <a:lnTo>
                    <a:pt x="56" y="46"/>
                  </a:lnTo>
                  <a:lnTo>
                    <a:pt x="0" y="0"/>
                  </a:lnTo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1543" name="Google Shape;1543;p4"/>
            <p:cNvSpPr/>
            <p:nvPr/>
          </p:nvSpPr>
          <p:spPr>
            <a:xfrm>
              <a:off x="3997" y="3641"/>
              <a:ext cx="110" cy="32"/>
            </a:xfrm>
            <a:custGeom>
              <a:avLst/>
              <a:gdLst/>
              <a:ahLst/>
              <a:cxnLst/>
              <a:rect l="l" t="t" r="r" b="b"/>
              <a:pathLst>
                <a:path w="125" h="53" extrusionOk="0">
                  <a:moveTo>
                    <a:pt x="125" y="0"/>
                  </a:moveTo>
                  <a:lnTo>
                    <a:pt x="62" y="53"/>
                  </a:lnTo>
                  <a:lnTo>
                    <a:pt x="0" y="0"/>
                  </a:lnTo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1544" name="Google Shape;1544;p4"/>
            <p:cNvSpPr/>
            <p:nvPr/>
          </p:nvSpPr>
          <p:spPr>
            <a:xfrm>
              <a:off x="3990" y="3684"/>
              <a:ext cx="122" cy="36"/>
            </a:xfrm>
            <a:custGeom>
              <a:avLst/>
              <a:gdLst/>
              <a:ahLst/>
              <a:cxnLst/>
              <a:rect l="l" t="t" r="r" b="b"/>
              <a:pathLst>
                <a:path w="141" h="61" extrusionOk="0">
                  <a:moveTo>
                    <a:pt x="141" y="0"/>
                  </a:moveTo>
                  <a:lnTo>
                    <a:pt x="71" y="61"/>
                  </a:lnTo>
                  <a:lnTo>
                    <a:pt x="0" y="0"/>
                  </a:lnTo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1545" name="Google Shape;1545;p4"/>
            <p:cNvSpPr/>
            <p:nvPr/>
          </p:nvSpPr>
          <p:spPr>
            <a:xfrm>
              <a:off x="3981" y="3728"/>
              <a:ext cx="138" cy="39"/>
            </a:xfrm>
            <a:custGeom>
              <a:avLst/>
              <a:gdLst/>
              <a:ahLst/>
              <a:cxnLst/>
              <a:rect l="l" t="t" r="r" b="b"/>
              <a:pathLst>
                <a:path w="158" h="68" extrusionOk="0">
                  <a:moveTo>
                    <a:pt x="158" y="0"/>
                  </a:moveTo>
                  <a:lnTo>
                    <a:pt x="80" y="68"/>
                  </a:lnTo>
                  <a:lnTo>
                    <a:pt x="0" y="2"/>
                  </a:lnTo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1546" name="Google Shape;1546;p4"/>
            <p:cNvSpPr/>
            <p:nvPr/>
          </p:nvSpPr>
          <p:spPr>
            <a:xfrm>
              <a:off x="3978" y="3769"/>
              <a:ext cx="148" cy="46"/>
            </a:xfrm>
            <a:custGeom>
              <a:avLst/>
              <a:gdLst/>
              <a:ahLst/>
              <a:cxnLst/>
              <a:rect l="l" t="t" r="r" b="b"/>
              <a:pathLst>
                <a:path w="172" h="75" extrusionOk="0">
                  <a:moveTo>
                    <a:pt x="172" y="2"/>
                  </a:moveTo>
                  <a:lnTo>
                    <a:pt x="85" y="75"/>
                  </a:lnTo>
                  <a:lnTo>
                    <a:pt x="0" y="0"/>
                  </a:lnTo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1547" name="Google Shape;1547;p4"/>
            <p:cNvSpPr/>
            <p:nvPr/>
          </p:nvSpPr>
          <p:spPr>
            <a:xfrm>
              <a:off x="4035" y="3318"/>
              <a:ext cx="32" cy="59"/>
            </a:xfrm>
            <a:custGeom>
              <a:avLst/>
              <a:gdLst/>
              <a:ahLst/>
              <a:cxnLst/>
              <a:rect l="l" t="t" r="r" b="b"/>
              <a:pathLst>
                <a:path w="36" h="99" extrusionOk="0">
                  <a:moveTo>
                    <a:pt x="29" y="19"/>
                  </a:moveTo>
                  <a:lnTo>
                    <a:pt x="18" y="0"/>
                  </a:lnTo>
                  <a:lnTo>
                    <a:pt x="5" y="19"/>
                  </a:lnTo>
                  <a:lnTo>
                    <a:pt x="0" y="80"/>
                  </a:lnTo>
                  <a:lnTo>
                    <a:pt x="18" y="99"/>
                  </a:lnTo>
                  <a:lnTo>
                    <a:pt x="36" y="80"/>
                  </a:lnTo>
                  <a:lnTo>
                    <a:pt x="29" y="19"/>
                  </a:lnTo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1548" name="Google Shape;1548;p4"/>
            <p:cNvSpPr/>
            <p:nvPr/>
          </p:nvSpPr>
          <p:spPr>
            <a:xfrm>
              <a:off x="4070" y="3294"/>
              <a:ext cx="49" cy="127"/>
            </a:xfrm>
            <a:custGeom>
              <a:avLst/>
              <a:gdLst/>
              <a:ahLst/>
              <a:cxnLst/>
              <a:rect l="l" t="t" r="r" b="b"/>
              <a:pathLst>
                <a:path w="56" h="214" extrusionOk="0">
                  <a:moveTo>
                    <a:pt x="56" y="0"/>
                  </a:moveTo>
                  <a:lnTo>
                    <a:pt x="48" y="2"/>
                  </a:lnTo>
                  <a:lnTo>
                    <a:pt x="41" y="7"/>
                  </a:lnTo>
                  <a:lnTo>
                    <a:pt x="36" y="14"/>
                  </a:lnTo>
                  <a:lnTo>
                    <a:pt x="28" y="25"/>
                  </a:lnTo>
                  <a:lnTo>
                    <a:pt x="23" y="39"/>
                  </a:lnTo>
                  <a:lnTo>
                    <a:pt x="18" y="54"/>
                  </a:lnTo>
                  <a:lnTo>
                    <a:pt x="14" y="72"/>
                  </a:lnTo>
                  <a:lnTo>
                    <a:pt x="9" y="92"/>
                  </a:lnTo>
                  <a:lnTo>
                    <a:pt x="7" y="115"/>
                  </a:lnTo>
                  <a:lnTo>
                    <a:pt x="3" y="137"/>
                  </a:lnTo>
                  <a:lnTo>
                    <a:pt x="1" y="162"/>
                  </a:lnTo>
                  <a:lnTo>
                    <a:pt x="0" y="188"/>
                  </a:lnTo>
                  <a:lnTo>
                    <a:pt x="0" y="214"/>
                  </a:lnTo>
                  <a:lnTo>
                    <a:pt x="0" y="0"/>
                  </a:lnTo>
                  <a:lnTo>
                    <a:pt x="56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1549" name="Google Shape;1549;p4"/>
            <p:cNvSpPr/>
            <p:nvPr/>
          </p:nvSpPr>
          <p:spPr>
            <a:xfrm>
              <a:off x="4070" y="3294"/>
              <a:ext cx="49" cy="127"/>
            </a:xfrm>
            <a:custGeom>
              <a:avLst/>
              <a:gdLst/>
              <a:ahLst/>
              <a:cxnLst/>
              <a:rect l="l" t="t" r="r" b="b"/>
              <a:pathLst>
                <a:path w="56" h="214" extrusionOk="0">
                  <a:moveTo>
                    <a:pt x="56" y="0"/>
                  </a:moveTo>
                  <a:lnTo>
                    <a:pt x="48" y="2"/>
                  </a:lnTo>
                  <a:lnTo>
                    <a:pt x="41" y="7"/>
                  </a:lnTo>
                  <a:lnTo>
                    <a:pt x="36" y="14"/>
                  </a:lnTo>
                  <a:lnTo>
                    <a:pt x="28" y="25"/>
                  </a:lnTo>
                  <a:lnTo>
                    <a:pt x="23" y="39"/>
                  </a:lnTo>
                  <a:lnTo>
                    <a:pt x="18" y="54"/>
                  </a:lnTo>
                  <a:lnTo>
                    <a:pt x="14" y="72"/>
                  </a:lnTo>
                  <a:lnTo>
                    <a:pt x="9" y="92"/>
                  </a:lnTo>
                  <a:lnTo>
                    <a:pt x="7" y="115"/>
                  </a:lnTo>
                  <a:lnTo>
                    <a:pt x="3" y="137"/>
                  </a:lnTo>
                  <a:lnTo>
                    <a:pt x="1" y="162"/>
                  </a:lnTo>
                  <a:lnTo>
                    <a:pt x="0" y="188"/>
                  </a:lnTo>
                  <a:lnTo>
                    <a:pt x="0" y="214"/>
                  </a:lnTo>
                  <a:lnTo>
                    <a:pt x="1" y="214"/>
                  </a:lnTo>
                  <a:lnTo>
                    <a:pt x="1" y="188"/>
                  </a:lnTo>
                  <a:lnTo>
                    <a:pt x="3" y="163"/>
                  </a:lnTo>
                  <a:lnTo>
                    <a:pt x="5" y="139"/>
                  </a:lnTo>
                  <a:lnTo>
                    <a:pt x="7" y="117"/>
                  </a:lnTo>
                  <a:lnTo>
                    <a:pt x="10" y="96"/>
                  </a:lnTo>
                  <a:lnTo>
                    <a:pt x="14" y="75"/>
                  </a:lnTo>
                  <a:lnTo>
                    <a:pt x="19" y="58"/>
                  </a:lnTo>
                  <a:lnTo>
                    <a:pt x="25" y="42"/>
                  </a:lnTo>
                  <a:lnTo>
                    <a:pt x="30" y="30"/>
                  </a:lnTo>
                  <a:lnTo>
                    <a:pt x="36" y="19"/>
                  </a:lnTo>
                  <a:lnTo>
                    <a:pt x="43" y="11"/>
                  </a:lnTo>
                  <a:lnTo>
                    <a:pt x="48" y="7"/>
                  </a:lnTo>
                  <a:lnTo>
                    <a:pt x="56" y="6"/>
                  </a:lnTo>
                  <a:lnTo>
                    <a:pt x="56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1550" name="Google Shape;1550;p4"/>
            <p:cNvSpPr/>
            <p:nvPr/>
          </p:nvSpPr>
          <p:spPr>
            <a:xfrm>
              <a:off x="4072" y="3298"/>
              <a:ext cx="47" cy="123"/>
            </a:xfrm>
            <a:custGeom>
              <a:avLst/>
              <a:gdLst/>
              <a:ahLst/>
              <a:cxnLst/>
              <a:rect l="l" t="t" r="r" b="b"/>
              <a:pathLst>
                <a:path w="55" h="208" extrusionOk="0">
                  <a:moveTo>
                    <a:pt x="55" y="0"/>
                  </a:moveTo>
                  <a:lnTo>
                    <a:pt x="47" y="1"/>
                  </a:lnTo>
                  <a:lnTo>
                    <a:pt x="42" y="5"/>
                  </a:lnTo>
                  <a:lnTo>
                    <a:pt x="35" y="13"/>
                  </a:lnTo>
                  <a:lnTo>
                    <a:pt x="29" y="24"/>
                  </a:lnTo>
                  <a:lnTo>
                    <a:pt x="24" y="36"/>
                  </a:lnTo>
                  <a:lnTo>
                    <a:pt x="18" y="52"/>
                  </a:lnTo>
                  <a:lnTo>
                    <a:pt x="13" y="69"/>
                  </a:lnTo>
                  <a:lnTo>
                    <a:pt x="9" y="90"/>
                  </a:lnTo>
                  <a:lnTo>
                    <a:pt x="6" y="111"/>
                  </a:lnTo>
                  <a:lnTo>
                    <a:pt x="4" y="133"/>
                  </a:lnTo>
                  <a:lnTo>
                    <a:pt x="2" y="157"/>
                  </a:lnTo>
                  <a:lnTo>
                    <a:pt x="0" y="182"/>
                  </a:lnTo>
                  <a:lnTo>
                    <a:pt x="0" y="208"/>
                  </a:lnTo>
                  <a:lnTo>
                    <a:pt x="2" y="208"/>
                  </a:lnTo>
                  <a:lnTo>
                    <a:pt x="2" y="180"/>
                  </a:lnTo>
                  <a:lnTo>
                    <a:pt x="4" y="154"/>
                  </a:lnTo>
                  <a:lnTo>
                    <a:pt x="6" y="130"/>
                  </a:lnTo>
                  <a:lnTo>
                    <a:pt x="8" y="105"/>
                  </a:lnTo>
                  <a:lnTo>
                    <a:pt x="13" y="85"/>
                  </a:lnTo>
                  <a:lnTo>
                    <a:pt x="17" y="64"/>
                  </a:lnTo>
                  <a:lnTo>
                    <a:pt x="22" y="46"/>
                  </a:lnTo>
                  <a:lnTo>
                    <a:pt x="27" y="33"/>
                  </a:lnTo>
                  <a:lnTo>
                    <a:pt x="35" y="20"/>
                  </a:lnTo>
                  <a:lnTo>
                    <a:pt x="40" y="12"/>
                  </a:lnTo>
                  <a:lnTo>
                    <a:pt x="47" y="7"/>
                  </a:lnTo>
                  <a:lnTo>
                    <a:pt x="55" y="5"/>
                  </a:lnTo>
                  <a:lnTo>
                    <a:pt x="55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1551" name="Google Shape;1551;p4"/>
            <p:cNvSpPr/>
            <p:nvPr/>
          </p:nvSpPr>
          <p:spPr>
            <a:xfrm>
              <a:off x="4074" y="3300"/>
              <a:ext cx="45" cy="121"/>
            </a:xfrm>
            <a:custGeom>
              <a:avLst/>
              <a:gdLst/>
              <a:ahLst/>
              <a:cxnLst/>
              <a:rect l="l" t="t" r="r" b="b"/>
              <a:pathLst>
                <a:path w="53" h="203" extrusionOk="0">
                  <a:moveTo>
                    <a:pt x="53" y="0"/>
                  </a:moveTo>
                  <a:lnTo>
                    <a:pt x="45" y="2"/>
                  </a:lnTo>
                  <a:lnTo>
                    <a:pt x="38" y="7"/>
                  </a:lnTo>
                  <a:lnTo>
                    <a:pt x="33" y="15"/>
                  </a:lnTo>
                  <a:lnTo>
                    <a:pt x="25" y="28"/>
                  </a:lnTo>
                  <a:lnTo>
                    <a:pt x="20" y="41"/>
                  </a:lnTo>
                  <a:lnTo>
                    <a:pt x="15" y="59"/>
                  </a:lnTo>
                  <a:lnTo>
                    <a:pt x="11" y="80"/>
                  </a:lnTo>
                  <a:lnTo>
                    <a:pt x="6" y="100"/>
                  </a:lnTo>
                  <a:lnTo>
                    <a:pt x="4" y="125"/>
                  </a:lnTo>
                  <a:lnTo>
                    <a:pt x="2" y="149"/>
                  </a:lnTo>
                  <a:lnTo>
                    <a:pt x="0" y="175"/>
                  </a:lnTo>
                  <a:lnTo>
                    <a:pt x="0" y="203"/>
                  </a:lnTo>
                  <a:lnTo>
                    <a:pt x="0" y="203"/>
                  </a:lnTo>
                  <a:lnTo>
                    <a:pt x="2" y="177"/>
                  </a:lnTo>
                  <a:lnTo>
                    <a:pt x="2" y="151"/>
                  </a:lnTo>
                  <a:lnTo>
                    <a:pt x="4" y="126"/>
                  </a:lnTo>
                  <a:lnTo>
                    <a:pt x="7" y="104"/>
                  </a:lnTo>
                  <a:lnTo>
                    <a:pt x="11" y="81"/>
                  </a:lnTo>
                  <a:lnTo>
                    <a:pt x="16" y="62"/>
                  </a:lnTo>
                  <a:lnTo>
                    <a:pt x="20" y="45"/>
                  </a:lnTo>
                  <a:lnTo>
                    <a:pt x="27" y="31"/>
                  </a:lnTo>
                  <a:lnTo>
                    <a:pt x="33" y="21"/>
                  </a:lnTo>
                  <a:lnTo>
                    <a:pt x="38" y="12"/>
                  </a:lnTo>
                  <a:lnTo>
                    <a:pt x="45" y="7"/>
                  </a:lnTo>
                  <a:lnTo>
                    <a:pt x="53" y="5"/>
                  </a:lnTo>
                  <a:lnTo>
                    <a:pt x="5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1552" name="Google Shape;1552;p4"/>
            <p:cNvSpPr/>
            <p:nvPr/>
          </p:nvSpPr>
          <p:spPr>
            <a:xfrm>
              <a:off x="4074" y="3304"/>
              <a:ext cx="45" cy="117"/>
            </a:xfrm>
            <a:custGeom>
              <a:avLst/>
              <a:gdLst/>
              <a:ahLst/>
              <a:cxnLst/>
              <a:rect l="l" t="t" r="r" b="b"/>
              <a:pathLst>
                <a:path w="53" h="198" extrusionOk="0">
                  <a:moveTo>
                    <a:pt x="53" y="0"/>
                  </a:moveTo>
                  <a:lnTo>
                    <a:pt x="45" y="2"/>
                  </a:lnTo>
                  <a:lnTo>
                    <a:pt x="38" y="7"/>
                  </a:lnTo>
                  <a:lnTo>
                    <a:pt x="33" y="16"/>
                  </a:lnTo>
                  <a:lnTo>
                    <a:pt x="27" y="26"/>
                  </a:lnTo>
                  <a:lnTo>
                    <a:pt x="20" y="40"/>
                  </a:lnTo>
                  <a:lnTo>
                    <a:pt x="16" y="57"/>
                  </a:lnTo>
                  <a:lnTo>
                    <a:pt x="11" y="76"/>
                  </a:lnTo>
                  <a:lnTo>
                    <a:pt x="7" y="99"/>
                  </a:lnTo>
                  <a:lnTo>
                    <a:pt x="4" y="121"/>
                  </a:lnTo>
                  <a:lnTo>
                    <a:pt x="2" y="146"/>
                  </a:lnTo>
                  <a:lnTo>
                    <a:pt x="2" y="172"/>
                  </a:lnTo>
                  <a:lnTo>
                    <a:pt x="0" y="198"/>
                  </a:lnTo>
                  <a:lnTo>
                    <a:pt x="2" y="198"/>
                  </a:lnTo>
                  <a:lnTo>
                    <a:pt x="2" y="172"/>
                  </a:lnTo>
                  <a:lnTo>
                    <a:pt x="4" y="147"/>
                  </a:lnTo>
                  <a:lnTo>
                    <a:pt x="6" y="123"/>
                  </a:lnTo>
                  <a:lnTo>
                    <a:pt x="9" y="101"/>
                  </a:lnTo>
                  <a:lnTo>
                    <a:pt x="13" y="80"/>
                  </a:lnTo>
                  <a:lnTo>
                    <a:pt x="16" y="61"/>
                  </a:lnTo>
                  <a:lnTo>
                    <a:pt x="22" y="45"/>
                  </a:lnTo>
                  <a:lnTo>
                    <a:pt x="27" y="31"/>
                  </a:lnTo>
                  <a:lnTo>
                    <a:pt x="33" y="19"/>
                  </a:lnTo>
                  <a:lnTo>
                    <a:pt x="40" y="12"/>
                  </a:lnTo>
                  <a:lnTo>
                    <a:pt x="45" y="7"/>
                  </a:lnTo>
                  <a:lnTo>
                    <a:pt x="53" y="5"/>
                  </a:lnTo>
                  <a:lnTo>
                    <a:pt x="5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1553" name="Google Shape;1553;p4"/>
            <p:cNvSpPr/>
            <p:nvPr/>
          </p:nvSpPr>
          <p:spPr>
            <a:xfrm>
              <a:off x="4074" y="3307"/>
              <a:ext cx="45" cy="114"/>
            </a:xfrm>
            <a:custGeom>
              <a:avLst/>
              <a:gdLst/>
              <a:ahLst/>
              <a:cxnLst/>
              <a:rect l="l" t="t" r="r" b="b"/>
              <a:pathLst>
                <a:path w="51" h="193" extrusionOk="0">
                  <a:moveTo>
                    <a:pt x="51" y="0"/>
                  </a:moveTo>
                  <a:lnTo>
                    <a:pt x="43" y="2"/>
                  </a:lnTo>
                  <a:lnTo>
                    <a:pt x="38" y="7"/>
                  </a:lnTo>
                  <a:lnTo>
                    <a:pt x="31" y="14"/>
                  </a:lnTo>
                  <a:lnTo>
                    <a:pt x="25" y="26"/>
                  </a:lnTo>
                  <a:lnTo>
                    <a:pt x="20" y="40"/>
                  </a:lnTo>
                  <a:lnTo>
                    <a:pt x="14" y="56"/>
                  </a:lnTo>
                  <a:lnTo>
                    <a:pt x="11" y="75"/>
                  </a:lnTo>
                  <a:lnTo>
                    <a:pt x="7" y="96"/>
                  </a:lnTo>
                  <a:lnTo>
                    <a:pt x="4" y="118"/>
                  </a:lnTo>
                  <a:lnTo>
                    <a:pt x="2" y="142"/>
                  </a:lnTo>
                  <a:lnTo>
                    <a:pt x="0" y="167"/>
                  </a:lnTo>
                  <a:lnTo>
                    <a:pt x="0" y="193"/>
                  </a:lnTo>
                  <a:lnTo>
                    <a:pt x="2" y="193"/>
                  </a:lnTo>
                  <a:lnTo>
                    <a:pt x="2" y="168"/>
                  </a:lnTo>
                  <a:lnTo>
                    <a:pt x="4" y="144"/>
                  </a:lnTo>
                  <a:lnTo>
                    <a:pt x="5" y="120"/>
                  </a:lnTo>
                  <a:lnTo>
                    <a:pt x="7" y="99"/>
                  </a:lnTo>
                  <a:lnTo>
                    <a:pt x="11" y="78"/>
                  </a:lnTo>
                  <a:lnTo>
                    <a:pt x="16" y="59"/>
                  </a:lnTo>
                  <a:lnTo>
                    <a:pt x="20" y="44"/>
                  </a:lnTo>
                  <a:lnTo>
                    <a:pt x="25" y="30"/>
                  </a:lnTo>
                  <a:lnTo>
                    <a:pt x="31" y="19"/>
                  </a:lnTo>
                  <a:lnTo>
                    <a:pt x="38" y="12"/>
                  </a:lnTo>
                  <a:lnTo>
                    <a:pt x="43" y="7"/>
                  </a:lnTo>
                  <a:lnTo>
                    <a:pt x="51" y="5"/>
                  </a:lnTo>
                  <a:lnTo>
                    <a:pt x="51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1554" name="Google Shape;1554;p4"/>
            <p:cNvSpPr/>
            <p:nvPr/>
          </p:nvSpPr>
          <p:spPr>
            <a:xfrm>
              <a:off x="4075" y="3309"/>
              <a:ext cx="44" cy="112"/>
            </a:xfrm>
            <a:custGeom>
              <a:avLst/>
              <a:gdLst/>
              <a:ahLst/>
              <a:cxnLst/>
              <a:rect l="l" t="t" r="r" b="b"/>
              <a:pathLst>
                <a:path w="49" h="188" extrusionOk="0">
                  <a:moveTo>
                    <a:pt x="49" y="0"/>
                  </a:moveTo>
                  <a:lnTo>
                    <a:pt x="41" y="2"/>
                  </a:lnTo>
                  <a:lnTo>
                    <a:pt x="36" y="7"/>
                  </a:lnTo>
                  <a:lnTo>
                    <a:pt x="29" y="14"/>
                  </a:lnTo>
                  <a:lnTo>
                    <a:pt x="23" y="25"/>
                  </a:lnTo>
                  <a:lnTo>
                    <a:pt x="18" y="39"/>
                  </a:lnTo>
                  <a:lnTo>
                    <a:pt x="14" y="54"/>
                  </a:lnTo>
                  <a:lnTo>
                    <a:pt x="9" y="73"/>
                  </a:lnTo>
                  <a:lnTo>
                    <a:pt x="5" y="94"/>
                  </a:lnTo>
                  <a:lnTo>
                    <a:pt x="3" y="115"/>
                  </a:lnTo>
                  <a:lnTo>
                    <a:pt x="2" y="139"/>
                  </a:lnTo>
                  <a:lnTo>
                    <a:pt x="0" y="163"/>
                  </a:lnTo>
                  <a:lnTo>
                    <a:pt x="0" y="188"/>
                  </a:lnTo>
                  <a:lnTo>
                    <a:pt x="2" y="188"/>
                  </a:lnTo>
                  <a:lnTo>
                    <a:pt x="2" y="163"/>
                  </a:lnTo>
                  <a:lnTo>
                    <a:pt x="2" y="141"/>
                  </a:lnTo>
                  <a:lnTo>
                    <a:pt x="5" y="118"/>
                  </a:lnTo>
                  <a:lnTo>
                    <a:pt x="7" y="96"/>
                  </a:lnTo>
                  <a:lnTo>
                    <a:pt x="11" y="77"/>
                  </a:lnTo>
                  <a:lnTo>
                    <a:pt x="14" y="59"/>
                  </a:lnTo>
                  <a:lnTo>
                    <a:pt x="20" y="44"/>
                  </a:lnTo>
                  <a:lnTo>
                    <a:pt x="25" y="30"/>
                  </a:lnTo>
                  <a:lnTo>
                    <a:pt x="30" y="19"/>
                  </a:lnTo>
                  <a:lnTo>
                    <a:pt x="36" y="11"/>
                  </a:lnTo>
                  <a:lnTo>
                    <a:pt x="41" y="7"/>
                  </a:lnTo>
                  <a:lnTo>
                    <a:pt x="49" y="6"/>
                  </a:lnTo>
                  <a:lnTo>
                    <a:pt x="49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1555" name="Google Shape;1555;p4"/>
            <p:cNvSpPr/>
            <p:nvPr/>
          </p:nvSpPr>
          <p:spPr>
            <a:xfrm>
              <a:off x="4077" y="3313"/>
              <a:ext cx="42" cy="108"/>
            </a:xfrm>
            <a:custGeom>
              <a:avLst/>
              <a:gdLst/>
              <a:ahLst/>
              <a:cxnLst/>
              <a:rect l="l" t="t" r="r" b="b"/>
              <a:pathLst>
                <a:path w="47" h="182" extrusionOk="0">
                  <a:moveTo>
                    <a:pt x="47" y="0"/>
                  </a:moveTo>
                  <a:lnTo>
                    <a:pt x="39" y="1"/>
                  </a:lnTo>
                  <a:lnTo>
                    <a:pt x="34" y="5"/>
                  </a:lnTo>
                  <a:lnTo>
                    <a:pt x="28" y="13"/>
                  </a:lnTo>
                  <a:lnTo>
                    <a:pt x="23" y="24"/>
                  </a:lnTo>
                  <a:lnTo>
                    <a:pt x="18" y="38"/>
                  </a:lnTo>
                  <a:lnTo>
                    <a:pt x="12" y="53"/>
                  </a:lnTo>
                  <a:lnTo>
                    <a:pt x="9" y="71"/>
                  </a:lnTo>
                  <a:lnTo>
                    <a:pt x="5" y="90"/>
                  </a:lnTo>
                  <a:lnTo>
                    <a:pt x="3" y="112"/>
                  </a:lnTo>
                  <a:lnTo>
                    <a:pt x="0" y="135"/>
                  </a:lnTo>
                  <a:lnTo>
                    <a:pt x="0" y="157"/>
                  </a:lnTo>
                  <a:lnTo>
                    <a:pt x="0" y="182"/>
                  </a:lnTo>
                  <a:lnTo>
                    <a:pt x="0" y="182"/>
                  </a:lnTo>
                  <a:lnTo>
                    <a:pt x="1" y="157"/>
                  </a:lnTo>
                  <a:lnTo>
                    <a:pt x="1" y="135"/>
                  </a:lnTo>
                  <a:lnTo>
                    <a:pt x="3" y="114"/>
                  </a:lnTo>
                  <a:lnTo>
                    <a:pt x="7" y="93"/>
                  </a:lnTo>
                  <a:lnTo>
                    <a:pt x="10" y="74"/>
                  </a:lnTo>
                  <a:lnTo>
                    <a:pt x="14" y="57"/>
                  </a:lnTo>
                  <a:lnTo>
                    <a:pt x="18" y="41"/>
                  </a:lnTo>
                  <a:lnTo>
                    <a:pt x="23" y="29"/>
                  </a:lnTo>
                  <a:lnTo>
                    <a:pt x="28" y="19"/>
                  </a:lnTo>
                  <a:lnTo>
                    <a:pt x="34" y="10"/>
                  </a:lnTo>
                  <a:lnTo>
                    <a:pt x="39" y="7"/>
                  </a:lnTo>
                  <a:lnTo>
                    <a:pt x="47" y="5"/>
                  </a:lnTo>
                  <a:lnTo>
                    <a:pt x="47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1556" name="Google Shape;1556;p4"/>
            <p:cNvSpPr/>
            <p:nvPr/>
          </p:nvSpPr>
          <p:spPr>
            <a:xfrm>
              <a:off x="4077" y="3315"/>
              <a:ext cx="42" cy="106"/>
            </a:xfrm>
            <a:custGeom>
              <a:avLst/>
              <a:gdLst/>
              <a:ahLst/>
              <a:cxnLst/>
              <a:rect l="l" t="t" r="r" b="b"/>
              <a:pathLst>
                <a:path w="47" h="177" extrusionOk="0">
                  <a:moveTo>
                    <a:pt x="47" y="0"/>
                  </a:moveTo>
                  <a:lnTo>
                    <a:pt x="39" y="2"/>
                  </a:lnTo>
                  <a:lnTo>
                    <a:pt x="34" y="5"/>
                  </a:lnTo>
                  <a:lnTo>
                    <a:pt x="28" y="14"/>
                  </a:lnTo>
                  <a:lnTo>
                    <a:pt x="23" y="24"/>
                  </a:lnTo>
                  <a:lnTo>
                    <a:pt x="18" y="36"/>
                  </a:lnTo>
                  <a:lnTo>
                    <a:pt x="14" y="52"/>
                  </a:lnTo>
                  <a:lnTo>
                    <a:pt x="10" y="69"/>
                  </a:lnTo>
                  <a:lnTo>
                    <a:pt x="7" y="88"/>
                  </a:lnTo>
                  <a:lnTo>
                    <a:pt x="3" y="109"/>
                  </a:lnTo>
                  <a:lnTo>
                    <a:pt x="1" y="130"/>
                  </a:lnTo>
                  <a:lnTo>
                    <a:pt x="1" y="152"/>
                  </a:lnTo>
                  <a:lnTo>
                    <a:pt x="0" y="177"/>
                  </a:lnTo>
                  <a:lnTo>
                    <a:pt x="1" y="177"/>
                  </a:lnTo>
                  <a:lnTo>
                    <a:pt x="1" y="154"/>
                  </a:lnTo>
                  <a:lnTo>
                    <a:pt x="3" y="132"/>
                  </a:lnTo>
                  <a:lnTo>
                    <a:pt x="5" y="111"/>
                  </a:lnTo>
                  <a:lnTo>
                    <a:pt x="7" y="90"/>
                  </a:lnTo>
                  <a:lnTo>
                    <a:pt x="10" y="73"/>
                  </a:lnTo>
                  <a:lnTo>
                    <a:pt x="14" y="55"/>
                  </a:lnTo>
                  <a:lnTo>
                    <a:pt x="19" y="40"/>
                  </a:lnTo>
                  <a:lnTo>
                    <a:pt x="23" y="28"/>
                  </a:lnTo>
                  <a:lnTo>
                    <a:pt x="28" y="17"/>
                  </a:lnTo>
                  <a:lnTo>
                    <a:pt x="34" y="10"/>
                  </a:lnTo>
                  <a:lnTo>
                    <a:pt x="41" y="7"/>
                  </a:lnTo>
                  <a:lnTo>
                    <a:pt x="47" y="5"/>
                  </a:lnTo>
                  <a:lnTo>
                    <a:pt x="47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1557" name="Google Shape;1557;p4"/>
            <p:cNvSpPr/>
            <p:nvPr/>
          </p:nvSpPr>
          <p:spPr>
            <a:xfrm>
              <a:off x="4079" y="3319"/>
              <a:ext cx="40" cy="102"/>
            </a:xfrm>
            <a:custGeom>
              <a:avLst/>
              <a:gdLst/>
              <a:ahLst/>
              <a:cxnLst/>
              <a:rect l="l" t="t" r="r" b="b"/>
              <a:pathLst>
                <a:path w="46" h="172" extrusionOk="0">
                  <a:moveTo>
                    <a:pt x="46" y="0"/>
                  </a:moveTo>
                  <a:lnTo>
                    <a:pt x="40" y="2"/>
                  </a:lnTo>
                  <a:lnTo>
                    <a:pt x="33" y="5"/>
                  </a:lnTo>
                  <a:lnTo>
                    <a:pt x="27" y="12"/>
                  </a:lnTo>
                  <a:lnTo>
                    <a:pt x="22" y="23"/>
                  </a:lnTo>
                  <a:lnTo>
                    <a:pt x="18" y="35"/>
                  </a:lnTo>
                  <a:lnTo>
                    <a:pt x="13" y="50"/>
                  </a:lnTo>
                  <a:lnTo>
                    <a:pt x="9" y="68"/>
                  </a:lnTo>
                  <a:lnTo>
                    <a:pt x="6" y="85"/>
                  </a:lnTo>
                  <a:lnTo>
                    <a:pt x="4" y="106"/>
                  </a:lnTo>
                  <a:lnTo>
                    <a:pt x="2" y="127"/>
                  </a:lnTo>
                  <a:lnTo>
                    <a:pt x="0" y="149"/>
                  </a:lnTo>
                  <a:lnTo>
                    <a:pt x="0" y="172"/>
                  </a:lnTo>
                  <a:lnTo>
                    <a:pt x="2" y="172"/>
                  </a:lnTo>
                  <a:lnTo>
                    <a:pt x="2" y="147"/>
                  </a:lnTo>
                  <a:lnTo>
                    <a:pt x="4" y="125"/>
                  </a:lnTo>
                  <a:lnTo>
                    <a:pt x="6" y="102"/>
                  </a:lnTo>
                  <a:lnTo>
                    <a:pt x="9" y="82"/>
                  </a:lnTo>
                  <a:lnTo>
                    <a:pt x="13" y="62"/>
                  </a:lnTo>
                  <a:lnTo>
                    <a:pt x="17" y="45"/>
                  </a:lnTo>
                  <a:lnTo>
                    <a:pt x="22" y="31"/>
                  </a:lnTo>
                  <a:lnTo>
                    <a:pt x="27" y="21"/>
                  </a:lnTo>
                  <a:lnTo>
                    <a:pt x="33" y="12"/>
                  </a:lnTo>
                  <a:lnTo>
                    <a:pt x="38" y="7"/>
                  </a:lnTo>
                  <a:lnTo>
                    <a:pt x="46" y="5"/>
                  </a:lnTo>
                  <a:lnTo>
                    <a:pt x="46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1558" name="Google Shape;1558;p4"/>
            <p:cNvSpPr/>
            <p:nvPr/>
          </p:nvSpPr>
          <p:spPr>
            <a:xfrm>
              <a:off x="4081" y="3323"/>
              <a:ext cx="38" cy="98"/>
            </a:xfrm>
            <a:custGeom>
              <a:avLst/>
              <a:gdLst/>
              <a:ahLst/>
              <a:cxnLst/>
              <a:rect l="l" t="t" r="r" b="b"/>
              <a:pathLst>
                <a:path w="44" h="167" extrusionOk="0">
                  <a:moveTo>
                    <a:pt x="44" y="0"/>
                  </a:moveTo>
                  <a:lnTo>
                    <a:pt x="36" y="2"/>
                  </a:lnTo>
                  <a:lnTo>
                    <a:pt x="31" y="7"/>
                  </a:lnTo>
                  <a:lnTo>
                    <a:pt x="25" y="16"/>
                  </a:lnTo>
                  <a:lnTo>
                    <a:pt x="20" y="26"/>
                  </a:lnTo>
                  <a:lnTo>
                    <a:pt x="15" y="40"/>
                  </a:lnTo>
                  <a:lnTo>
                    <a:pt x="11" y="57"/>
                  </a:lnTo>
                  <a:lnTo>
                    <a:pt x="7" y="77"/>
                  </a:lnTo>
                  <a:lnTo>
                    <a:pt x="4" y="97"/>
                  </a:lnTo>
                  <a:lnTo>
                    <a:pt x="2" y="120"/>
                  </a:lnTo>
                  <a:lnTo>
                    <a:pt x="0" y="142"/>
                  </a:lnTo>
                  <a:lnTo>
                    <a:pt x="0" y="167"/>
                  </a:lnTo>
                  <a:lnTo>
                    <a:pt x="2" y="167"/>
                  </a:lnTo>
                  <a:lnTo>
                    <a:pt x="2" y="142"/>
                  </a:lnTo>
                  <a:lnTo>
                    <a:pt x="2" y="122"/>
                  </a:lnTo>
                  <a:lnTo>
                    <a:pt x="6" y="99"/>
                  </a:lnTo>
                  <a:lnTo>
                    <a:pt x="7" y="80"/>
                  </a:lnTo>
                  <a:lnTo>
                    <a:pt x="11" y="61"/>
                  </a:lnTo>
                  <a:lnTo>
                    <a:pt x="16" y="45"/>
                  </a:lnTo>
                  <a:lnTo>
                    <a:pt x="20" y="31"/>
                  </a:lnTo>
                  <a:lnTo>
                    <a:pt x="25" y="19"/>
                  </a:lnTo>
                  <a:lnTo>
                    <a:pt x="31" y="12"/>
                  </a:lnTo>
                  <a:lnTo>
                    <a:pt x="36" y="7"/>
                  </a:lnTo>
                  <a:lnTo>
                    <a:pt x="44" y="5"/>
                  </a:lnTo>
                  <a:lnTo>
                    <a:pt x="44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1559" name="Google Shape;1559;p4"/>
            <p:cNvSpPr/>
            <p:nvPr/>
          </p:nvSpPr>
          <p:spPr>
            <a:xfrm>
              <a:off x="4082" y="3325"/>
              <a:ext cx="37" cy="96"/>
            </a:xfrm>
            <a:custGeom>
              <a:avLst/>
              <a:gdLst/>
              <a:ahLst/>
              <a:cxnLst/>
              <a:rect l="l" t="t" r="r" b="b"/>
              <a:pathLst>
                <a:path w="42" h="162" extrusionOk="0">
                  <a:moveTo>
                    <a:pt x="42" y="0"/>
                  </a:moveTo>
                  <a:lnTo>
                    <a:pt x="34" y="2"/>
                  </a:lnTo>
                  <a:lnTo>
                    <a:pt x="29" y="7"/>
                  </a:lnTo>
                  <a:lnTo>
                    <a:pt x="23" y="14"/>
                  </a:lnTo>
                  <a:lnTo>
                    <a:pt x="18" y="26"/>
                  </a:lnTo>
                  <a:lnTo>
                    <a:pt x="14" y="40"/>
                  </a:lnTo>
                  <a:lnTo>
                    <a:pt x="9" y="56"/>
                  </a:lnTo>
                  <a:lnTo>
                    <a:pt x="5" y="75"/>
                  </a:lnTo>
                  <a:lnTo>
                    <a:pt x="4" y="94"/>
                  </a:lnTo>
                  <a:lnTo>
                    <a:pt x="0" y="117"/>
                  </a:lnTo>
                  <a:lnTo>
                    <a:pt x="0" y="137"/>
                  </a:lnTo>
                  <a:lnTo>
                    <a:pt x="0" y="162"/>
                  </a:lnTo>
                  <a:lnTo>
                    <a:pt x="0" y="162"/>
                  </a:lnTo>
                  <a:lnTo>
                    <a:pt x="2" y="139"/>
                  </a:lnTo>
                  <a:lnTo>
                    <a:pt x="2" y="117"/>
                  </a:lnTo>
                  <a:lnTo>
                    <a:pt x="4" y="96"/>
                  </a:lnTo>
                  <a:lnTo>
                    <a:pt x="7" y="77"/>
                  </a:lnTo>
                  <a:lnTo>
                    <a:pt x="11" y="59"/>
                  </a:lnTo>
                  <a:lnTo>
                    <a:pt x="14" y="44"/>
                  </a:lnTo>
                  <a:lnTo>
                    <a:pt x="20" y="30"/>
                  </a:lnTo>
                  <a:lnTo>
                    <a:pt x="23" y="20"/>
                  </a:lnTo>
                  <a:lnTo>
                    <a:pt x="29" y="13"/>
                  </a:lnTo>
                  <a:lnTo>
                    <a:pt x="36" y="7"/>
                  </a:lnTo>
                  <a:lnTo>
                    <a:pt x="42" y="6"/>
                  </a:lnTo>
                  <a:lnTo>
                    <a:pt x="42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1560" name="Google Shape;1560;p4"/>
            <p:cNvSpPr/>
            <p:nvPr/>
          </p:nvSpPr>
          <p:spPr>
            <a:xfrm>
              <a:off x="4082" y="3329"/>
              <a:ext cx="37" cy="92"/>
            </a:xfrm>
            <a:custGeom>
              <a:avLst/>
              <a:gdLst/>
              <a:ahLst/>
              <a:cxnLst/>
              <a:rect l="l" t="t" r="r" b="b"/>
              <a:pathLst>
                <a:path w="42" h="156" extrusionOk="0">
                  <a:moveTo>
                    <a:pt x="42" y="0"/>
                  </a:moveTo>
                  <a:lnTo>
                    <a:pt x="36" y="1"/>
                  </a:lnTo>
                  <a:lnTo>
                    <a:pt x="29" y="7"/>
                  </a:lnTo>
                  <a:lnTo>
                    <a:pt x="23" y="14"/>
                  </a:lnTo>
                  <a:lnTo>
                    <a:pt x="20" y="24"/>
                  </a:lnTo>
                  <a:lnTo>
                    <a:pt x="14" y="38"/>
                  </a:lnTo>
                  <a:lnTo>
                    <a:pt x="11" y="53"/>
                  </a:lnTo>
                  <a:lnTo>
                    <a:pt x="7" y="71"/>
                  </a:lnTo>
                  <a:lnTo>
                    <a:pt x="4" y="90"/>
                  </a:lnTo>
                  <a:lnTo>
                    <a:pt x="2" y="111"/>
                  </a:lnTo>
                  <a:lnTo>
                    <a:pt x="2" y="133"/>
                  </a:lnTo>
                  <a:lnTo>
                    <a:pt x="0" y="156"/>
                  </a:lnTo>
                  <a:lnTo>
                    <a:pt x="2" y="156"/>
                  </a:lnTo>
                  <a:lnTo>
                    <a:pt x="2" y="133"/>
                  </a:lnTo>
                  <a:lnTo>
                    <a:pt x="4" y="112"/>
                  </a:lnTo>
                  <a:lnTo>
                    <a:pt x="5" y="93"/>
                  </a:lnTo>
                  <a:lnTo>
                    <a:pt x="7" y="74"/>
                  </a:lnTo>
                  <a:lnTo>
                    <a:pt x="11" y="57"/>
                  </a:lnTo>
                  <a:lnTo>
                    <a:pt x="16" y="41"/>
                  </a:lnTo>
                  <a:lnTo>
                    <a:pt x="20" y="29"/>
                  </a:lnTo>
                  <a:lnTo>
                    <a:pt x="25" y="19"/>
                  </a:lnTo>
                  <a:lnTo>
                    <a:pt x="31" y="10"/>
                  </a:lnTo>
                  <a:lnTo>
                    <a:pt x="36" y="7"/>
                  </a:lnTo>
                  <a:lnTo>
                    <a:pt x="42" y="5"/>
                  </a:lnTo>
                  <a:lnTo>
                    <a:pt x="42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1561" name="Google Shape;1561;p4"/>
            <p:cNvSpPr/>
            <p:nvPr/>
          </p:nvSpPr>
          <p:spPr>
            <a:xfrm>
              <a:off x="4084" y="3331"/>
              <a:ext cx="35" cy="90"/>
            </a:xfrm>
            <a:custGeom>
              <a:avLst/>
              <a:gdLst/>
              <a:ahLst/>
              <a:cxnLst/>
              <a:rect l="l" t="t" r="r" b="b"/>
              <a:pathLst>
                <a:path w="40" h="151" extrusionOk="0">
                  <a:moveTo>
                    <a:pt x="40" y="0"/>
                  </a:moveTo>
                  <a:lnTo>
                    <a:pt x="34" y="2"/>
                  </a:lnTo>
                  <a:lnTo>
                    <a:pt x="29" y="5"/>
                  </a:lnTo>
                  <a:lnTo>
                    <a:pt x="23" y="14"/>
                  </a:lnTo>
                  <a:lnTo>
                    <a:pt x="18" y="24"/>
                  </a:lnTo>
                  <a:lnTo>
                    <a:pt x="14" y="36"/>
                  </a:lnTo>
                  <a:lnTo>
                    <a:pt x="9" y="52"/>
                  </a:lnTo>
                  <a:lnTo>
                    <a:pt x="5" y="69"/>
                  </a:lnTo>
                  <a:lnTo>
                    <a:pt x="3" y="88"/>
                  </a:lnTo>
                  <a:lnTo>
                    <a:pt x="2" y="107"/>
                  </a:lnTo>
                  <a:lnTo>
                    <a:pt x="0" y="128"/>
                  </a:lnTo>
                  <a:lnTo>
                    <a:pt x="0" y="151"/>
                  </a:lnTo>
                  <a:lnTo>
                    <a:pt x="2" y="151"/>
                  </a:lnTo>
                  <a:lnTo>
                    <a:pt x="2" y="130"/>
                  </a:lnTo>
                  <a:lnTo>
                    <a:pt x="3" y="109"/>
                  </a:lnTo>
                  <a:lnTo>
                    <a:pt x="5" y="90"/>
                  </a:lnTo>
                  <a:lnTo>
                    <a:pt x="7" y="71"/>
                  </a:lnTo>
                  <a:lnTo>
                    <a:pt x="11" y="55"/>
                  </a:lnTo>
                  <a:lnTo>
                    <a:pt x="14" y="40"/>
                  </a:lnTo>
                  <a:lnTo>
                    <a:pt x="18" y="28"/>
                  </a:lnTo>
                  <a:lnTo>
                    <a:pt x="23" y="17"/>
                  </a:lnTo>
                  <a:lnTo>
                    <a:pt x="29" y="10"/>
                  </a:lnTo>
                  <a:lnTo>
                    <a:pt x="34" y="7"/>
                  </a:lnTo>
                  <a:lnTo>
                    <a:pt x="40" y="5"/>
                  </a:lnTo>
                  <a:lnTo>
                    <a:pt x="40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1562" name="Google Shape;1562;p4"/>
            <p:cNvSpPr/>
            <p:nvPr/>
          </p:nvSpPr>
          <p:spPr>
            <a:xfrm>
              <a:off x="4086" y="3335"/>
              <a:ext cx="33" cy="86"/>
            </a:xfrm>
            <a:custGeom>
              <a:avLst/>
              <a:gdLst/>
              <a:ahLst/>
              <a:cxnLst/>
              <a:rect l="l" t="t" r="r" b="b"/>
              <a:pathLst>
                <a:path w="38" h="146" extrusionOk="0">
                  <a:moveTo>
                    <a:pt x="38" y="0"/>
                  </a:moveTo>
                  <a:lnTo>
                    <a:pt x="32" y="2"/>
                  </a:lnTo>
                  <a:lnTo>
                    <a:pt x="27" y="5"/>
                  </a:lnTo>
                  <a:lnTo>
                    <a:pt x="21" y="12"/>
                  </a:lnTo>
                  <a:lnTo>
                    <a:pt x="16" y="23"/>
                  </a:lnTo>
                  <a:lnTo>
                    <a:pt x="12" y="35"/>
                  </a:lnTo>
                  <a:lnTo>
                    <a:pt x="9" y="50"/>
                  </a:lnTo>
                  <a:lnTo>
                    <a:pt x="5" y="66"/>
                  </a:lnTo>
                  <a:lnTo>
                    <a:pt x="3" y="85"/>
                  </a:lnTo>
                  <a:lnTo>
                    <a:pt x="1" y="104"/>
                  </a:lnTo>
                  <a:lnTo>
                    <a:pt x="0" y="125"/>
                  </a:lnTo>
                  <a:lnTo>
                    <a:pt x="0" y="146"/>
                  </a:lnTo>
                  <a:lnTo>
                    <a:pt x="1" y="146"/>
                  </a:lnTo>
                  <a:lnTo>
                    <a:pt x="1" y="123"/>
                  </a:lnTo>
                  <a:lnTo>
                    <a:pt x="3" y="102"/>
                  </a:lnTo>
                  <a:lnTo>
                    <a:pt x="5" y="82"/>
                  </a:lnTo>
                  <a:lnTo>
                    <a:pt x="7" y="63"/>
                  </a:lnTo>
                  <a:lnTo>
                    <a:pt x="10" y="47"/>
                  </a:lnTo>
                  <a:lnTo>
                    <a:pt x="16" y="31"/>
                  </a:lnTo>
                  <a:lnTo>
                    <a:pt x="21" y="21"/>
                  </a:lnTo>
                  <a:lnTo>
                    <a:pt x="25" y="12"/>
                  </a:lnTo>
                  <a:lnTo>
                    <a:pt x="32" y="7"/>
                  </a:lnTo>
                  <a:lnTo>
                    <a:pt x="38" y="5"/>
                  </a:lnTo>
                  <a:lnTo>
                    <a:pt x="38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1563" name="Google Shape;1563;p4"/>
            <p:cNvSpPr/>
            <p:nvPr/>
          </p:nvSpPr>
          <p:spPr>
            <a:xfrm>
              <a:off x="4088" y="3338"/>
              <a:ext cx="31" cy="83"/>
            </a:xfrm>
            <a:custGeom>
              <a:avLst/>
              <a:gdLst/>
              <a:ahLst/>
              <a:cxnLst/>
              <a:rect l="l" t="t" r="r" b="b"/>
              <a:pathLst>
                <a:path w="37" h="141" extrusionOk="0">
                  <a:moveTo>
                    <a:pt x="37" y="0"/>
                  </a:moveTo>
                  <a:lnTo>
                    <a:pt x="31" y="2"/>
                  </a:lnTo>
                  <a:lnTo>
                    <a:pt x="24" y="7"/>
                  </a:lnTo>
                  <a:lnTo>
                    <a:pt x="20" y="16"/>
                  </a:lnTo>
                  <a:lnTo>
                    <a:pt x="15" y="26"/>
                  </a:lnTo>
                  <a:lnTo>
                    <a:pt x="9" y="42"/>
                  </a:lnTo>
                  <a:lnTo>
                    <a:pt x="6" y="58"/>
                  </a:lnTo>
                  <a:lnTo>
                    <a:pt x="4" y="77"/>
                  </a:lnTo>
                  <a:lnTo>
                    <a:pt x="2" y="97"/>
                  </a:lnTo>
                  <a:lnTo>
                    <a:pt x="0" y="118"/>
                  </a:lnTo>
                  <a:lnTo>
                    <a:pt x="0" y="141"/>
                  </a:lnTo>
                  <a:lnTo>
                    <a:pt x="0" y="141"/>
                  </a:lnTo>
                  <a:lnTo>
                    <a:pt x="2" y="118"/>
                  </a:lnTo>
                  <a:lnTo>
                    <a:pt x="2" y="99"/>
                  </a:lnTo>
                  <a:lnTo>
                    <a:pt x="4" y="78"/>
                  </a:lnTo>
                  <a:lnTo>
                    <a:pt x="8" y="61"/>
                  </a:lnTo>
                  <a:lnTo>
                    <a:pt x="11" y="45"/>
                  </a:lnTo>
                  <a:lnTo>
                    <a:pt x="15" y="31"/>
                  </a:lnTo>
                  <a:lnTo>
                    <a:pt x="20" y="19"/>
                  </a:lnTo>
                  <a:lnTo>
                    <a:pt x="26" y="12"/>
                  </a:lnTo>
                  <a:lnTo>
                    <a:pt x="31" y="7"/>
                  </a:lnTo>
                  <a:lnTo>
                    <a:pt x="37" y="5"/>
                  </a:lnTo>
                  <a:lnTo>
                    <a:pt x="37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1564" name="Google Shape;1564;p4"/>
            <p:cNvSpPr/>
            <p:nvPr/>
          </p:nvSpPr>
          <p:spPr>
            <a:xfrm>
              <a:off x="4088" y="3340"/>
              <a:ext cx="31" cy="81"/>
            </a:xfrm>
            <a:custGeom>
              <a:avLst/>
              <a:gdLst/>
              <a:ahLst/>
              <a:cxnLst/>
              <a:rect l="l" t="t" r="r" b="b"/>
              <a:pathLst>
                <a:path w="37" h="136" extrusionOk="0">
                  <a:moveTo>
                    <a:pt x="37" y="0"/>
                  </a:moveTo>
                  <a:lnTo>
                    <a:pt x="31" y="2"/>
                  </a:lnTo>
                  <a:lnTo>
                    <a:pt x="26" y="7"/>
                  </a:lnTo>
                  <a:lnTo>
                    <a:pt x="20" y="14"/>
                  </a:lnTo>
                  <a:lnTo>
                    <a:pt x="15" y="26"/>
                  </a:lnTo>
                  <a:lnTo>
                    <a:pt x="11" y="40"/>
                  </a:lnTo>
                  <a:lnTo>
                    <a:pt x="8" y="56"/>
                  </a:lnTo>
                  <a:lnTo>
                    <a:pt x="4" y="73"/>
                  </a:lnTo>
                  <a:lnTo>
                    <a:pt x="2" y="94"/>
                  </a:lnTo>
                  <a:lnTo>
                    <a:pt x="2" y="113"/>
                  </a:lnTo>
                  <a:lnTo>
                    <a:pt x="0" y="136"/>
                  </a:lnTo>
                  <a:lnTo>
                    <a:pt x="2" y="136"/>
                  </a:lnTo>
                  <a:lnTo>
                    <a:pt x="2" y="115"/>
                  </a:lnTo>
                  <a:lnTo>
                    <a:pt x="4" y="96"/>
                  </a:lnTo>
                  <a:lnTo>
                    <a:pt x="6" y="77"/>
                  </a:lnTo>
                  <a:lnTo>
                    <a:pt x="9" y="59"/>
                  </a:lnTo>
                  <a:lnTo>
                    <a:pt x="13" y="44"/>
                  </a:lnTo>
                  <a:lnTo>
                    <a:pt x="17" y="30"/>
                  </a:lnTo>
                  <a:lnTo>
                    <a:pt x="20" y="20"/>
                  </a:lnTo>
                  <a:lnTo>
                    <a:pt x="26" y="13"/>
                  </a:lnTo>
                  <a:lnTo>
                    <a:pt x="31" y="7"/>
                  </a:lnTo>
                  <a:lnTo>
                    <a:pt x="37" y="6"/>
                  </a:lnTo>
                  <a:lnTo>
                    <a:pt x="37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1565" name="Google Shape;1565;p4"/>
            <p:cNvSpPr/>
            <p:nvPr/>
          </p:nvSpPr>
          <p:spPr>
            <a:xfrm>
              <a:off x="4089" y="3344"/>
              <a:ext cx="30" cy="77"/>
            </a:xfrm>
            <a:custGeom>
              <a:avLst/>
              <a:gdLst/>
              <a:ahLst/>
              <a:cxnLst/>
              <a:rect l="l" t="t" r="r" b="b"/>
              <a:pathLst>
                <a:path w="35" h="130" extrusionOk="0">
                  <a:moveTo>
                    <a:pt x="35" y="0"/>
                  </a:moveTo>
                  <a:lnTo>
                    <a:pt x="29" y="1"/>
                  </a:lnTo>
                  <a:lnTo>
                    <a:pt x="24" y="7"/>
                  </a:lnTo>
                  <a:lnTo>
                    <a:pt x="18" y="14"/>
                  </a:lnTo>
                  <a:lnTo>
                    <a:pt x="15" y="24"/>
                  </a:lnTo>
                  <a:lnTo>
                    <a:pt x="11" y="38"/>
                  </a:lnTo>
                  <a:lnTo>
                    <a:pt x="7" y="53"/>
                  </a:lnTo>
                  <a:lnTo>
                    <a:pt x="4" y="71"/>
                  </a:lnTo>
                  <a:lnTo>
                    <a:pt x="2" y="90"/>
                  </a:lnTo>
                  <a:lnTo>
                    <a:pt x="0" y="109"/>
                  </a:lnTo>
                  <a:lnTo>
                    <a:pt x="0" y="130"/>
                  </a:lnTo>
                  <a:lnTo>
                    <a:pt x="2" y="130"/>
                  </a:lnTo>
                  <a:lnTo>
                    <a:pt x="2" y="109"/>
                  </a:lnTo>
                  <a:lnTo>
                    <a:pt x="4" y="90"/>
                  </a:lnTo>
                  <a:lnTo>
                    <a:pt x="6" y="73"/>
                  </a:lnTo>
                  <a:lnTo>
                    <a:pt x="7" y="55"/>
                  </a:lnTo>
                  <a:lnTo>
                    <a:pt x="11" y="41"/>
                  </a:lnTo>
                  <a:lnTo>
                    <a:pt x="15" y="29"/>
                  </a:lnTo>
                  <a:lnTo>
                    <a:pt x="20" y="19"/>
                  </a:lnTo>
                  <a:lnTo>
                    <a:pt x="24" y="10"/>
                  </a:lnTo>
                  <a:lnTo>
                    <a:pt x="29" y="7"/>
                  </a:lnTo>
                  <a:lnTo>
                    <a:pt x="35" y="5"/>
                  </a:lnTo>
                  <a:lnTo>
                    <a:pt x="35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1566" name="Google Shape;1566;p4"/>
            <p:cNvSpPr/>
            <p:nvPr/>
          </p:nvSpPr>
          <p:spPr>
            <a:xfrm>
              <a:off x="4091" y="3346"/>
              <a:ext cx="28" cy="75"/>
            </a:xfrm>
            <a:custGeom>
              <a:avLst/>
              <a:gdLst/>
              <a:ahLst/>
              <a:cxnLst/>
              <a:rect l="l" t="t" r="r" b="b"/>
              <a:pathLst>
                <a:path w="33" h="125" extrusionOk="0">
                  <a:moveTo>
                    <a:pt x="33" y="0"/>
                  </a:moveTo>
                  <a:lnTo>
                    <a:pt x="27" y="2"/>
                  </a:lnTo>
                  <a:lnTo>
                    <a:pt x="22" y="5"/>
                  </a:lnTo>
                  <a:lnTo>
                    <a:pt x="18" y="14"/>
                  </a:lnTo>
                  <a:lnTo>
                    <a:pt x="13" y="24"/>
                  </a:lnTo>
                  <a:lnTo>
                    <a:pt x="9" y="36"/>
                  </a:lnTo>
                  <a:lnTo>
                    <a:pt x="5" y="50"/>
                  </a:lnTo>
                  <a:lnTo>
                    <a:pt x="4" y="68"/>
                  </a:lnTo>
                  <a:lnTo>
                    <a:pt x="2" y="85"/>
                  </a:lnTo>
                  <a:lnTo>
                    <a:pt x="0" y="104"/>
                  </a:lnTo>
                  <a:lnTo>
                    <a:pt x="0" y="125"/>
                  </a:lnTo>
                  <a:lnTo>
                    <a:pt x="2" y="125"/>
                  </a:lnTo>
                  <a:lnTo>
                    <a:pt x="2" y="106"/>
                  </a:lnTo>
                  <a:lnTo>
                    <a:pt x="2" y="87"/>
                  </a:lnTo>
                  <a:lnTo>
                    <a:pt x="4" y="69"/>
                  </a:lnTo>
                  <a:lnTo>
                    <a:pt x="7" y="54"/>
                  </a:lnTo>
                  <a:lnTo>
                    <a:pt x="11" y="40"/>
                  </a:lnTo>
                  <a:lnTo>
                    <a:pt x="14" y="28"/>
                  </a:lnTo>
                  <a:lnTo>
                    <a:pt x="18" y="17"/>
                  </a:lnTo>
                  <a:lnTo>
                    <a:pt x="22" y="10"/>
                  </a:lnTo>
                  <a:lnTo>
                    <a:pt x="27" y="7"/>
                  </a:lnTo>
                  <a:lnTo>
                    <a:pt x="33" y="5"/>
                  </a:lnTo>
                  <a:lnTo>
                    <a:pt x="3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1567" name="Google Shape;1567;p4"/>
            <p:cNvSpPr/>
            <p:nvPr/>
          </p:nvSpPr>
          <p:spPr>
            <a:xfrm>
              <a:off x="4091" y="3350"/>
              <a:ext cx="28" cy="71"/>
            </a:xfrm>
            <a:custGeom>
              <a:avLst/>
              <a:gdLst/>
              <a:ahLst/>
              <a:cxnLst/>
              <a:rect l="l" t="t" r="r" b="b"/>
              <a:pathLst>
                <a:path w="31" h="120" extrusionOk="0">
                  <a:moveTo>
                    <a:pt x="31" y="0"/>
                  </a:moveTo>
                  <a:lnTo>
                    <a:pt x="25" y="2"/>
                  </a:lnTo>
                  <a:lnTo>
                    <a:pt x="20" y="5"/>
                  </a:lnTo>
                  <a:lnTo>
                    <a:pt x="16" y="12"/>
                  </a:lnTo>
                  <a:lnTo>
                    <a:pt x="12" y="23"/>
                  </a:lnTo>
                  <a:lnTo>
                    <a:pt x="9" y="35"/>
                  </a:lnTo>
                  <a:lnTo>
                    <a:pt x="5" y="49"/>
                  </a:lnTo>
                  <a:lnTo>
                    <a:pt x="2" y="64"/>
                  </a:lnTo>
                  <a:lnTo>
                    <a:pt x="0" y="82"/>
                  </a:lnTo>
                  <a:lnTo>
                    <a:pt x="0" y="101"/>
                  </a:lnTo>
                  <a:lnTo>
                    <a:pt x="0" y="120"/>
                  </a:lnTo>
                  <a:lnTo>
                    <a:pt x="0" y="120"/>
                  </a:lnTo>
                  <a:lnTo>
                    <a:pt x="0" y="101"/>
                  </a:lnTo>
                  <a:lnTo>
                    <a:pt x="2" y="83"/>
                  </a:lnTo>
                  <a:lnTo>
                    <a:pt x="3" y="68"/>
                  </a:lnTo>
                  <a:lnTo>
                    <a:pt x="5" y="52"/>
                  </a:lnTo>
                  <a:lnTo>
                    <a:pt x="9" y="38"/>
                  </a:lnTo>
                  <a:lnTo>
                    <a:pt x="12" y="26"/>
                  </a:lnTo>
                  <a:lnTo>
                    <a:pt x="16" y="17"/>
                  </a:lnTo>
                  <a:lnTo>
                    <a:pt x="22" y="10"/>
                  </a:lnTo>
                  <a:lnTo>
                    <a:pt x="25" y="7"/>
                  </a:lnTo>
                  <a:lnTo>
                    <a:pt x="31" y="5"/>
                  </a:lnTo>
                  <a:lnTo>
                    <a:pt x="31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1568" name="Google Shape;1568;p4"/>
            <p:cNvSpPr/>
            <p:nvPr/>
          </p:nvSpPr>
          <p:spPr>
            <a:xfrm>
              <a:off x="4091" y="3354"/>
              <a:ext cx="28" cy="67"/>
            </a:xfrm>
            <a:custGeom>
              <a:avLst/>
              <a:gdLst/>
              <a:ahLst/>
              <a:cxnLst/>
              <a:rect l="l" t="t" r="r" b="b"/>
              <a:pathLst>
                <a:path w="31" h="115" extrusionOk="0">
                  <a:moveTo>
                    <a:pt x="31" y="0"/>
                  </a:moveTo>
                  <a:lnTo>
                    <a:pt x="25" y="2"/>
                  </a:lnTo>
                  <a:lnTo>
                    <a:pt x="22" y="5"/>
                  </a:lnTo>
                  <a:lnTo>
                    <a:pt x="16" y="12"/>
                  </a:lnTo>
                  <a:lnTo>
                    <a:pt x="12" y="21"/>
                  </a:lnTo>
                  <a:lnTo>
                    <a:pt x="9" y="33"/>
                  </a:lnTo>
                  <a:lnTo>
                    <a:pt x="5" y="47"/>
                  </a:lnTo>
                  <a:lnTo>
                    <a:pt x="3" y="63"/>
                  </a:lnTo>
                  <a:lnTo>
                    <a:pt x="2" y="78"/>
                  </a:lnTo>
                  <a:lnTo>
                    <a:pt x="0" y="96"/>
                  </a:lnTo>
                  <a:lnTo>
                    <a:pt x="0" y="115"/>
                  </a:lnTo>
                  <a:lnTo>
                    <a:pt x="2" y="115"/>
                  </a:lnTo>
                  <a:lnTo>
                    <a:pt x="2" y="96"/>
                  </a:lnTo>
                  <a:lnTo>
                    <a:pt x="3" y="77"/>
                  </a:lnTo>
                  <a:lnTo>
                    <a:pt x="5" y="59"/>
                  </a:lnTo>
                  <a:lnTo>
                    <a:pt x="9" y="44"/>
                  </a:lnTo>
                  <a:lnTo>
                    <a:pt x="12" y="32"/>
                  </a:lnTo>
                  <a:lnTo>
                    <a:pt x="16" y="19"/>
                  </a:lnTo>
                  <a:lnTo>
                    <a:pt x="20" y="12"/>
                  </a:lnTo>
                  <a:lnTo>
                    <a:pt x="25" y="7"/>
                  </a:lnTo>
                  <a:lnTo>
                    <a:pt x="31" y="5"/>
                  </a:lnTo>
                  <a:lnTo>
                    <a:pt x="31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1569" name="Google Shape;1569;p4"/>
            <p:cNvSpPr/>
            <p:nvPr/>
          </p:nvSpPr>
          <p:spPr>
            <a:xfrm>
              <a:off x="4093" y="3356"/>
              <a:ext cx="26" cy="65"/>
            </a:xfrm>
            <a:custGeom>
              <a:avLst/>
              <a:gdLst/>
              <a:ahLst/>
              <a:cxnLst/>
              <a:rect l="l" t="t" r="r" b="b"/>
              <a:pathLst>
                <a:path w="29" h="110" extrusionOk="0">
                  <a:moveTo>
                    <a:pt x="29" y="0"/>
                  </a:moveTo>
                  <a:lnTo>
                    <a:pt x="23" y="2"/>
                  </a:lnTo>
                  <a:lnTo>
                    <a:pt x="18" y="7"/>
                  </a:lnTo>
                  <a:lnTo>
                    <a:pt x="14" y="14"/>
                  </a:lnTo>
                  <a:lnTo>
                    <a:pt x="10" y="27"/>
                  </a:lnTo>
                  <a:lnTo>
                    <a:pt x="7" y="39"/>
                  </a:lnTo>
                  <a:lnTo>
                    <a:pt x="3" y="54"/>
                  </a:lnTo>
                  <a:lnTo>
                    <a:pt x="1" y="72"/>
                  </a:lnTo>
                  <a:lnTo>
                    <a:pt x="0" y="91"/>
                  </a:lnTo>
                  <a:lnTo>
                    <a:pt x="0" y="110"/>
                  </a:lnTo>
                  <a:lnTo>
                    <a:pt x="1" y="110"/>
                  </a:lnTo>
                  <a:lnTo>
                    <a:pt x="1" y="91"/>
                  </a:lnTo>
                  <a:lnTo>
                    <a:pt x="3" y="73"/>
                  </a:lnTo>
                  <a:lnTo>
                    <a:pt x="5" y="58"/>
                  </a:lnTo>
                  <a:lnTo>
                    <a:pt x="7" y="42"/>
                  </a:lnTo>
                  <a:lnTo>
                    <a:pt x="10" y="30"/>
                  </a:lnTo>
                  <a:lnTo>
                    <a:pt x="14" y="20"/>
                  </a:lnTo>
                  <a:lnTo>
                    <a:pt x="20" y="11"/>
                  </a:lnTo>
                  <a:lnTo>
                    <a:pt x="23" y="7"/>
                  </a:lnTo>
                  <a:lnTo>
                    <a:pt x="29" y="6"/>
                  </a:lnTo>
                  <a:lnTo>
                    <a:pt x="29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1570" name="Google Shape;1570;p4"/>
            <p:cNvSpPr/>
            <p:nvPr/>
          </p:nvSpPr>
          <p:spPr>
            <a:xfrm>
              <a:off x="4095" y="3360"/>
              <a:ext cx="24" cy="61"/>
            </a:xfrm>
            <a:custGeom>
              <a:avLst/>
              <a:gdLst/>
              <a:ahLst/>
              <a:cxnLst/>
              <a:rect l="l" t="t" r="r" b="b"/>
              <a:pathLst>
                <a:path w="28" h="104" extrusionOk="0">
                  <a:moveTo>
                    <a:pt x="28" y="0"/>
                  </a:moveTo>
                  <a:lnTo>
                    <a:pt x="22" y="1"/>
                  </a:lnTo>
                  <a:lnTo>
                    <a:pt x="19" y="5"/>
                  </a:lnTo>
                  <a:lnTo>
                    <a:pt x="13" y="14"/>
                  </a:lnTo>
                  <a:lnTo>
                    <a:pt x="9" y="24"/>
                  </a:lnTo>
                  <a:lnTo>
                    <a:pt x="6" y="36"/>
                  </a:lnTo>
                  <a:lnTo>
                    <a:pt x="4" y="52"/>
                  </a:lnTo>
                  <a:lnTo>
                    <a:pt x="2" y="67"/>
                  </a:lnTo>
                  <a:lnTo>
                    <a:pt x="0" y="85"/>
                  </a:lnTo>
                  <a:lnTo>
                    <a:pt x="0" y="104"/>
                  </a:lnTo>
                  <a:lnTo>
                    <a:pt x="2" y="104"/>
                  </a:lnTo>
                  <a:lnTo>
                    <a:pt x="2" y="86"/>
                  </a:lnTo>
                  <a:lnTo>
                    <a:pt x="2" y="69"/>
                  </a:lnTo>
                  <a:lnTo>
                    <a:pt x="4" y="53"/>
                  </a:lnTo>
                  <a:lnTo>
                    <a:pt x="8" y="40"/>
                  </a:lnTo>
                  <a:lnTo>
                    <a:pt x="11" y="27"/>
                  </a:lnTo>
                  <a:lnTo>
                    <a:pt x="15" y="17"/>
                  </a:lnTo>
                  <a:lnTo>
                    <a:pt x="19" y="10"/>
                  </a:lnTo>
                  <a:lnTo>
                    <a:pt x="22" y="7"/>
                  </a:lnTo>
                  <a:lnTo>
                    <a:pt x="28" y="5"/>
                  </a:lnTo>
                  <a:lnTo>
                    <a:pt x="28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1571" name="Google Shape;1571;p4"/>
            <p:cNvSpPr/>
            <p:nvPr/>
          </p:nvSpPr>
          <p:spPr>
            <a:xfrm>
              <a:off x="4096" y="3362"/>
              <a:ext cx="23" cy="59"/>
            </a:xfrm>
            <a:custGeom>
              <a:avLst/>
              <a:gdLst/>
              <a:ahLst/>
              <a:cxnLst/>
              <a:rect l="l" t="t" r="r" b="b"/>
              <a:pathLst>
                <a:path w="26" h="99" extrusionOk="0">
                  <a:moveTo>
                    <a:pt x="26" y="0"/>
                  </a:moveTo>
                  <a:lnTo>
                    <a:pt x="20" y="2"/>
                  </a:lnTo>
                  <a:lnTo>
                    <a:pt x="17" y="5"/>
                  </a:lnTo>
                  <a:lnTo>
                    <a:pt x="13" y="12"/>
                  </a:lnTo>
                  <a:lnTo>
                    <a:pt x="9" y="22"/>
                  </a:lnTo>
                  <a:lnTo>
                    <a:pt x="6" y="35"/>
                  </a:lnTo>
                  <a:lnTo>
                    <a:pt x="2" y="48"/>
                  </a:lnTo>
                  <a:lnTo>
                    <a:pt x="0" y="64"/>
                  </a:lnTo>
                  <a:lnTo>
                    <a:pt x="0" y="81"/>
                  </a:lnTo>
                  <a:lnTo>
                    <a:pt x="0" y="99"/>
                  </a:lnTo>
                  <a:lnTo>
                    <a:pt x="0" y="99"/>
                  </a:lnTo>
                  <a:lnTo>
                    <a:pt x="0" y="81"/>
                  </a:lnTo>
                  <a:lnTo>
                    <a:pt x="2" y="66"/>
                  </a:lnTo>
                  <a:lnTo>
                    <a:pt x="4" y="52"/>
                  </a:lnTo>
                  <a:lnTo>
                    <a:pt x="6" y="38"/>
                  </a:lnTo>
                  <a:lnTo>
                    <a:pt x="9" y="26"/>
                  </a:lnTo>
                  <a:lnTo>
                    <a:pt x="13" y="17"/>
                  </a:lnTo>
                  <a:lnTo>
                    <a:pt x="17" y="10"/>
                  </a:lnTo>
                  <a:lnTo>
                    <a:pt x="20" y="7"/>
                  </a:lnTo>
                  <a:lnTo>
                    <a:pt x="26" y="5"/>
                  </a:lnTo>
                  <a:lnTo>
                    <a:pt x="26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1572" name="Google Shape;1572;p4"/>
            <p:cNvSpPr/>
            <p:nvPr/>
          </p:nvSpPr>
          <p:spPr>
            <a:xfrm>
              <a:off x="4096" y="3365"/>
              <a:ext cx="23" cy="56"/>
            </a:xfrm>
            <a:custGeom>
              <a:avLst/>
              <a:gdLst/>
              <a:ahLst/>
              <a:cxnLst/>
              <a:rect l="l" t="t" r="r" b="b"/>
              <a:pathLst>
                <a:path w="26" h="94" extrusionOk="0">
                  <a:moveTo>
                    <a:pt x="26" y="0"/>
                  </a:moveTo>
                  <a:lnTo>
                    <a:pt x="20" y="2"/>
                  </a:lnTo>
                  <a:lnTo>
                    <a:pt x="17" y="5"/>
                  </a:lnTo>
                  <a:lnTo>
                    <a:pt x="13" y="12"/>
                  </a:lnTo>
                  <a:lnTo>
                    <a:pt x="9" y="21"/>
                  </a:lnTo>
                  <a:lnTo>
                    <a:pt x="6" y="33"/>
                  </a:lnTo>
                  <a:lnTo>
                    <a:pt x="4" y="47"/>
                  </a:lnTo>
                  <a:lnTo>
                    <a:pt x="2" y="61"/>
                  </a:lnTo>
                  <a:lnTo>
                    <a:pt x="0" y="76"/>
                  </a:lnTo>
                  <a:lnTo>
                    <a:pt x="0" y="94"/>
                  </a:lnTo>
                  <a:lnTo>
                    <a:pt x="2" y="94"/>
                  </a:lnTo>
                  <a:lnTo>
                    <a:pt x="2" y="76"/>
                  </a:lnTo>
                  <a:lnTo>
                    <a:pt x="4" y="59"/>
                  </a:lnTo>
                  <a:lnTo>
                    <a:pt x="6" y="43"/>
                  </a:lnTo>
                  <a:lnTo>
                    <a:pt x="9" y="31"/>
                  </a:lnTo>
                  <a:lnTo>
                    <a:pt x="13" y="19"/>
                  </a:lnTo>
                  <a:lnTo>
                    <a:pt x="17" y="12"/>
                  </a:lnTo>
                  <a:lnTo>
                    <a:pt x="20" y="7"/>
                  </a:lnTo>
                  <a:lnTo>
                    <a:pt x="26" y="5"/>
                  </a:lnTo>
                  <a:lnTo>
                    <a:pt x="26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1573" name="Google Shape;1573;p4"/>
            <p:cNvSpPr/>
            <p:nvPr/>
          </p:nvSpPr>
          <p:spPr>
            <a:xfrm>
              <a:off x="4098" y="3369"/>
              <a:ext cx="21" cy="52"/>
            </a:xfrm>
            <a:custGeom>
              <a:avLst/>
              <a:gdLst/>
              <a:ahLst/>
              <a:cxnLst/>
              <a:rect l="l" t="t" r="r" b="b"/>
              <a:pathLst>
                <a:path w="24" h="89" extrusionOk="0">
                  <a:moveTo>
                    <a:pt x="24" y="0"/>
                  </a:moveTo>
                  <a:lnTo>
                    <a:pt x="18" y="2"/>
                  </a:lnTo>
                  <a:lnTo>
                    <a:pt x="15" y="7"/>
                  </a:lnTo>
                  <a:lnTo>
                    <a:pt x="11" y="14"/>
                  </a:lnTo>
                  <a:lnTo>
                    <a:pt x="7" y="26"/>
                  </a:lnTo>
                  <a:lnTo>
                    <a:pt x="4" y="38"/>
                  </a:lnTo>
                  <a:lnTo>
                    <a:pt x="2" y="54"/>
                  </a:lnTo>
                  <a:lnTo>
                    <a:pt x="0" y="71"/>
                  </a:lnTo>
                  <a:lnTo>
                    <a:pt x="0" y="89"/>
                  </a:lnTo>
                  <a:lnTo>
                    <a:pt x="2" y="89"/>
                  </a:lnTo>
                  <a:lnTo>
                    <a:pt x="2" y="71"/>
                  </a:lnTo>
                  <a:lnTo>
                    <a:pt x="4" y="56"/>
                  </a:lnTo>
                  <a:lnTo>
                    <a:pt x="5" y="42"/>
                  </a:lnTo>
                  <a:lnTo>
                    <a:pt x="7" y="30"/>
                  </a:lnTo>
                  <a:lnTo>
                    <a:pt x="11" y="19"/>
                  </a:lnTo>
                  <a:lnTo>
                    <a:pt x="15" y="11"/>
                  </a:lnTo>
                  <a:lnTo>
                    <a:pt x="18" y="7"/>
                  </a:lnTo>
                  <a:lnTo>
                    <a:pt x="24" y="6"/>
                  </a:lnTo>
                  <a:lnTo>
                    <a:pt x="24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1574" name="Google Shape;1574;p4"/>
            <p:cNvSpPr/>
            <p:nvPr/>
          </p:nvSpPr>
          <p:spPr>
            <a:xfrm>
              <a:off x="4100" y="3371"/>
              <a:ext cx="19" cy="50"/>
            </a:xfrm>
            <a:custGeom>
              <a:avLst/>
              <a:gdLst/>
              <a:ahLst/>
              <a:cxnLst/>
              <a:rect l="l" t="t" r="r" b="b"/>
              <a:pathLst>
                <a:path w="22" h="83" extrusionOk="0">
                  <a:moveTo>
                    <a:pt x="22" y="0"/>
                  </a:moveTo>
                  <a:lnTo>
                    <a:pt x="16" y="1"/>
                  </a:lnTo>
                  <a:lnTo>
                    <a:pt x="13" y="5"/>
                  </a:lnTo>
                  <a:lnTo>
                    <a:pt x="9" y="13"/>
                  </a:lnTo>
                  <a:lnTo>
                    <a:pt x="5" y="24"/>
                  </a:lnTo>
                  <a:lnTo>
                    <a:pt x="3" y="36"/>
                  </a:lnTo>
                  <a:lnTo>
                    <a:pt x="2" y="50"/>
                  </a:lnTo>
                  <a:lnTo>
                    <a:pt x="0" y="65"/>
                  </a:lnTo>
                  <a:lnTo>
                    <a:pt x="0" y="83"/>
                  </a:lnTo>
                  <a:lnTo>
                    <a:pt x="2" y="83"/>
                  </a:lnTo>
                  <a:lnTo>
                    <a:pt x="2" y="67"/>
                  </a:lnTo>
                  <a:lnTo>
                    <a:pt x="2" y="52"/>
                  </a:lnTo>
                  <a:lnTo>
                    <a:pt x="3" y="39"/>
                  </a:lnTo>
                  <a:lnTo>
                    <a:pt x="7" y="27"/>
                  </a:lnTo>
                  <a:lnTo>
                    <a:pt x="11" y="17"/>
                  </a:lnTo>
                  <a:lnTo>
                    <a:pt x="13" y="10"/>
                  </a:lnTo>
                  <a:lnTo>
                    <a:pt x="18" y="6"/>
                  </a:lnTo>
                  <a:lnTo>
                    <a:pt x="22" y="5"/>
                  </a:lnTo>
                  <a:lnTo>
                    <a:pt x="22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1575" name="Google Shape;1575;p4"/>
            <p:cNvSpPr/>
            <p:nvPr/>
          </p:nvSpPr>
          <p:spPr>
            <a:xfrm>
              <a:off x="4102" y="3375"/>
              <a:ext cx="17" cy="46"/>
            </a:xfrm>
            <a:custGeom>
              <a:avLst/>
              <a:gdLst/>
              <a:ahLst/>
              <a:cxnLst/>
              <a:rect l="l" t="t" r="r" b="b"/>
              <a:pathLst>
                <a:path w="20" h="78" extrusionOk="0">
                  <a:moveTo>
                    <a:pt x="20" y="0"/>
                  </a:moveTo>
                  <a:lnTo>
                    <a:pt x="16" y="1"/>
                  </a:lnTo>
                  <a:lnTo>
                    <a:pt x="11" y="5"/>
                  </a:lnTo>
                  <a:lnTo>
                    <a:pt x="9" y="12"/>
                  </a:lnTo>
                  <a:lnTo>
                    <a:pt x="5" y="22"/>
                  </a:lnTo>
                  <a:lnTo>
                    <a:pt x="1" y="34"/>
                  </a:lnTo>
                  <a:lnTo>
                    <a:pt x="0" y="47"/>
                  </a:lnTo>
                  <a:lnTo>
                    <a:pt x="0" y="62"/>
                  </a:lnTo>
                  <a:lnTo>
                    <a:pt x="0" y="78"/>
                  </a:lnTo>
                  <a:lnTo>
                    <a:pt x="0" y="78"/>
                  </a:lnTo>
                  <a:lnTo>
                    <a:pt x="0" y="62"/>
                  </a:lnTo>
                  <a:lnTo>
                    <a:pt x="1" y="50"/>
                  </a:lnTo>
                  <a:lnTo>
                    <a:pt x="3" y="36"/>
                  </a:lnTo>
                  <a:lnTo>
                    <a:pt x="5" y="26"/>
                  </a:lnTo>
                  <a:lnTo>
                    <a:pt x="9" y="17"/>
                  </a:lnTo>
                  <a:lnTo>
                    <a:pt x="12" y="10"/>
                  </a:lnTo>
                  <a:lnTo>
                    <a:pt x="16" y="7"/>
                  </a:lnTo>
                  <a:lnTo>
                    <a:pt x="20" y="5"/>
                  </a:lnTo>
                  <a:lnTo>
                    <a:pt x="20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1576" name="Google Shape;1576;p4"/>
            <p:cNvSpPr/>
            <p:nvPr/>
          </p:nvSpPr>
          <p:spPr>
            <a:xfrm>
              <a:off x="4102" y="3377"/>
              <a:ext cx="17" cy="44"/>
            </a:xfrm>
            <a:custGeom>
              <a:avLst/>
              <a:gdLst/>
              <a:ahLst/>
              <a:cxnLst/>
              <a:rect l="l" t="t" r="r" b="b"/>
              <a:pathLst>
                <a:path w="20" h="73" extrusionOk="0">
                  <a:moveTo>
                    <a:pt x="20" y="0"/>
                  </a:moveTo>
                  <a:lnTo>
                    <a:pt x="16" y="2"/>
                  </a:lnTo>
                  <a:lnTo>
                    <a:pt x="12" y="5"/>
                  </a:lnTo>
                  <a:lnTo>
                    <a:pt x="9" y="12"/>
                  </a:lnTo>
                  <a:lnTo>
                    <a:pt x="5" y="21"/>
                  </a:lnTo>
                  <a:lnTo>
                    <a:pt x="3" y="31"/>
                  </a:lnTo>
                  <a:lnTo>
                    <a:pt x="1" y="45"/>
                  </a:lnTo>
                  <a:lnTo>
                    <a:pt x="0" y="57"/>
                  </a:lnTo>
                  <a:lnTo>
                    <a:pt x="0" y="73"/>
                  </a:lnTo>
                  <a:lnTo>
                    <a:pt x="1" y="73"/>
                  </a:lnTo>
                  <a:lnTo>
                    <a:pt x="1" y="57"/>
                  </a:lnTo>
                  <a:lnTo>
                    <a:pt x="3" y="43"/>
                  </a:lnTo>
                  <a:lnTo>
                    <a:pt x="5" y="29"/>
                  </a:lnTo>
                  <a:lnTo>
                    <a:pt x="9" y="19"/>
                  </a:lnTo>
                  <a:lnTo>
                    <a:pt x="12" y="12"/>
                  </a:lnTo>
                  <a:lnTo>
                    <a:pt x="16" y="7"/>
                  </a:lnTo>
                  <a:lnTo>
                    <a:pt x="20" y="5"/>
                  </a:lnTo>
                  <a:lnTo>
                    <a:pt x="20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1577" name="Google Shape;1577;p4"/>
            <p:cNvSpPr/>
            <p:nvPr/>
          </p:nvSpPr>
          <p:spPr>
            <a:xfrm>
              <a:off x="4103" y="3381"/>
              <a:ext cx="16" cy="40"/>
            </a:xfrm>
            <a:custGeom>
              <a:avLst/>
              <a:gdLst/>
              <a:ahLst/>
              <a:cxnLst/>
              <a:rect l="l" t="t" r="r" b="b"/>
              <a:pathLst>
                <a:path w="19" h="68" extrusionOk="0">
                  <a:moveTo>
                    <a:pt x="19" y="0"/>
                  </a:moveTo>
                  <a:lnTo>
                    <a:pt x="15" y="2"/>
                  </a:lnTo>
                  <a:lnTo>
                    <a:pt x="11" y="7"/>
                  </a:lnTo>
                  <a:lnTo>
                    <a:pt x="8" y="14"/>
                  </a:lnTo>
                  <a:lnTo>
                    <a:pt x="4" y="24"/>
                  </a:lnTo>
                  <a:lnTo>
                    <a:pt x="2" y="38"/>
                  </a:lnTo>
                  <a:lnTo>
                    <a:pt x="0" y="52"/>
                  </a:lnTo>
                  <a:lnTo>
                    <a:pt x="0" y="68"/>
                  </a:lnTo>
                  <a:lnTo>
                    <a:pt x="2" y="68"/>
                  </a:lnTo>
                  <a:lnTo>
                    <a:pt x="2" y="54"/>
                  </a:lnTo>
                  <a:lnTo>
                    <a:pt x="4" y="40"/>
                  </a:lnTo>
                  <a:lnTo>
                    <a:pt x="6" y="28"/>
                  </a:lnTo>
                  <a:lnTo>
                    <a:pt x="8" y="19"/>
                  </a:lnTo>
                  <a:lnTo>
                    <a:pt x="11" y="11"/>
                  </a:lnTo>
                  <a:lnTo>
                    <a:pt x="15" y="7"/>
                  </a:lnTo>
                  <a:lnTo>
                    <a:pt x="19" y="5"/>
                  </a:lnTo>
                  <a:lnTo>
                    <a:pt x="19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1578" name="Google Shape;1578;p4"/>
            <p:cNvSpPr/>
            <p:nvPr/>
          </p:nvSpPr>
          <p:spPr>
            <a:xfrm>
              <a:off x="4105" y="3385"/>
              <a:ext cx="14" cy="36"/>
            </a:xfrm>
            <a:custGeom>
              <a:avLst/>
              <a:gdLst/>
              <a:ahLst/>
              <a:cxnLst/>
              <a:rect l="l" t="t" r="r" b="b"/>
              <a:pathLst>
                <a:path w="17" h="63" extrusionOk="0">
                  <a:moveTo>
                    <a:pt x="17" y="0"/>
                  </a:moveTo>
                  <a:lnTo>
                    <a:pt x="13" y="2"/>
                  </a:lnTo>
                  <a:lnTo>
                    <a:pt x="9" y="6"/>
                  </a:lnTo>
                  <a:lnTo>
                    <a:pt x="6" y="14"/>
                  </a:lnTo>
                  <a:lnTo>
                    <a:pt x="4" y="23"/>
                  </a:lnTo>
                  <a:lnTo>
                    <a:pt x="2" y="35"/>
                  </a:lnTo>
                  <a:lnTo>
                    <a:pt x="0" y="49"/>
                  </a:lnTo>
                  <a:lnTo>
                    <a:pt x="0" y="63"/>
                  </a:lnTo>
                  <a:lnTo>
                    <a:pt x="2" y="63"/>
                  </a:lnTo>
                  <a:lnTo>
                    <a:pt x="2" y="49"/>
                  </a:lnTo>
                  <a:lnTo>
                    <a:pt x="2" y="37"/>
                  </a:lnTo>
                  <a:lnTo>
                    <a:pt x="4" y="26"/>
                  </a:lnTo>
                  <a:lnTo>
                    <a:pt x="8" y="18"/>
                  </a:lnTo>
                  <a:lnTo>
                    <a:pt x="9" y="11"/>
                  </a:lnTo>
                  <a:lnTo>
                    <a:pt x="13" y="7"/>
                  </a:lnTo>
                  <a:lnTo>
                    <a:pt x="17" y="6"/>
                  </a:lnTo>
                  <a:lnTo>
                    <a:pt x="17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1579" name="Google Shape;1579;p4"/>
            <p:cNvSpPr/>
            <p:nvPr/>
          </p:nvSpPr>
          <p:spPr>
            <a:xfrm>
              <a:off x="4107" y="3387"/>
              <a:ext cx="12" cy="34"/>
            </a:xfrm>
            <a:custGeom>
              <a:avLst/>
              <a:gdLst/>
              <a:ahLst/>
              <a:cxnLst/>
              <a:rect l="l" t="t" r="r" b="b"/>
              <a:pathLst>
                <a:path w="15" h="57" extrusionOk="0">
                  <a:moveTo>
                    <a:pt x="15" y="0"/>
                  </a:moveTo>
                  <a:lnTo>
                    <a:pt x="11" y="1"/>
                  </a:lnTo>
                  <a:lnTo>
                    <a:pt x="7" y="5"/>
                  </a:lnTo>
                  <a:lnTo>
                    <a:pt x="6" y="12"/>
                  </a:lnTo>
                  <a:lnTo>
                    <a:pt x="2" y="20"/>
                  </a:lnTo>
                  <a:lnTo>
                    <a:pt x="0" y="31"/>
                  </a:lnTo>
                  <a:lnTo>
                    <a:pt x="0" y="43"/>
                  </a:lnTo>
                  <a:lnTo>
                    <a:pt x="0" y="57"/>
                  </a:lnTo>
                  <a:lnTo>
                    <a:pt x="0" y="57"/>
                  </a:lnTo>
                  <a:lnTo>
                    <a:pt x="0" y="45"/>
                  </a:lnTo>
                  <a:lnTo>
                    <a:pt x="2" y="34"/>
                  </a:lnTo>
                  <a:lnTo>
                    <a:pt x="4" y="24"/>
                  </a:lnTo>
                  <a:lnTo>
                    <a:pt x="6" y="15"/>
                  </a:lnTo>
                  <a:lnTo>
                    <a:pt x="7" y="10"/>
                  </a:lnTo>
                  <a:lnTo>
                    <a:pt x="11" y="5"/>
                  </a:lnTo>
                  <a:lnTo>
                    <a:pt x="15" y="5"/>
                  </a:lnTo>
                  <a:lnTo>
                    <a:pt x="15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1580" name="Google Shape;1580;p4"/>
            <p:cNvSpPr/>
            <p:nvPr/>
          </p:nvSpPr>
          <p:spPr>
            <a:xfrm>
              <a:off x="4107" y="3390"/>
              <a:ext cx="12" cy="31"/>
            </a:xfrm>
            <a:custGeom>
              <a:avLst/>
              <a:gdLst/>
              <a:ahLst/>
              <a:cxnLst/>
              <a:rect l="l" t="t" r="r" b="b"/>
              <a:pathLst>
                <a:path w="15" h="52" extrusionOk="0">
                  <a:moveTo>
                    <a:pt x="15" y="0"/>
                  </a:moveTo>
                  <a:lnTo>
                    <a:pt x="11" y="0"/>
                  </a:lnTo>
                  <a:lnTo>
                    <a:pt x="7" y="5"/>
                  </a:lnTo>
                  <a:lnTo>
                    <a:pt x="6" y="10"/>
                  </a:lnTo>
                  <a:lnTo>
                    <a:pt x="4" y="19"/>
                  </a:lnTo>
                  <a:lnTo>
                    <a:pt x="2" y="29"/>
                  </a:lnTo>
                  <a:lnTo>
                    <a:pt x="0" y="40"/>
                  </a:lnTo>
                  <a:lnTo>
                    <a:pt x="0" y="52"/>
                  </a:lnTo>
                  <a:lnTo>
                    <a:pt x="2" y="52"/>
                  </a:lnTo>
                  <a:lnTo>
                    <a:pt x="2" y="40"/>
                  </a:lnTo>
                  <a:lnTo>
                    <a:pt x="4" y="27"/>
                  </a:lnTo>
                  <a:lnTo>
                    <a:pt x="6" y="19"/>
                  </a:lnTo>
                  <a:lnTo>
                    <a:pt x="7" y="10"/>
                  </a:lnTo>
                  <a:lnTo>
                    <a:pt x="11" y="7"/>
                  </a:lnTo>
                  <a:lnTo>
                    <a:pt x="15" y="5"/>
                  </a:lnTo>
                  <a:lnTo>
                    <a:pt x="15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1581" name="Google Shape;1581;p4"/>
            <p:cNvSpPr/>
            <p:nvPr/>
          </p:nvSpPr>
          <p:spPr>
            <a:xfrm>
              <a:off x="4107" y="3393"/>
              <a:ext cx="12" cy="28"/>
            </a:xfrm>
            <a:custGeom>
              <a:avLst/>
              <a:gdLst/>
              <a:ahLst/>
              <a:cxnLst/>
              <a:rect l="l" t="t" r="r" b="b"/>
              <a:pathLst>
                <a:path w="13" h="47" extrusionOk="0">
                  <a:moveTo>
                    <a:pt x="13" y="0"/>
                  </a:moveTo>
                  <a:lnTo>
                    <a:pt x="9" y="2"/>
                  </a:lnTo>
                  <a:lnTo>
                    <a:pt x="5" y="5"/>
                  </a:lnTo>
                  <a:lnTo>
                    <a:pt x="4" y="14"/>
                  </a:lnTo>
                  <a:lnTo>
                    <a:pt x="2" y="22"/>
                  </a:lnTo>
                  <a:lnTo>
                    <a:pt x="0" y="35"/>
                  </a:lnTo>
                  <a:lnTo>
                    <a:pt x="0" y="47"/>
                  </a:lnTo>
                  <a:lnTo>
                    <a:pt x="2" y="47"/>
                  </a:lnTo>
                  <a:lnTo>
                    <a:pt x="2" y="35"/>
                  </a:lnTo>
                  <a:lnTo>
                    <a:pt x="4" y="26"/>
                  </a:lnTo>
                  <a:lnTo>
                    <a:pt x="5" y="17"/>
                  </a:lnTo>
                  <a:lnTo>
                    <a:pt x="7" y="10"/>
                  </a:lnTo>
                  <a:lnTo>
                    <a:pt x="9" y="7"/>
                  </a:lnTo>
                  <a:lnTo>
                    <a:pt x="13" y="5"/>
                  </a:lnTo>
                  <a:lnTo>
                    <a:pt x="1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1582" name="Google Shape;1582;p4"/>
            <p:cNvSpPr/>
            <p:nvPr/>
          </p:nvSpPr>
          <p:spPr>
            <a:xfrm>
              <a:off x="4109" y="3396"/>
              <a:ext cx="10" cy="25"/>
            </a:xfrm>
            <a:custGeom>
              <a:avLst/>
              <a:gdLst/>
              <a:ahLst/>
              <a:cxnLst/>
              <a:rect l="l" t="t" r="r" b="b"/>
              <a:pathLst>
                <a:path w="11" h="42" extrusionOk="0">
                  <a:moveTo>
                    <a:pt x="11" y="0"/>
                  </a:moveTo>
                  <a:lnTo>
                    <a:pt x="7" y="2"/>
                  </a:lnTo>
                  <a:lnTo>
                    <a:pt x="5" y="5"/>
                  </a:lnTo>
                  <a:lnTo>
                    <a:pt x="3" y="12"/>
                  </a:lnTo>
                  <a:lnTo>
                    <a:pt x="2" y="21"/>
                  </a:lnTo>
                  <a:lnTo>
                    <a:pt x="0" y="30"/>
                  </a:lnTo>
                  <a:lnTo>
                    <a:pt x="0" y="42"/>
                  </a:lnTo>
                  <a:lnTo>
                    <a:pt x="0" y="42"/>
                  </a:lnTo>
                  <a:lnTo>
                    <a:pt x="2" y="31"/>
                  </a:lnTo>
                  <a:lnTo>
                    <a:pt x="2" y="23"/>
                  </a:lnTo>
                  <a:lnTo>
                    <a:pt x="3" y="16"/>
                  </a:lnTo>
                  <a:lnTo>
                    <a:pt x="5" y="11"/>
                  </a:lnTo>
                  <a:lnTo>
                    <a:pt x="7" y="5"/>
                  </a:lnTo>
                  <a:lnTo>
                    <a:pt x="11" y="5"/>
                  </a:lnTo>
                  <a:lnTo>
                    <a:pt x="11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1583" name="Google Shape;1583;p4"/>
            <p:cNvSpPr/>
            <p:nvPr/>
          </p:nvSpPr>
          <p:spPr>
            <a:xfrm>
              <a:off x="4109" y="3400"/>
              <a:ext cx="10" cy="21"/>
            </a:xfrm>
            <a:custGeom>
              <a:avLst/>
              <a:gdLst/>
              <a:ahLst/>
              <a:cxnLst/>
              <a:rect l="l" t="t" r="r" b="b"/>
              <a:pathLst>
                <a:path w="11" h="37" extrusionOk="0">
                  <a:moveTo>
                    <a:pt x="11" y="0"/>
                  </a:moveTo>
                  <a:lnTo>
                    <a:pt x="7" y="0"/>
                  </a:lnTo>
                  <a:lnTo>
                    <a:pt x="5" y="6"/>
                  </a:lnTo>
                  <a:lnTo>
                    <a:pt x="3" y="11"/>
                  </a:lnTo>
                  <a:lnTo>
                    <a:pt x="2" y="18"/>
                  </a:lnTo>
                  <a:lnTo>
                    <a:pt x="2" y="26"/>
                  </a:lnTo>
                  <a:lnTo>
                    <a:pt x="0" y="37"/>
                  </a:lnTo>
                  <a:lnTo>
                    <a:pt x="2" y="37"/>
                  </a:lnTo>
                  <a:lnTo>
                    <a:pt x="2" y="26"/>
                  </a:lnTo>
                  <a:lnTo>
                    <a:pt x="3" y="18"/>
                  </a:lnTo>
                  <a:lnTo>
                    <a:pt x="5" y="11"/>
                  </a:lnTo>
                  <a:lnTo>
                    <a:pt x="7" y="7"/>
                  </a:lnTo>
                  <a:lnTo>
                    <a:pt x="11" y="6"/>
                  </a:lnTo>
                  <a:lnTo>
                    <a:pt x="11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1584" name="Google Shape;1584;p4"/>
            <p:cNvSpPr/>
            <p:nvPr/>
          </p:nvSpPr>
          <p:spPr>
            <a:xfrm>
              <a:off x="4110" y="3402"/>
              <a:ext cx="9" cy="19"/>
            </a:xfrm>
            <a:custGeom>
              <a:avLst/>
              <a:gdLst/>
              <a:ahLst/>
              <a:cxnLst/>
              <a:rect l="l" t="t" r="r" b="b"/>
              <a:pathLst>
                <a:path w="9" h="31" extrusionOk="0">
                  <a:moveTo>
                    <a:pt x="9" y="0"/>
                  </a:moveTo>
                  <a:lnTo>
                    <a:pt x="5" y="1"/>
                  </a:lnTo>
                  <a:lnTo>
                    <a:pt x="3" y="5"/>
                  </a:lnTo>
                  <a:lnTo>
                    <a:pt x="1" y="12"/>
                  </a:lnTo>
                  <a:lnTo>
                    <a:pt x="0" y="20"/>
                  </a:lnTo>
                  <a:lnTo>
                    <a:pt x="0" y="31"/>
                  </a:lnTo>
                  <a:lnTo>
                    <a:pt x="1" y="31"/>
                  </a:lnTo>
                  <a:lnTo>
                    <a:pt x="1" y="22"/>
                  </a:lnTo>
                  <a:lnTo>
                    <a:pt x="3" y="15"/>
                  </a:lnTo>
                  <a:lnTo>
                    <a:pt x="5" y="10"/>
                  </a:lnTo>
                  <a:lnTo>
                    <a:pt x="7" y="5"/>
                  </a:lnTo>
                  <a:lnTo>
                    <a:pt x="9" y="5"/>
                  </a:lnTo>
                  <a:lnTo>
                    <a:pt x="9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1585" name="Google Shape;1585;p4"/>
            <p:cNvSpPr/>
            <p:nvPr/>
          </p:nvSpPr>
          <p:spPr>
            <a:xfrm>
              <a:off x="4112" y="3406"/>
              <a:ext cx="7" cy="15"/>
            </a:xfrm>
            <a:custGeom>
              <a:avLst/>
              <a:gdLst/>
              <a:ahLst/>
              <a:cxnLst/>
              <a:rect l="l" t="t" r="r" b="b"/>
              <a:pathLst>
                <a:path w="8" h="26" extrusionOk="0">
                  <a:moveTo>
                    <a:pt x="8" y="0"/>
                  </a:moveTo>
                  <a:lnTo>
                    <a:pt x="6" y="0"/>
                  </a:lnTo>
                  <a:lnTo>
                    <a:pt x="4" y="5"/>
                  </a:lnTo>
                  <a:lnTo>
                    <a:pt x="2" y="10"/>
                  </a:lnTo>
                  <a:lnTo>
                    <a:pt x="0" y="17"/>
                  </a:lnTo>
                  <a:lnTo>
                    <a:pt x="0" y="26"/>
                  </a:lnTo>
                  <a:lnTo>
                    <a:pt x="2" y="26"/>
                  </a:lnTo>
                  <a:lnTo>
                    <a:pt x="2" y="17"/>
                  </a:lnTo>
                  <a:lnTo>
                    <a:pt x="4" y="10"/>
                  </a:lnTo>
                  <a:lnTo>
                    <a:pt x="6" y="7"/>
                  </a:lnTo>
                  <a:lnTo>
                    <a:pt x="8" y="5"/>
                  </a:lnTo>
                  <a:lnTo>
                    <a:pt x="8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1586" name="Google Shape;1586;p4"/>
            <p:cNvSpPr/>
            <p:nvPr/>
          </p:nvSpPr>
          <p:spPr>
            <a:xfrm>
              <a:off x="4114" y="3408"/>
              <a:ext cx="5" cy="13"/>
            </a:xfrm>
            <a:custGeom>
              <a:avLst/>
              <a:gdLst/>
              <a:ahLst/>
              <a:cxnLst/>
              <a:rect l="l" t="t" r="r" b="b"/>
              <a:pathLst>
                <a:path w="6" h="21" extrusionOk="0">
                  <a:moveTo>
                    <a:pt x="6" y="0"/>
                  </a:moveTo>
                  <a:lnTo>
                    <a:pt x="4" y="2"/>
                  </a:lnTo>
                  <a:lnTo>
                    <a:pt x="2" y="5"/>
                  </a:lnTo>
                  <a:lnTo>
                    <a:pt x="0" y="12"/>
                  </a:lnTo>
                  <a:lnTo>
                    <a:pt x="0" y="21"/>
                  </a:lnTo>
                  <a:lnTo>
                    <a:pt x="0" y="21"/>
                  </a:lnTo>
                  <a:lnTo>
                    <a:pt x="2" y="14"/>
                  </a:lnTo>
                  <a:lnTo>
                    <a:pt x="2" y="9"/>
                  </a:lnTo>
                  <a:lnTo>
                    <a:pt x="4" y="5"/>
                  </a:lnTo>
                  <a:lnTo>
                    <a:pt x="6" y="5"/>
                  </a:lnTo>
                  <a:lnTo>
                    <a:pt x="6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1587" name="Google Shape;1587;p4"/>
            <p:cNvSpPr/>
            <p:nvPr/>
          </p:nvSpPr>
          <p:spPr>
            <a:xfrm>
              <a:off x="4114" y="3412"/>
              <a:ext cx="5" cy="9"/>
            </a:xfrm>
            <a:custGeom>
              <a:avLst/>
              <a:gdLst/>
              <a:ahLst/>
              <a:cxnLst/>
              <a:rect l="l" t="t" r="r" b="b"/>
              <a:pathLst>
                <a:path w="6" h="16" extrusionOk="0">
                  <a:moveTo>
                    <a:pt x="6" y="0"/>
                  </a:moveTo>
                  <a:lnTo>
                    <a:pt x="4" y="0"/>
                  </a:lnTo>
                  <a:lnTo>
                    <a:pt x="2" y="4"/>
                  </a:lnTo>
                  <a:lnTo>
                    <a:pt x="2" y="9"/>
                  </a:lnTo>
                  <a:lnTo>
                    <a:pt x="0" y="16"/>
                  </a:lnTo>
                  <a:lnTo>
                    <a:pt x="2" y="16"/>
                  </a:lnTo>
                  <a:lnTo>
                    <a:pt x="2" y="11"/>
                  </a:lnTo>
                  <a:lnTo>
                    <a:pt x="4" y="5"/>
                  </a:lnTo>
                  <a:lnTo>
                    <a:pt x="6" y="5"/>
                  </a:lnTo>
                  <a:lnTo>
                    <a:pt x="6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1588" name="Google Shape;1588;p4"/>
            <p:cNvSpPr/>
            <p:nvPr/>
          </p:nvSpPr>
          <p:spPr>
            <a:xfrm>
              <a:off x="4116" y="3416"/>
              <a:ext cx="3" cy="5"/>
            </a:xfrm>
            <a:custGeom>
              <a:avLst/>
              <a:gdLst/>
              <a:ahLst/>
              <a:cxnLst/>
              <a:rect l="l" t="t" r="r" b="b"/>
              <a:pathLst>
                <a:path w="4" h="11" extrusionOk="0">
                  <a:moveTo>
                    <a:pt x="4" y="0"/>
                  </a:moveTo>
                  <a:lnTo>
                    <a:pt x="2" y="0"/>
                  </a:lnTo>
                  <a:lnTo>
                    <a:pt x="0" y="6"/>
                  </a:lnTo>
                  <a:lnTo>
                    <a:pt x="0" y="11"/>
                  </a:lnTo>
                  <a:lnTo>
                    <a:pt x="2" y="11"/>
                  </a:lnTo>
                  <a:lnTo>
                    <a:pt x="2" y="7"/>
                  </a:lnTo>
                  <a:lnTo>
                    <a:pt x="4" y="6"/>
                  </a:lnTo>
                  <a:lnTo>
                    <a:pt x="4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1589" name="Google Shape;1589;p4"/>
            <p:cNvSpPr/>
            <p:nvPr/>
          </p:nvSpPr>
          <p:spPr>
            <a:xfrm>
              <a:off x="4117" y="3418"/>
              <a:ext cx="2" cy="3"/>
            </a:xfrm>
            <a:custGeom>
              <a:avLst/>
              <a:gdLst/>
              <a:ahLst/>
              <a:cxnLst/>
              <a:rect l="l" t="t" r="r" b="b"/>
              <a:pathLst>
                <a:path w="2" h="5" extrusionOk="0">
                  <a:moveTo>
                    <a:pt x="2" y="0"/>
                  </a:moveTo>
                  <a:lnTo>
                    <a:pt x="0" y="1"/>
                  </a:lnTo>
                  <a:lnTo>
                    <a:pt x="0" y="5"/>
                  </a:lnTo>
                  <a:lnTo>
                    <a:pt x="2" y="5"/>
                  </a:lnTo>
                  <a:lnTo>
                    <a:pt x="2" y="5"/>
                  </a:lnTo>
                  <a:lnTo>
                    <a:pt x="2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1590" name="Google Shape;1590;p4"/>
            <p:cNvSpPr/>
            <p:nvPr/>
          </p:nvSpPr>
          <p:spPr>
            <a:xfrm>
              <a:off x="4070" y="3294"/>
              <a:ext cx="49" cy="127"/>
            </a:xfrm>
            <a:custGeom>
              <a:avLst/>
              <a:gdLst/>
              <a:ahLst/>
              <a:cxnLst/>
              <a:rect l="l" t="t" r="r" b="b"/>
              <a:pathLst>
                <a:path w="56" h="214" extrusionOk="0">
                  <a:moveTo>
                    <a:pt x="27" y="214"/>
                  </a:moveTo>
                  <a:lnTo>
                    <a:pt x="34" y="210"/>
                  </a:lnTo>
                  <a:lnTo>
                    <a:pt x="41" y="202"/>
                  </a:lnTo>
                  <a:lnTo>
                    <a:pt x="47" y="186"/>
                  </a:lnTo>
                  <a:lnTo>
                    <a:pt x="50" y="167"/>
                  </a:lnTo>
                  <a:lnTo>
                    <a:pt x="54" y="144"/>
                  </a:lnTo>
                  <a:lnTo>
                    <a:pt x="56" y="120"/>
                  </a:lnTo>
                  <a:lnTo>
                    <a:pt x="56" y="94"/>
                  </a:lnTo>
                  <a:lnTo>
                    <a:pt x="54" y="70"/>
                  </a:lnTo>
                  <a:lnTo>
                    <a:pt x="50" y="45"/>
                  </a:lnTo>
                  <a:lnTo>
                    <a:pt x="47" y="26"/>
                  </a:lnTo>
                  <a:lnTo>
                    <a:pt x="41" y="13"/>
                  </a:lnTo>
                  <a:lnTo>
                    <a:pt x="34" y="4"/>
                  </a:lnTo>
                  <a:lnTo>
                    <a:pt x="27" y="0"/>
                  </a:lnTo>
                  <a:lnTo>
                    <a:pt x="21" y="4"/>
                  </a:lnTo>
                  <a:lnTo>
                    <a:pt x="14" y="13"/>
                  </a:lnTo>
                  <a:lnTo>
                    <a:pt x="9" y="26"/>
                  </a:lnTo>
                  <a:lnTo>
                    <a:pt x="5" y="45"/>
                  </a:lnTo>
                  <a:lnTo>
                    <a:pt x="1" y="70"/>
                  </a:lnTo>
                  <a:lnTo>
                    <a:pt x="0" y="94"/>
                  </a:lnTo>
                  <a:lnTo>
                    <a:pt x="0" y="120"/>
                  </a:lnTo>
                  <a:lnTo>
                    <a:pt x="1" y="144"/>
                  </a:lnTo>
                  <a:lnTo>
                    <a:pt x="5" y="167"/>
                  </a:lnTo>
                  <a:lnTo>
                    <a:pt x="9" y="186"/>
                  </a:lnTo>
                  <a:lnTo>
                    <a:pt x="14" y="202"/>
                  </a:lnTo>
                  <a:lnTo>
                    <a:pt x="21" y="210"/>
                  </a:lnTo>
                  <a:lnTo>
                    <a:pt x="27" y="214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1591" name="Google Shape;1591;p4"/>
            <p:cNvSpPr/>
            <p:nvPr/>
          </p:nvSpPr>
          <p:spPr>
            <a:xfrm>
              <a:off x="4070" y="3294"/>
              <a:ext cx="49" cy="127"/>
            </a:xfrm>
            <a:custGeom>
              <a:avLst/>
              <a:gdLst/>
              <a:ahLst/>
              <a:cxnLst/>
              <a:rect l="l" t="t" r="r" b="b"/>
              <a:pathLst>
                <a:path w="56" h="214" extrusionOk="0">
                  <a:moveTo>
                    <a:pt x="56" y="0"/>
                  </a:moveTo>
                  <a:lnTo>
                    <a:pt x="48" y="2"/>
                  </a:lnTo>
                  <a:lnTo>
                    <a:pt x="41" y="7"/>
                  </a:lnTo>
                  <a:lnTo>
                    <a:pt x="36" y="14"/>
                  </a:lnTo>
                  <a:lnTo>
                    <a:pt x="28" y="25"/>
                  </a:lnTo>
                  <a:lnTo>
                    <a:pt x="23" y="39"/>
                  </a:lnTo>
                  <a:lnTo>
                    <a:pt x="18" y="54"/>
                  </a:lnTo>
                  <a:lnTo>
                    <a:pt x="14" y="72"/>
                  </a:lnTo>
                  <a:lnTo>
                    <a:pt x="9" y="92"/>
                  </a:lnTo>
                  <a:lnTo>
                    <a:pt x="7" y="115"/>
                  </a:lnTo>
                  <a:lnTo>
                    <a:pt x="3" y="137"/>
                  </a:lnTo>
                  <a:lnTo>
                    <a:pt x="1" y="162"/>
                  </a:lnTo>
                  <a:lnTo>
                    <a:pt x="0" y="188"/>
                  </a:lnTo>
                  <a:lnTo>
                    <a:pt x="0" y="214"/>
                  </a:lnTo>
                  <a:lnTo>
                    <a:pt x="0" y="0"/>
                  </a:lnTo>
                  <a:lnTo>
                    <a:pt x="56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1592" name="Google Shape;1592;p4"/>
            <p:cNvSpPr/>
            <p:nvPr/>
          </p:nvSpPr>
          <p:spPr>
            <a:xfrm>
              <a:off x="4070" y="3294"/>
              <a:ext cx="49" cy="127"/>
            </a:xfrm>
            <a:custGeom>
              <a:avLst/>
              <a:gdLst/>
              <a:ahLst/>
              <a:cxnLst/>
              <a:rect l="l" t="t" r="r" b="b"/>
              <a:pathLst>
                <a:path w="56" h="214" extrusionOk="0">
                  <a:moveTo>
                    <a:pt x="56" y="0"/>
                  </a:moveTo>
                  <a:lnTo>
                    <a:pt x="48" y="2"/>
                  </a:lnTo>
                  <a:lnTo>
                    <a:pt x="41" y="7"/>
                  </a:lnTo>
                  <a:lnTo>
                    <a:pt x="36" y="14"/>
                  </a:lnTo>
                  <a:lnTo>
                    <a:pt x="28" y="25"/>
                  </a:lnTo>
                  <a:lnTo>
                    <a:pt x="23" y="39"/>
                  </a:lnTo>
                  <a:lnTo>
                    <a:pt x="18" y="54"/>
                  </a:lnTo>
                  <a:lnTo>
                    <a:pt x="14" y="72"/>
                  </a:lnTo>
                  <a:lnTo>
                    <a:pt x="9" y="92"/>
                  </a:lnTo>
                  <a:lnTo>
                    <a:pt x="7" y="115"/>
                  </a:lnTo>
                  <a:lnTo>
                    <a:pt x="3" y="137"/>
                  </a:lnTo>
                  <a:lnTo>
                    <a:pt x="1" y="162"/>
                  </a:lnTo>
                  <a:lnTo>
                    <a:pt x="0" y="188"/>
                  </a:lnTo>
                  <a:lnTo>
                    <a:pt x="0" y="214"/>
                  </a:lnTo>
                  <a:lnTo>
                    <a:pt x="1" y="214"/>
                  </a:lnTo>
                  <a:lnTo>
                    <a:pt x="1" y="188"/>
                  </a:lnTo>
                  <a:lnTo>
                    <a:pt x="3" y="163"/>
                  </a:lnTo>
                  <a:lnTo>
                    <a:pt x="5" y="139"/>
                  </a:lnTo>
                  <a:lnTo>
                    <a:pt x="7" y="117"/>
                  </a:lnTo>
                  <a:lnTo>
                    <a:pt x="10" y="96"/>
                  </a:lnTo>
                  <a:lnTo>
                    <a:pt x="14" y="75"/>
                  </a:lnTo>
                  <a:lnTo>
                    <a:pt x="19" y="58"/>
                  </a:lnTo>
                  <a:lnTo>
                    <a:pt x="25" y="42"/>
                  </a:lnTo>
                  <a:lnTo>
                    <a:pt x="30" y="30"/>
                  </a:lnTo>
                  <a:lnTo>
                    <a:pt x="36" y="19"/>
                  </a:lnTo>
                  <a:lnTo>
                    <a:pt x="43" y="11"/>
                  </a:lnTo>
                  <a:lnTo>
                    <a:pt x="48" y="7"/>
                  </a:lnTo>
                  <a:lnTo>
                    <a:pt x="56" y="6"/>
                  </a:lnTo>
                  <a:lnTo>
                    <a:pt x="56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1593" name="Google Shape;1593;p4"/>
            <p:cNvSpPr/>
            <p:nvPr/>
          </p:nvSpPr>
          <p:spPr>
            <a:xfrm>
              <a:off x="4072" y="3298"/>
              <a:ext cx="47" cy="123"/>
            </a:xfrm>
            <a:custGeom>
              <a:avLst/>
              <a:gdLst/>
              <a:ahLst/>
              <a:cxnLst/>
              <a:rect l="l" t="t" r="r" b="b"/>
              <a:pathLst>
                <a:path w="55" h="208" extrusionOk="0">
                  <a:moveTo>
                    <a:pt x="55" y="0"/>
                  </a:moveTo>
                  <a:lnTo>
                    <a:pt x="47" y="1"/>
                  </a:lnTo>
                  <a:lnTo>
                    <a:pt x="42" y="5"/>
                  </a:lnTo>
                  <a:lnTo>
                    <a:pt x="35" y="13"/>
                  </a:lnTo>
                  <a:lnTo>
                    <a:pt x="29" y="24"/>
                  </a:lnTo>
                  <a:lnTo>
                    <a:pt x="24" y="36"/>
                  </a:lnTo>
                  <a:lnTo>
                    <a:pt x="18" y="52"/>
                  </a:lnTo>
                  <a:lnTo>
                    <a:pt x="13" y="69"/>
                  </a:lnTo>
                  <a:lnTo>
                    <a:pt x="9" y="90"/>
                  </a:lnTo>
                  <a:lnTo>
                    <a:pt x="6" y="111"/>
                  </a:lnTo>
                  <a:lnTo>
                    <a:pt x="4" y="133"/>
                  </a:lnTo>
                  <a:lnTo>
                    <a:pt x="2" y="157"/>
                  </a:lnTo>
                  <a:lnTo>
                    <a:pt x="0" y="182"/>
                  </a:lnTo>
                  <a:lnTo>
                    <a:pt x="0" y="208"/>
                  </a:lnTo>
                  <a:lnTo>
                    <a:pt x="2" y="208"/>
                  </a:lnTo>
                  <a:lnTo>
                    <a:pt x="2" y="180"/>
                  </a:lnTo>
                  <a:lnTo>
                    <a:pt x="4" y="154"/>
                  </a:lnTo>
                  <a:lnTo>
                    <a:pt x="6" y="130"/>
                  </a:lnTo>
                  <a:lnTo>
                    <a:pt x="8" y="105"/>
                  </a:lnTo>
                  <a:lnTo>
                    <a:pt x="13" y="85"/>
                  </a:lnTo>
                  <a:lnTo>
                    <a:pt x="17" y="64"/>
                  </a:lnTo>
                  <a:lnTo>
                    <a:pt x="22" y="46"/>
                  </a:lnTo>
                  <a:lnTo>
                    <a:pt x="27" y="33"/>
                  </a:lnTo>
                  <a:lnTo>
                    <a:pt x="35" y="20"/>
                  </a:lnTo>
                  <a:lnTo>
                    <a:pt x="40" y="12"/>
                  </a:lnTo>
                  <a:lnTo>
                    <a:pt x="47" y="7"/>
                  </a:lnTo>
                  <a:lnTo>
                    <a:pt x="55" y="5"/>
                  </a:lnTo>
                  <a:lnTo>
                    <a:pt x="55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1594" name="Google Shape;1594;p4"/>
            <p:cNvSpPr/>
            <p:nvPr/>
          </p:nvSpPr>
          <p:spPr>
            <a:xfrm>
              <a:off x="4074" y="3300"/>
              <a:ext cx="45" cy="121"/>
            </a:xfrm>
            <a:custGeom>
              <a:avLst/>
              <a:gdLst/>
              <a:ahLst/>
              <a:cxnLst/>
              <a:rect l="l" t="t" r="r" b="b"/>
              <a:pathLst>
                <a:path w="53" h="203" extrusionOk="0">
                  <a:moveTo>
                    <a:pt x="53" y="0"/>
                  </a:moveTo>
                  <a:lnTo>
                    <a:pt x="45" y="2"/>
                  </a:lnTo>
                  <a:lnTo>
                    <a:pt x="38" y="7"/>
                  </a:lnTo>
                  <a:lnTo>
                    <a:pt x="33" y="15"/>
                  </a:lnTo>
                  <a:lnTo>
                    <a:pt x="25" y="28"/>
                  </a:lnTo>
                  <a:lnTo>
                    <a:pt x="20" y="41"/>
                  </a:lnTo>
                  <a:lnTo>
                    <a:pt x="15" y="59"/>
                  </a:lnTo>
                  <a:lnTo>
                    <a:pt x="11" y="80"/>
                  </a:lnTo>
                  <a:lnTo>
                    <a:pt x="6" y="100"/>
                  </a:lnTo>
                  <a:lnTo>
                    <a:pt x="4" y="125"/>
                  </a:lnTo>
                  <a:lnTo>
                    <a:pt x="2" y="149"/>
                  </a:lnTo>
                  <a:lnTo>
                    <a:pt x="0" y="175"/>
                  </a:lnTo>
                  <a:lnTo>
                    <a:pt x="0" y="203"/>
                  </a:lnTo>
                  <a:lnTo>
                    <a:pt x="0" y="203"/>
                  </a:lnTo>
                  <a:lnTo>
                    <a:pt x="2" y="177"/>
                  </a:lnTo>
                  <a:lnTo>
                    <a:pt x="2" y="151"/>
                  </a:lnTo>
                  <a:lnTo>
                    <a:pt x="4" y="126"/>
                  </a:lnTo>
                  <a:lnTo>
                    <a:pt x="7" y="104"/>
                  </a:lnTo>
                  <a:lnTo>
                    <a:pt x="11" y="81"/>
                  </a:lnTo>
                  <a:lnTo>
                    <a:pt x="16" y="62"/>
                  </a:lnTo>
                  <a:lnTo>
                    <a:pt x="20" y="45"/>
                  </a:lnTo>
                  <a:lnTo>
                    <a:pt x="27" y="31"/>
                  </a:lnTo>
                  <a:lnTo>
                    <a:pt x="33" y="21"/>
                  </a:lnTo>
                  <a:lnTo>
                    <a:pt x="38" y="12"/>
                  </a:lnTo>
                  <a:lnTo>
                    <a:pt x="45" y="7"/>
                  </a:lnTo>
                  <a:lnTo>
                    <a:pt x="53" y="5"/>
                  </a:lnTo>
                  <a:lnTo>
                    <a:pt x="5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1595" name="Google Shape;1595;p4"/>
            <p:cNvSpPr/>
            <p:nvPr/>
          </p:nvSpPr>
          <p:spPr>
            <a:xfrm>
              <a:off x="4074" y="3304"/>
              <a:ext cx="45" cy="117"/>
            </a:xfrm>
            <a:custGeom>
              <a:avLst/>
              <a:gdLst/>
              <a:ahLst/>
              <a:cxnLst/>
              <a:rect l="l" t="t" r="r" b="b"/>
              <a:pathLst>
                <a:path w="53" h="198" extrusionOk="0">
                  <a:moveTo>
                    <a:pt x="53" y="0"/>
                  </a:moveTo>
                  <a:lnTo>
                    <a:pt x="45" y="2"/>
                  </a:lnTo>
                  <a:lnTo>
                    <a:pt x="38" y="7"/>
                  </a:lnTo>
                  <a:lnTo>
                    <a:pt x="33" y="16"/>
                  </a:lnTo>
                  <a:lnTo>
                    <a:pt x="27" y="26"/>
                  </a:lnTo>
                  <a:lnTo>
                    <a:pt x="20" y="40"/>
                  </a:lnTo>
                  <a:lnTo>
                    <a:pt x="16" y="57"/>
                  </a:lnTo>
                  <a:lnTo>
                    <a:pt x="11" y="76"/>
                  </a:lnTo>
                  <a:lnTo>
                    <a:pt x="7" y="99"/>
                  </a:lnTo>
                  <a:lnTo>
                    <a:pt x="4" y="121"/>
                  </a:lnTo>
                  <a:lnTo>
                    <a:pt x="2" y="146"/>
                  </a:lnTo>
                  <a:lnTo>
                    <a:pt x="2" y="172"/>
                  </a:lnTo>
                  <a:lnTo>
                    <a:pt x="0" y="198"/>
                  </a:lnTo>
                  <a:lnTo>
                    <a:pt x="2" y="198"/>
                  </a:lnTo>
                  <a:lnTo>
                    <a:pt x="2" y="172"/>
                  </a:lnTo>
                  <a:lnTo>
                    <a:pt x="4" y="147"/>
                  </a:lnTo>
                  <a:lnTo>
                    <a:pt x="6" y="123"/>
                  </a:lnTo>
                  <a:lnTo>
                    <a:pt x="9" y="101"/>
                  </a:lnTo>
                  <a:lnTo>
                    <a:pt x="13" y="80"/>
                  </a:lnTo>
                  <a:lnTo>
                    <a:pt x="16" y="61"/>
                  </a:lnTo>
                  <a:lnTo>
                    <a:pt x="22" y="45"/>
                  </a:lnTo>
                  <a:lnTo>
                    <a:pt x="27" y="31"/>
                  </a:lnTo>
                  <a:lnTo>
                    <a:pt x="33" y="19"/>
                  </a:lnTo>
                  <a:lnTo>
                    <a:pt x="40" y="12"/>
                  </a:lnTo>
                  <a:lnTo>
                    <a:pt x="45" y="7"/>
                  </a:lnTo>
                  <a:lnTo>
                    <a:pt x="53" y="5"/>
                  </a:lnTo>
                  <a:lnTo>
                    <a:pt x="5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1596" name="Google Shape;1596;p4"/>
            <p:cNvSpPr/>
            <p:nvPr/>
          </p:nvSpPr>
          <p:spPr>
            <a:xfrm>
              <a:off x="4074" y="3307"/>
              <a:ext cx="45" cy="114"/>
            </a:xfrm>
            <a:custGeom>
              <a:avLst/>
              <a:gdLst/>
              <a:ahLst/>
              <a:cxnLst/>
              <a:rect l="l" t="t" r="r" b="b"/>
              <a:pathLst>
                <a:path w="51" h="193" extrusionOk="0">
                  <a:moveTo>
                    <a:pt x="51" y="0"/>
                  </a:moveTo>
                  <a:lnTo>
                    <a:pt x="43" y="2"/>
                  </a:lnTo>
                  <a:lnTo>
                    <a:pt x="38" y="7"/>
                  </a:lnTo>
                  <a:lnTo>
                    <a:pt x="31" y="14"/>
                  </a:lnTo>
                  <a:lnTo>
                    <a:pt x="25" y="26"/>
                  </a:lnTo>
                  <a:lnTo>
                    <a:pt x="20" y="40"/>
                  </a:lnTo>
                  <a:lnTo>
                    <a:pt x="14" y="56"/>
                  </a:lnTo>
                  <a:lnTo>
                    <a:pt x="11" y="75"/>
                  </a:lnTo>
                  <a:lnTo>
                    <a:pt x="7" y="96"/>
                  </a:lnTo>
                  <a:lnTo>
                    <a:pt x="4" y="118"/>
                  </a:lnTo>
                  <a:lnTo>
                    <a:pt x="2" y="142"/>
                  </a:lnTo>
                  <a:lnTo>
                    <a:pt x="0" y="167"/>
                  </a:lnTo>
                  <a:lnTo>
                    <a:pt x="0" y="193"/>
                  </a:lnTo>
                  <a:lnTo>
                    <a:pt x="2" y="193"/>
                  </a:lnTo>
                  <a:lnTo>
                    <a:pt x="2" y="168"/>
                  </a:lnTo>
                  <a:lnTo>
                    <a:pt x="4" y="144"/>
                  </a:lnTo>
                  <a:lnTo>
                    <a:pt x="5" y="120"/>
                  </a:lnTo>
                  <a:lnTo>
                    <a:pt x="7" y="99"/>
                  </a:lnTo>
                  <a:lnTo>
                    <a:pt x="11" y="78"/>
                  </a:lnTo>
                  <a:lnTo>
                    <a:pt x="16" y="59"/>
                  </a:lnTo>
                  <a:lnTo>
                    <a:pt x="20" y="44"/>
                  </a:lnTo>
                  <a:lnTo>
                    <a:pt x="25" y="30"/>
                  </a:lnTo>
                  <a:lnTo>
                    <a:pt x="31" y="19"/>
                  </a:lnTo>
                  <a:lnTo>
                    <a:pt x="38" y="12"/>
                  </a:lnTo>
                  <a:lnTo>
                    <a:pt x="43" y="7"/>
                  </a:lnTo>
                  <a:lnTo>
                    <a:pt x="51" y="5"/>
                  </a:lnTo>
                  <a:lnTo>
                    <a:pt x="51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1597" name="Google Shape;1597;p4"/>
            <p:cNvSpPr/>
            <p:nvPr/>
          </p:nvSpPr>
          <p:spPr>
            <a:xfrm>
              <a:off x="4075" y="3309"/>
              <a:ext cx="44" cy="112"/>
            </a:xfrm>
            <a:custGeom>
              <a:avLst/>
              <a:gdLst/>
              <a:ahLst/>
              <a:cxnLst/>
              <a:rect l="l" t="t" r="r" b="b"/>
              <a:pathLst>
                <a:path w="49" h="188" extrusionOk="0">
                  <a:moveTo>
                    <a:pt x="49" y="0"/>
                  </a:moveTo>
                  <a:lnTo>
                    <a:pt x="41" y="2"/>
                  </a:lnTo>
                  <a:lnTo>
                    <a:pt x="36" y="7"/>
                  </a:lnTo>
                  <a:lnTo>
                    <a:pt x="29" y="14"/>
                  </a:lnTo>
                  <a:lnTo>
                    <a:pt x="23" y="25"/>
                  </a:lnTo>
                  <a:lnTo>
                    <a:pt x="18" y="39"/>
                  </a:lnTo>
                  <a:lnTo>
                    <a:pt x="14" y="54"/>
                  </a:lnTo>
                  <a:lnTo>
                    <a:pt x="9" y="73"/>
                  </a:lnTo>
                  <a:lnTo>
                    <a:pt x="5" y="94"/>
                  </a:lnTo>
                  <a:lnTo>
                    <a:pt x="3" y="115"/>
                  </a:lnTo>
                  <a:lnTo>
                    <a:pt x="2" y="139"/>
                  </a:lnTo>
                  <a:lnTo>
                    <a:pt x="0" y="163"/>
                  </a:lnTo>
                  <a:lnTo>
                    <a:pt x="0" y="188"/>
                  </a:lnTo>
                  <a:lnTo>
                    <a:pt x="2" y="188"/>
                  </a:lnTo>
                  <a:lnTo>
                    <a:pt x="2" y="163"/>
                  </a:lnTo>
                  <a:lnTo>
                    <a:pt x="2" y="141"/>
                  </a:lnTo>
                  <a:lnTo>
                    <a:pt x="5" y="118"/>
                  </a:lnTo>
                  <a:lnTo>
                    <a:pt x="7" y="96"/>
                  </a:lnTo>
                  <a:lnTo>
                    <a:pt x="11" y="77"/>
                  </a:lnTo>
                  <a:lnTo>
                    <a:pt x="14" y="59"/>
                  </a:lnTo>
                  <a:lnTo>
                    <a:pt x="20" y="44"/>
                  </a:lnTo>
                  <a:lnTo>
                    <a:pt x="25" y="30"/>
                  </a:lnTo>
                  <a:lnTo>
                    <a:pt x="30" y="19"/>
                  </a:lnTo>
                  <a:lnTo>
                    <a:pt x="36" y="11"/>
                  </a:lnTo>
                  <a:lnTo>
                    <a:pt x="41" y="7"/>
                  </a:lnTo>
                  <a:lnTo>
                    <a:pt x="49" y="6"/>
                  </a:lnTo>
                  <a:lnTo>
                    <a:pt x="49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1598" name="Google Shape;1598;p4"/>
            <p:cNvSpPr/>
            <p:nvPr/>
          </p:nvSpPr>
          <p:spPr>
            <a:xfrm>
              <a:off x="4077" y="3313"/>
              <a:ext cx="42" cy="108"/>
            </a:xfrm>
            <a:custGeom>
              <a:avLst/>
              <a:gdLst/>
              <a:ahLst/>
              <a:cxnLst/>
              <a:rect l="l" t="t" r="r" b="b"/>
              <a:pathLst>
                <a:path w="47" h="182" extrusionOk="0">
                  <a:moveTo>
                    <a:pt x="47" y="0"/>
                  </a:moveTo>
                  <a:lnTo>
                    <a:pt x="39" y="1"/>
                  </a:lnTo>
                  <a:lnTo>
                    <a:pt x="34" y="5"/>
                  </a:lnTo>
                  <a:lnTo>
                    <a:pt x="28" y="13"/>
                  </a:lnTo>
                  <a:lnTo>
                    <a:pt x="23" y="24"/>
                  </a:lnTo>
                  <a:lnTo>
                    <a:pt x="18" y="38"/>
                  </a:lnTo>
                  <a:lnTo>
                    <a:pt x="12" y="53"/>
                  </a:lnTo>
                  <a:lnTo>
                    <a:pt x="9" y="71"/>
                  </a:lnTo>
                  <a:lnTo>
                    <a:pt x="5" y="90"/>
                  </a:lnTo>
                  <a:lnTo>
                    <a:pt x="3" y="112"/>
                  </a:lnTo>
                  <a:lnTo>
                    <a:pt x="0" y="135"/>
                  </a:lnTo>
                  <a:lnTo>
                    <a:pt x="0" y="157"/>
                  </a:lnTo>
                  <a:lnTo>
                    <a:pt x="0" y="182"/>
                  </a:lnTo>
                  <a:lnTo>
                    <a:pt x="0" y="182"/>
                  </a:lnTo>
                  <a:lnTo>
                    <a:pt x="1" y="157"/>
                  </a:lnTo>
                  <a:lnTo>
                    <a:pt x="1" y="135"/>
                  </a:lnTo>
                  <a:lnTo>
                    <a:pt x="3" y="114"/>
                  </a:lnTo>
                  <a:lnTo>
                    <a:pt x="7" y="93"/>
                  </a:lnTo>
                  <a:lnTo>
                    <a:pt x="10" y="74"/>
                  </a:lnTo>
                  <a:lnTo>
                    <a:pt x="14" y="57"/>
                  </a:lnTo>
                  <a:lnTo>
                    <a:pt x="18" y="41"/>
                  </a:lnTo>
                  <a:lnTo>
                    <a:pt x="23" y="29"/>
                  </a:lnTo>
                  <a:lnTo>
                    <a:pt x="28" y="19"/>
                  </a:lnTo>
                  <a:lnTo>
                    <a:pt x="34" y="10"/>
                  </a:lnTo>
                  <a:lnTo>
                    <a:pt x="39" y="7"/>
                  </a:lnTo>
                  <a:lnTo>
                    <a:pt x="47" y="5"/>
                  </a:lnTo>
                  <a:lnTo>
                    <a:pt x="47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1599" name="Google Shape;1599;p4"/>
            <p:cNvSpPr/>
            <p:nvPr/>
          </p:nvSpPr>
          <p:spPr>
            <a:xfrm>
              <a:off x="4077" y="3315"/>
              <a:ext cx="42" cy="106"/>
            </a:xfrm>
            <a:custGeom>
              <a:avLst/>
              <a:gdLst/>
              <a:ahLst/>
              <a:cxnLst/>
              <a:rect l="l" t="t" r="r" b="b"/>
              <a:pathLst>
                <a:path w="47" h="177" extrusionOk="0">
                  <a:moveTo>
                    <a:pt x="47" y="0"/>
                  </a:moveTo>
                  <a:lnTo>
                    <a:pt x="39" y="2"/>
                  </a:lnTo>
                  <a:lnTo>
                    <a:pt x="34" y="5"/>
                  </a:lnTo>
                  <a:lnTo>
                    <a:pt x="28" y="14"/>
                  </a:lnTo>
                  <a:lnTo>
                    <a:pt x="23" y="24"/>
                  </a:lnTo>
                  <a:lnTo>
                    <a:pt x="18" y="36"/>
                  </a:lnTo>
                  <a:lnTo>
                    <a:pt x="14" y="52"/>
                  </a:lnTo>
                  <a:lnTo>
                    <a:pt x="10" y="69"/>
                  </a:lnTo>
                  <a:lnTo>
                    <a:pt x="7" y="88"/>
                  </a:lnTo>
                  <a:lnTo>
                    <a:pt x="3" y="109"/>
                  </a:lnTo>
                  <a:lnTo>
                    <a:pt x="1" y="130"/>
                  </a:lnTo>
                  <a:lnTo>
                    <a:pt x="1" y="152"/>
                  </a:lnTo>
                  <a:lnTo>
                    <a:pt x="0" y="177"/>
                  </a:lnTo>
                  <a:lnTo>
                    <a:pt x="1" y="177"/>
                  </a:lnTo>
                  <a:lnTo>
                    <a:pt x="1" y="154"/>
                  </a:lnTo>
                  <a:lnTo>
                    <a:pt x="3" y="132"/>
                  </a:lnTo>
                  <a:lnTo>
                    <a:pt x="5" y="111"/>
                  </a:lnTo>
                  <a:lnTo>
                    <a:pt x="7" y="90"/>
                  </a:lnTo>
                  <a:lnTo>
                    <a:pt x="10" y="73"/>
                  </a:lnTo>
                  <a:lnTo>
                    <a:pt x="14" y="55"/>
                  </a:lnTo>
                  <a:lnTo>
                    <a:pt x="19" y="40"/>
                  </a:lnTo>
                  <a:lnTo>
                    <a:pt x="23" y="28"/>
                  </a:lnTo>
                  <a:lnTo>
                    <a:pt x="28" y="17"/>
                  </a:lnTo>
                  <a:lnTo>
                    <a:pt x="34" y="10"/>
                  </a:lnTo>
                  <a:lnTo>
                    <a:pt x="41" y="7"/>
                  </a:lnTo>
                  <a:lnTo>
                    <a:pt x="47" y="5"/>
                  </a:lnTo>
                  <a:lnTo>
                    <a:pt x="47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1600" name="Google Shape;1600;p4"/>
            <p:cNvSpPr/>
            <p:nvPr/>
          </p:nvSpPr>
          <p:spPr>
            <a:xfrm>
              <a:off x="4079" y="3319"/>
              <a:ext cx="40" cy="102"/>
            </a:xfrm>
            <a:custGeom>
              <a:avLst/>
              <a:gdLst/>
              <a:ahLst/>
              <a:cxnLst/>
              <a:rect l="l" t="t" r="r" b="b"/>
              <a:pathLst>
                <a:path w="46" h="172" extrusionOk="0">
                  <a:moveTo>
                    <a:pt x="46" y="0"/>
                  </a:moveTo>
                  <a:lnTo>
                    <a:pt x="40" y="2"/>
                  </a:lnTo>
                  <a:lnTo>
                    <a:pt x="33" y="5"/>
                  </a:lnTo>
                  <a:lnTo>
                    <a:pt x="27" y="12"/>
                  </a:lnTo>
                  <a:lnTo>
                    <a:pt x="22" y="23"/>
                  </a:lnTo>
                  <a:lnTo>
                    <a:pt x="18" y="35"/>
                  </a:lnTo>
                  <a:lnTo>
                    <a:pt x="13" y="50"/>
                  </a:lnTo>
                  <a:lnTo>
                    <a:pt x="9" y="68"/>
                  </a:lnTo>
                  <a:lnTo>
                    <a:pt x="6" y="85"/>
                  </a:lnTo>
                  <a:lnTo>
                    <a:pt x="4" y="106"/>
                  </a:lnTo>
                  <a:lnTo>
                    <a:pt x="2" y="127"/>
                  </a:lnTo>
                  <a:lnTo>
                    <a:pt x="0" y="149"/>
                  </a:lnTo>
                  <a:lnTo>
                    <a:pt x="0" y="172"/>
                  </a:lnTo>
                  <a:lnTo>
                    <a:pt x="2" y="172"/>
                  </a:lnTo>
                  <a:lnTo>
                    <a:pt x="2" y="147"/>
                  </a:lnTo>
                  <a:lnTo>
                    <a:pt x="4" y="125"/>
                  </a:lnTo>
                  <a:lnTo>
                    <a:pt x="6" y="102"/>
                  </a:lnTo>
                  <a:lnTo>
                    <a:pt x="9" y="82"/>
                  </a:lnTo>
                  <a:lnTo>
                    <a:pt x="13" y="62"/>
                  </a:lnTo>
                  <a:lnTo>
                    <a:pt x="17" y="45"/>
                  </a:lnTo>
                  <a:lnTo>
                    <a:pt x="22" y="31"/>
                  </a:lnTo>
                  <a:lnTo>
                    <a:pt x="27" y="21"/>
                  </a:lnTo>
                  <a:lnTo>
                    <a:pt x="33" y="12"/>
                  </a:lnTo>
                  <a:lnTo>
                    <a:pt x="38" y="7"/>
                  </a:lnTo>
                  <a:lnTo>
                    <a:pt x="46" y="5"/>
                  </a:lnTo>
                  <a:lnTo>
                    <a:pt x="46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1601" name="Google Shape;1601;p4"/>
            <p:cNvSpPr/>
            <p:nvPr/>
          </p:nvSpPr>
          <p:spPr>
            <a:xfrm>
              <a:off x="4081" y="3323"/>
              <a:ext cx="38" cy="98"/>
            </a:xfrm>
            <a:custGeom>
              <a:avLst/>
              <a:gdLst/>
              <a:ahLst/>
              <a:cxnLst/>
              <a:rect l="l" t="t" r="r" b="b"/>
              <a:pathLst>
                <a:path w="44" h="167" extrusionOk="0">
                  <a:moveTo>
                    <a:pt x="44" y="0"/>
                  </a:moveTo>
                  <a:lnTo>
                    <a:pt x="36" y="2"/>
                  </a:lnTo>
                  <a:lnTo>
                    <a:pt x="31" y="7"/>
                  </a:lnTo>
                  <a:lnTo>
                    <a:pt x="25" y="16"/>
                  </a:lnTo>
                  <a:lnTo>
                    <a:pt x="20" y="26"/>
                  </a:lnTo>
                  <a:lnTo>
                    <a:pt x="15" y="40"/>
                  </a:lnTo>
                  <a:lnTo>
                    <a:pt x="11" y="57"/>
                  </a:lnTo>
                  <a:lnTo>
                    <a:pt x="7" y="77"/>
                  </a:lnTo>
                  <a:lnTo>
                    <a:pt x="4" y="97"/>
                  </a:lnTo>
                  <a:lnTo>
                    <a:pt x="2" y="120"/>
                  </a:lnTo>
                  <a:lnTo>
                    <a:pt x="0" y="142"/>
                  </a:lnTo>
                  <a:lnTo>
                    <a:pt x="0" y="167"/>
                  </a:lnTo>
                  <a:lnTo>
                    <a:pt x="2" y="167"/>
                  </a:lnTo>
                  <a:lnTo>
                    <a:pt x="2" y="142"/>
                  </a:lnTo>
                  <a:lnTo>
                    <a:pt x="2" y="122"/>
                  </a:lnTo>
                  <a:lnTo>
                    <a:pt x="6" y="99"/>
                  </a:lnTo>
                  <a:lnTo>
                    <a:pt x="7" y="80"/>
                  </a:lnTo>
                  <a:lnTo>
                    <a:pt x="11" y="61"/>
                  </a:lnTo>
                  <a:lnTo>
                    <a:pt x="16" y="45"/>
                  </a:lnTo>
                  <a:lnTo>
                    <a:pt x="20" y="31"/>
                  </a:lnTo>
                  <a:lnTo>
                    <a:pt x="25" y="19"/>
                  </a:lnTo>
                  <a:lnTo>
                    <a:pt x="31" y="12"/>
                  </a:lnTo>
                  <a:lnTo>
                    <a:pt x="36" y="7"/>
                  </a:lnTo>
                  <a:lnTo>
                    <a:pt x="44" y="5"/>
                  </a:lnTo>
                  <a:lnTo>
                    <a:pt x="44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1602" name="Google Shape;1602;p4"/>
            <p:cNvSpPr/>
            <p:nvPr/>
          </p:nvSpPr>
          <p:spPr>
            <a:xfrm>
              <a:off x="4082" y="3325"/>
              <a:ext cx="37" cy="96"/>
            </a:xfrm>
            <a:custGeom>
              <a:avLst/>
              <a:gdLst/>
              <a:ahLst/>
              <a:cxnLst/>
              <a:rect l="l" t="t" r="r" b="b"/>
              <a:pathLst>
                <a:path w="42" h="162" extrusionOk="0">
                  <a:moveTo>
                    <a:pt x="42" y="0"/>
                  </a:moveTo>
                  <a:lnTo>
                    <a:pt x="34" y="2"/>
                  </a:lnTo>
                  <a:lnTo>
                    <a:pt x="29" y="7"/>
                  </a:lnTo>
                  <a:lnTo>
                    <a:pt x="23" y="14"/>
                  </a:lnTo>
                  <a:lnTo>
                    <a:pt x="18" y="26"/>
                  </a:lnTo>
                  <a:lnTo>
                    <a:pt x="14" y="40"/>
                  </a:lnTo>
                  <a:lnTo>
                    <a:pt x="9" y="56"/>
                  </a:lnTo>
                  <a:lnTo>
                    <a:pt x="5" y="75"/>
                  </a:lnTo>
                  <a:lnTo>
                    <a:pt x="4" y="94"/>
                  </a:lnTo>
                  <a:lnTo>
                    <a:pt x="0" y="117"/>
                  </a:lnTo>
                  <a:lnTo>
                    <a:pt x="0" y="137"/>
                  </a:lnTo>
                  <a:lnTo>
                    <a:pt x="0" y="162"/>
                  </a:lnTo>
                  <a:lnTo>
                    <a:pt x="0" y="162"/>
                  </a:lnTo>
                  <a:lnTo>
                    <a:pt x="2" y="139"/>
                  </a:lnTo>
                  <a:lnTo>
                    <a:pt x="2" y="117"/>
                  </a:lnTo>
                  <a:lnTo>
                    <a:pt x="4" y="96"/>
                  </a:lnTo>
                  <a:lnTo>
                    <a:pt x="7" y="77"/>
                  </a:lnTo>
                  <a:lnTo>
                    <a:pt x="11" y="59"/>
                  </a:lnTo>
                  <a:lnTo>
                    <a:pt x="14" y="44"/>
                  </a:lnTo>
                  <a:lnTo>
                    <a:pt x="20" y="30"/>
                  </a:lnTo>
                  <a:lnTo>
                    <a:pt x="23" y="20"/>
                  </a:lnTo>
                  <a:lnTo>
                    <a:pt x="29" y="13"/>
                  </a:lnTo>
                  <a:lnTo>
                    <a:pt x="36" y="7"/>
                  </a:lnTo>
                  <a:lnTo>
                    <a:pt x="42" y="6"/>
                  </a:lnTo>
                  <a:lnTo>
                    <a:pt x="42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</p:grpSp>
      <p:grpSp>
        <p:nvGrpSpPr>
          <p:cNvPr id="1603" name="Google Shape;1603;p4"/>
          <p:cNvGrpSpPr/>
          <p:nvPr/>
        </p:nvGrpSpPr>
        <p:grpSpPr>
          <a:xfrm>
            <a:off x="4876800" y="5715000"/>
            <a:ext cx="228600" cy="762000"/>
            <a:chOff x="3969" y="3294"/>
            <a:chExt cx="164" cy="567"/>
          </a:xfrm>
        </p:grpSpPr>
        <p:sp>
          <p:nvSpPr>
            <p:cNvPr id="1604" name="Google Shape;1604;p4"/>
            <p:cNvSpPr/>
            <p:nvPr/>
          </p:nvSpPr>
          <p:spPr>
            <a:xfrm>
              <a:off x="3969" y="3294"/>
              <a:ext cx="164" cy="567"/>
            </a:xfrm>
            <a:custGeom>
              <a:avLst/>
              <a:gdLst/>
              <a:ahLst/>
              <a:cxnLst/>
              <a:rect l="l" t="t" r="r" b="b"/>
              <a:pathLst>
                <a:path w="188" h="953" extrusionOk="0">
                  <a:moveTo>
                    <a:pt x="188" y="873"/>
                  </a:moveTo>
                  <a:lnTo>
                    <a:pt x="94" y="953"/>
                  </a:lnTo>
                  <a:lnTo>
                    <a:pt x="0" y="873"/>
                  </a:lnTo>
                  <a:lnTo>
                    <a:pt x="94" y="0"/>
                  </a:lnTo>
                  <a:lnTo>
                    <a:pt x="188" y="873"/>
                  </a:lnTo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1605" name="Google Shape;1605;p4"/>
            <p:cNvSpPr/>
            <p:nvPr/>
          </p:nvSpPr>
          <p:spPr>
            <a:xfrm>
              <a:off x="4035" y="3318"/>
              <a:ext cx="32" cy="59"/>
            </a:xfrm>
            <a:custGeom>
              <a:avLst/>
              <a:gdLst/>
              <a:ahLst/>
              <a:cxnLst/>
              <a:rect l="l" t="t" r="r" b="b"/>
              <a:pathLst>
                <a:path w="36" h="99" extrusionOk="0">
                  <a:moveTo>
                    <a:pt x="29" y="19"/>
                  </a:moveTo>
                  <a:lnTo>
                    <a:pt x="18" y="0"/>
                  </a:lnTo>
                  <a:lnTo>
                    <a:pt x="5" y="19"/>
                  </a:lnTo>
                  <a:lnTo>
                    <a:pt x="0" y="80"/>
                  </a:lnTo>
                  <a:lnTo>
                    <a:pt x="18" y="99"/>
                  </a:lnTo>
                  <a:lnTo>
                    <a:pt x="36" y="80"/>
                  </a:lnTo>
                  <a:lnTo>
                    <a:pt x="29" y="19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1606" name="Google Shape;1606;p4"/>
            <p:cNvSpPr/>
            <p:nvPr/>
          </p:nvSpPr>
          <p:spPr>
            <a:xfrm>
              <a:off x="3969" y="3767"/>
              <a:ext cx="164" cy="48"/>
            </a:xfrm>
            <a:custGeom>
              <a:avLst/>
              <a:gdLst/>
              <a:ahLst/>
              <a:cxnLst/>
              <a:rect l="l" t="t" r="r" b="b"/>
              <a:pathLst>
                <a:path w="188" h="78" extrusionOk="0">
                  <a:moveTo>
                    <a:pt x="188" y="78"/>
                  </a:moveTo>
                  <a:lnTo>
                    <a:pt x="94" y="0"/>
                  </a:lnTo>
                  <a:lnTo>
                    <a:pt x="0" y="78"/>
                  </a:lnTo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1607" name="Google Shape;1607;p4"/>
            <p:cNvSpPr/>
            <p:nvPr/>
          </p:nvSpPr>
          <p:spPr>
            <a:xfrm>
              <a:off x="3969" y="3294"/>
              <a:ext cx="164" cy="567"/>
            </a:xfrm>
            <a:custGeom>
              <a:avLst/>
              <a:gdLst/>
              <a:ahLst/>
              <a:cxnLst/>
              <a:rect l="l" t="t" r="r" b="b"/>
              <a:pathLst>
                <a:path w="188" h="953" extrusionOk="0">
                  <a:moveTo>
                    <a:pt x="94" y="0"/>
                  </a:moveTo>
                  <a:lnTo>
                    <a:pt x="94" y="953"/>
                  </a:lnTo>
                  <a:lnTo>
                    <a:pt x="188" y="873"/>
                  </a:lnTo>
                  <a:lnTo>
                    <a:pt x="94" y="0"/>
                  </a:lnTo>
                  <a:lnTo>
                    <a:pt x="0" y="873"/>
                  </a:lnTo>
                  <a:lnTo>
                    <a:pt x="94" y="953"/>
                  </a:lnTo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1608" name="Google Shape;1608;p4"/>
            <p:cNvSpPr/>
            <p:nvPr/>
          </p:nvSpPr>
          <p:spPr>
            <a:xfrm>
              <a:off x="4030" y="3424"/>
              <a:ext cx="42" cy="12"/>
            </a:xfrm>
            <a:custGeom>
              <a:avLst/>
              <a:gdLst/>
              <a:ahLst/>
              <a:cxnLst/>
              <a:rect l="l" t="t" r="r" b="b"/>
              <a:pathLst>
                <a:path w="47" h="19" extrusionOk="0">
                  <a:moveTo>
                    <a:pt x="47" y="0"/>
                  </a:moveTo>
                  <a:lnTo>
                    <a:pt x="24" y="19"/>
                  </a:lnTo>
                  <a:lnTo>
                    <a:pt x="0" y="0"/>
                  </a:lnTo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1609" name="Google Shape;1609;p4"/>
            <p:cNvSpPr/>
            <p:nvPr/>
          </p:nvSpPr>
          <p:spPr>
            <a:xfrm>
              <a:off x="4023" y="3468"/>
              <a:ext cx="54" cy="15"/>
            </a:xfrm>
            <a:custGeom>
              <a:avLst/>
              <a:gdLst/>
              <a:ahLst/>
              <a:cxnLst/>
              <a:rect l="l" t="t" r="r" b="b"/>
              <a:pathLst>
                <a:path w="64" h="26" extrusionOk="0">
                  <a:moveTo>
                    <a:pt x="64" y="0"/>
                  </a:moveTo>
                  <a:lnTo>
                    <a:pt x="33" y="26"/>
                  </a:lnTo>
                  <a:lnTo>
                    <a:pt x="0" y="0"/>
                  </a:lnTo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1610" name="Google Shape;1610;p4"/>
            <p:cNvSpPr/>
            <p:nvPr/>
          </p:nvSpPr>
          <p:spPr>
            <a:xfrm>
              <a:off x="4018" y="3510"/>
              <a:ext cx="68" cy="21"/>
            </a:xfrm>
            <a:custGeom>
              <a:avLst/>
              <a:gdLst/>
              <a:ahLst/>
              <a:cxnLst/>
              <a:rect l="l" t="t" r="r" b="b"/>
              <a:pathLst>
                <a:path w="78" h="35" extrusionOk="0">
                  <a:moveTo>
                    <a:pt x="78" y="2"/>
                  </a:moveTo>
                  <a:lnTo>
                    <a:pt x="38" y="35"/>
                  </a:lnTo>
                  <a:lnTo>
                    <a:pt x="0" y="0"/>
                  </a:lnTo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1611" name="Google Shape;1611;p4"/>
            <p:cNvSpPr/>
            <p:nvPr/>
          </p:nvSpPr>
          <p:spPr>
            <a:xfrm>
              <a:off x="4009" y="3555"/>
              <a:ext cx="82" cy="23"/>
            </a:xfrm>
            <a:custGeom>
              <a:avLst/>
              <a:gdLst/>
              <a:ahLst/>
              <a:cxnLst/>
              <a:rect l="l" t="t" r="r" b="b"/>
              <a:pathLst>
                <a:path w="94" h="38" extrusionOk="0">
                  <a:moveTo>
                    <a:pt x="94" y="0"/>
                  </a:moveTo>
                  <a:lnTo>
                    <a:pt x="47" y="38"/>
                  </a:lnTo>
                  <a:lnTo>
                    <a:pt x="0" y="0"/>
                  </a:lnTo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1612" name="Google Shape;1612;p4"/>
            <p:cNvSpPr/>
            <p:nvPr/>
          </p:nvSpPr>
          <p:spPr>
            <a:xfrm>
              <a:off x="4002" y="3598"/>
              <a:ext cx="96" cy="27"/>
            </a:xfrm>
            <a:custGeom>
              <a:avLst/>
              <a:gdLst/>
              <a:ahLst/>
              <a:cxnLst/>
              <a:rect l="l" t="t" r="r" b="b"/>
              <a:pathLst>
                <a:path w="110" h="46" extrusionOk="0">
                  <a:moveTo>
                    <a:pt x="110" y="0"/>
                  </a:moveTo>
                  <a:lnTo>
                    <a:pt x="56" y="46"/>
                  </a:lnTo>
                  <a:lnTo>
                    <a:pt x="0" y="0"/>
                  </a:lnTo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1613" name="Google Shape;1613;p4"/>
            <p:cNvSpPr/>
            <p:nvPr/>
          </p:nvSpPr>
          <p:spPr>
            <a:xfrm>
              <a:off x="3997" y="3641"/>
              <a:ext cx="110" cy="32"/>
            </a:xfrm>
            <a:custGeom>
              <a:avLst/>
              <a:gdLst/>
              <a:ahLst/>
              <a:cxnLst/>
              <a:rect l="l" t="t" r="r" b="b"/>
              <a:pathLst>
                <a:path w="125" h="53" extrusionOk="0">
                  <a:moveTo>
                    <a:pt x="125" y="0"/>
                  </a:moveTo>
                  <a:lnTo>
                    <a:pt x="62" y="53"/>
                  </a:lnTo>
                  <a:lnTo>
                    <a:pt x="0" y="0"/>
                  </a:lnTo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1614" name="Google Shape;1614;p4"/>
            <p:cNvSpPr/>
            <p:nvPr/>
          </p:nvSpPr>
          <p:spPr>
            <a:xfrm>
              <a:off x="3990" y="3684"/>
              <a:ext cx="122" cy="36"/>
            </a:xfrm>
            <a:custGeom>
              <a:avLst/>
              <a:gdLst/>
              <a:ahLst/>
              <a:cxnLst/>
              <a:rect l="l" t="t" r="r" b="b"/>
              <a:pathLst>
                <a:path w="141" h="61" extrusionOk="0">
                  <a:moveTo>
                    <a:pt x="141" y="0"/>
                  </a:moveTo>
                  <a:lnTo>
                    <a:pt x="71" y="61"/>
                  </a:lnTo>
                  <a:lnTo>
                    <a:pt x="0" y="0"/>
                  </a:lnTo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1615" name="Google Shape;1615;p4"/>
            <p:cNvSpPr/>
            <p:nvPr/>
          </p:nvSpPr>
          <p:spPr>
            <a:xfrm>
              <a:off x="3981" y="3728"/>
              <a:ext cx="138" cy="39"/>
            </a:xfrm>
            <a:custGeom>
              <a:avLst/>
              <a:gdLst/>
              <a:ahLst/>
              <a:cxnLst/>
              <a:rect l="l" t="t" r="r" b="b"/>
              <a:pathLst>
                <a:path w="158" h="68" extrusionOk="0">
                  <a:moveTo>
                    <a:pt x="158" y="0"/>
                  </a:moveTo>
                  <a:lnTo>
                    <a:pt x="80" y="68"/>
                  </a:lnTo>
                  <a:lnTo>
                    <a:pt x="0" y="2"/>
                  </a:lnTo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1616" name="Google Shape;1616;p4"/>
            <p:cNvSpPr/>
            <p:nvPr/>
          </p:nvSpPr>
          <p:spPr>
            <a:xfrm>
              <a:off x="3978" y="3769"/>
              <a:ext cx="148" cy="46"/>
            </a:xfrm>
            <a:custGeom>
              <a:avLst/>
              <a:gdLst/>
              <a:ahLst/>
              <a:cxnLst/>
              <a:rect l="l" t="t" r="r" b="b"/>
              <a:pathLst>
                <a:path w="172" h="75" extrusionOk="0">
                  <a:moveTo>
                    <a:pt x="172" y="2"/>
                  </a:moveTo>
                  <a:lnTo>
                    <a:pt x="85" y="75"/>
                  </a:lnTo>
                  <a:lnTo>
                    <a:pt x="0" y="0"/>
                  </a:lnTo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1617" name="Google Shape;1617;p4"/>
            <p:cNvSpPr/>
            <p:nvPr/>
          </p:nvSpPr>
          <p:spPr>
            <a:xfrm>
              <a:off x="4035" y="3318"/>
              <a:ext cx="32" cy="59"/>
            </a:xfrm>
            <a:custGeom>
              <a:avLst/>
              <a:gdLst/>
              <a:ahLst/>
              <a:cxnLst/>
              <a:rect l="l" t="t" r="r" b="b"/>
              <a:pathLst>
                <a:path w="36" h="99" extrusionOk="0">
                  <a:moveTo>
                    <a:pt x="29" y="19"/>
                  </a:moveTo>
                  <a:lnTo>
                    <a:pt x="18" y="0"/>
                  </a:lnTo>
                  <a:lnTo>
                    <a:pt x="5" y="19"/>
                  </a:lnTo>
                  <a:lnTo>
                    <a:pt x="0" y="80"/>
                  </a:lnTo>
                  <a:lnTo>
                    <a:pt x="18" y="99"/>
                  </a:lnTo>
                  <a:lnTo>
                    <a:pt x="36" y="80"/>
                  </a:lnTo>
                  <a:lnTo>
                    <a:pt x="29" y="19"/>
                  </a:lnTo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1618" name="Google Shape;1618;p4"/>
            <p:cNvSpPr/>
            <p:nvPr/>
          </p:nvSpPr>
          <p:spPr>
            <a:xfrm>
              <a:off x="4070" y="3294"/>
              <a:ext cx="49" cy="127"/>
            </a:xfrm>
            <a:custGeom>
              <a:avLst/>
              <a:gdLst/>
              <a:ahLst/>
              <a:cxnLst/>
              <a:rect l="l" t="t" r="r" b="b"/>
              <a:pathLst>
                <a:path w="56" h="214" extrusionOk="0">
                  <a:moveTo>
                    <a:pt x="56" y="0"/>
                  </a:moveTo>
                  <a:lnTo>
                    <a:pt x="48" y="2"/>
                  </a:lnTo>
                  <a:lnTo>
                    <a:pt x="41" y="7"/>
                  </a:lnTo>
                  <a:lnTo>
                    <a:pt x="36" y="14"/>
                  </a:lnTo>
                  <a:lnTo>
                    <a:pt x="28" y="25"/>
                  </a:lnTo>
                  <a:lnTo>
                    <a:pt x="23" y="39"/>
                  </a:lnTo>
                  <a:lnTo>
                    <a:pt x="18" y="54"/>
                  </a:lnTo>
                  <a:lnTo>
                    <a:pt x="14" y="72"/>
                  </a:lnTo>
                  <a:lnTo>
                    <a:pt x="9" y="92"/>
                  </a:lnTo>
                  <a:lnTo>
                    <a:pt x="7" y="115"/>
                  </a:lnTo>
                  <a:lnTo>
                    <a:pt x="3" y="137"/>
                  </a:lnTo>
                  <a:lnTo>
                    <a:pt x="1" y="162"/>
                  </a:lnTo>
                  <a:lnTo>
                    <a:pt x="0" y="188"/>
                  </a:lnTo>
                  <a:lnTo>
                    <a:pt x="0" y="214"/>
                  </a:lnTo>
                  <a:lnTo>
                    <a:pt x="0" y="0"/>
                  </a:lnTo>
                  <a:lnTo>
                    <a:pt x="56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1619" name="Google Shape;1619;p4"/>
            <p:cNvSpPr/>
            <p:nvPr/>
          </p:nvSpPr>
          <p:spPr>
            <a:xfrm>
              <a:off x="4070" y="3294"/>
              <a:ext cx="49" cy="127"/>
            </a:xfrm>
            <a:custGeom>
              <a:avLst/>
              <a:gdLst/>
              <a:ahLst/>
              <a:cxnLst/>
              <a:rect l="l" t="t" r="r" b="b"/>
              <a:pathLst>
                <a:path w="56" h="214" extrusionOk="0">
                  <a:moveTo>
                    <a:pt x="56" y="0"/>
                  </a:moveTo>
                  <a:lnTo>
                    <a:pt x="48" y="2"/>
                  </a:lnTo>
                  <a:lnTo>
                    <a:pt x="41" y="7"/>
                  </a:lnTo>
                  <a:lnTo>
                    <a:pt x="36" y="14"/>
                  </a:lnTo>
                  <a:lnTo>
                    <a:pt x="28" y="25"/>
                  </a:lnTo>
                  <a:lnTo>
                    <a:pt x="23" y="39"/>
                  </a:lnTo>
                  <a:lnTo>
                    <a:pt x="18" y="54"/>
                  </a:lnTo>
                  <a:lnTo>
                    <a:pt x="14" y="72"/>
                  </a:lnTo>
                  <a:lnTo>
                    <a:pt x="9" y="92"/>
                  </a:lnTo>
                  <a:lnTo>
                    <a:pt x="7" y="115"/>
                  </a:lnTo>
                  <a:lnTo>
                    <a:pt x="3" y="137"/>
                  </a:lnTo>
                  <a:lnTo>
                    <a:pt x="1" y="162"/>
                  </a:lnTo>
                  <a:lnTo>
                    <a:pt x="0" y="188"/>
                  </a:lnTo>
                  <a:lnTo>
                    <a:pt x="0" y="214"/>
                  </a:lnTo>
                  <a:lnTo>
                    <a:pt x="1" y="214"/>
                  </a:lnTo>
                  <a:lnTo>
                    <a:pt x="1" y="188"/>
                  </a:lnTo>
                  <a:lnTo>
                    <a:pt x="3" y="163"/>
                  </a:lnTo>
                  <a:lnTo>
                    <a:pt x="5" y="139"/>
                  </a:lnTo>
                  <a:lnTo>
                    <a:pt x="7" y="117"/>
                  </a:lnTo>
                  <a:lnTo>
                    <a:pt x="10" y="96"/>
                  </a:lnTo>
                  <a:lnTo>
                    <a:pt x="14" y="75"/>
                  </a:lnTo>
                  <a:lnTo>
                    <a:pt x="19" y="58"/>
                  </a:lnTo>
                  <a:lnTo>
                    <a:pt x="25" y="42"/>
                  </a:lnTo>
                  <a:lnTo>
                    <a:pt x="30" y="30"/>
                  </a:lnTo>
                  <a:lnTo>
                    <a:pt x="36" y="19"/>
                  </a:lnTo>
                  <a:lnTo>
                    <a:pt x="43" y="11"/>
                  </a:lnTo>
                  <a:lnTo>
                    <a:pt x="48" y="7"/>
                  </a:lnTo>
                  <a:lnTo>
                    <a:pt x="56" y="6"/>
                  </a:lnTo>
                  <a:lnTo>
                    <a:pt x="56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1620" name="Google Shape;1620;p4"/>
            <p:cNvSpPr/>
            <p:nvPr/>
          </p:nvSpPr>
          <p:spPr>
            <a:xfrm>
              <a:off x="4072" y="3298"/>
              <a:ext cx="47" cy="123"/>
            </a:xfrm>
            <a:custGeom>
              <a:avLst/>
              <a:gdLst/>
              <a:ahLst/>
              <a:cxnLst/>
              <a:rect l="l" t="t" r="r" b="b"/>
              <a:pathLst>
                <a:path w="55" h="208" extrusionOk="0">
                  <a:moveTo>
                    <a:pt x="55" y="0"/>
                  </a:moveTo>
                  <a:lnTo>
                    <a:pt x="47" y="1"/>
                  </a:lnTo>
                  <a:lnTo>
                    <a:pt x="42" y="5"/>
                  </a:lnTo>
                  <a:lnTo>
                    <a:pt x="35" y="13"/>
                  </a:lnTo>
                  <a:lnTo>
                    <a:pt x="29" y="24"/>
                  </a:lnTo>
                  <a:lnTo>
                    <a:pt x="24" y="36"/>
                  </a:lnTo>
                  <a:lnTo>
                    <a:pt x="18" y="52"/>
                  </a:lnTo>
                  <a:lnTo>
                    <a:pt x="13" y="69"/>
                  </a:lnTo>
                  <a:lnTo>
                    <a:pt x="9" y="90"/>
                  </a:lnTo>
                  <a:lnTo>
                    <a:pt x="6" y="111"/>
                  </a:lnTo>
                  <a:lnTo>
                    <a:pt x="4" y="133"/>
                  </a:lnTo>
                  <a:lnTo>
                    <a:pt x="2" y="157"/>
                  </a:lnTo>
                  <a:lnTo>
                    <a:pt x="0" y="182"/>
                  </a:lnTo>
                  <a:lnTo>
                    <a:pt x="0" y="208"/>
                  </a:lnTo>
                  <a:lnTo>
                    <a:pt x="2" y="208"/>
                  </a:lnTo>
                  <a:lnTo>
                    <a:pt x="2" y="180"/>
                  </a:lnTo>
                  <a:lnTo>
                    <a:pt x="4" y="154"/>
                  </a:lnTo>
                  <a:lnTo>
                    <a:pt x="6" y="130"/>
                  </a:lnTo>
                  <a:lnTo>
                    <a:pt x="8" y="105"/>
                  </a:lnTo>
                  <a:lnTo>
                    <a:pt x="13" y="85"/>
                  </a:lnTo>
                  <a:lnTo>
                    <a:pt x="17" y="64"/>
                  </a:lnTo>
                  <a:lnTo>
                    <a:pt x="22" y="46"/>
                  </a:lnTo>
                  <a:lnTo>
                    <a:pt x="27" y="33"/>
                  </a:lnTo>
                  <a:lnTo>
                    <a:pt x="35" y="20"/>
                  </a:lnTo>
                  <a:lnTo>
                    <a:pt x="40" y="12"/>
                  </a:lnTo>
                  <a:lnTo>
                    <a:pt x="47" y="7"/>
                  </a:lnTo>
                  <a:lnTo>
                    <a:pt x="55" y="5"/>
                  </a:lnTo>
                  <a:lnTo>
                    <a:pt x="55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1621" name="Google Shape;1621;p4"/>
            <p:cNvSpPr/>
            <p:nvPr/>
          </p:nvSpPr>
          <p:spPr>
            <a:xfrm>
              <a:off x="4074" y="3300"/>
              <a:ext cx="45" cy="121"/>
            </a:xfrm>
            <a:custGeom>
              <a:avLst/>
              <a:gdLst/>
              <a:ahLst/>
              <a:cxnLst/>
              <a:rect l="l" t="t" r="r" b="b"/>
              <a:pathLst>
                <a:path w="53" h="203" extrusionOk="0">
                  <a:moveTo>
                    <a:pt x="53" y="0"/>
                  </a:moveTo>
                  <a:lnTo>
                    <a:pt x="45" y="2"/>
                  </a:lnTo>
                  <a:lnTo>
                    <a:pt x="38" y="7"/>
                  </a:lnTo>
                  <a:lnTo>
                    <a:pt x="33" y="15"/>
                  </a:lnTo>
                  <a:lnTo>
                    <a:pt x="25" y="28"/>
                  </a:lnTo>
                  <a:lnTo>
                    <a:pt x="20" y="41"/>
                  </a:lnTo>
                  <a:lnTo>
                    <a:pt x="15" y="59"/>
                  </a:lnTo>
                  <a:lnTo>
                    <a:pt x="11" y="80"/>
                  </a:lnTo>
                  <a:lnTo>
                    <a:pt x="6" y="100"/>
                  </a:lnTo>
                  <a:lnTo>
                    <a:pt x="4" y="125"/>
                  </a:lnTo>
                  <a:lnTo>
                    <a:pt x="2" y="149"/>
                  </a:lnTo>
                  <a:lnTo>
                    <a:pt x="0" y="175"/>
                  </a:lnTo>
                  <a:lnTo>
                    <a:pt x="0" y="203"/>
                  </a:lnTo>
                  <a:lnTo>
                    <a:pt x="0" y="203"/>
                  </a:lnTo>
                  <a:lnTo>
                    <a:pt x="2" y="177"/>
                  </a:lnTo>
                  <a:lnTo>
                    <a:pt x="2" y="151"/>
                  </a:lnTo>
                  <a:lnTo>
                    <a:pt x="4" y="126"/>
                  </a:lnTo>
                  <a:lnTo>
                    <a:pt x="7" y="104"/>
                  </a:lnTo>
                  <a:lnTo>
                    <a:pt x="11" y="81"/>
                  </a:lnTo>
                  <a:lnTo>
                    <a:pt x="16" y="62"/>
                  </a:lnTo>
                  <a:lnTo>
                    <a:pt x="20" y="45"/>
                  </a:lnTo>
                  <a:lnTo>
                    <a:pt x="27" y="31"/>
                  </a:lnTo>
                  <a:lnTo>
                    <a:pt x="33" y="21"/>
                  </a:lnTo>
                  <a:lnTo>
                    <a:pt x="38" y="12"/>
                  </a:lnTo>
                  <a:lnTo>
                    <a:pt x="45" y="7"/>
                  </a:lnTo>
                  <a:lnTo>
                    <a:pt x="53" y="5"/>
                  </a:lnTo>
                  <a:lnTo>
                    <a:pt x="5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1622" name="Google Shape;1622;p4"/>
            <p:cNvSpPr/>
            <p:nvPr/>
          </p:nvSpPr>
          <p:spPr>
            <a:xfrm>
              <a:off x="4074" y="3304"/>
              <a:ext cx="45" cy="117"/>
            </a:xfrm>
            <a:custGeom>
              <a:avLst/>
              <a:gdLst/>
              <a:ahLst/>
              <a:cxnLst/>
              <a:rect l="l" t="t" r="r" b="b"/>
              <a:pathLst>
                <a:path w="53" h="198" extrusionOk="0">
                  <a:moveTo>
                    <a:pt x="53" y="0"/>
                  </a:moveTo>
                  <a:lnTo>
                    <a:pt x="45" y="2"/>
                  </a:lnTo>
                  <a:lnTo>
                    <a:pt x="38" y="7"/>
                  </a:lnTo>
                  <a:lnTo>
                    <a:pt x="33" y="16"/>
                  </a:lnTo>
                  <a:lnTo>
                    <a:pt x="27" y="26"/>
                  </a:lnTo>
                  <a:lnTo>
                    <a:pt x="20" y="40"/>
                  </a:lnTo>
                  <a:lnTo>
                    <a:pt x="16" y="57"/>
                  </a:lnTo>
                  <a:lnTo>
                    <a:pt x="11" y="76"/>
                  </a:lnTo>
                  <a:lnTo>
                    <a:pt x="7" y="99"/>
                  </a:lnTo>
                  <a:lnTo>
                    <a:pt x="4" y="121"/>
                  </a:lnTo>
                  <a:lnTo>
                    <a:pt x="2" y="146"/>
                  </a:lnTo>
                  <a:lnTo>
                    <a:pt x="2" y="172"/>
                  </a:lnTo>
                  <a:lnTo>
                    <a:pt x="0" y="198"/>
                  </a:lnTo>
                  <a:lnTo>
                    <a:pt x="2" y="198"/>
                  </a:lnTo>
                  <a:lnTo>
                    <a:pt x="2" y="172"/>
                  </a:lnTo>
                  <a:lnTo>
                    <a:pt x="4" y="147"/>
                  </a:lnTo>
                  <a:lnTo>
                    <a:pt x="6" y="123"/>
                  </a:lnTo>
                  <a:lnTo>
                    <a:pt x="9" y="101"/>
                  </a:lnTo>
                  <a:lnTo>
                    <a:pt x="13" y="80"/>
                  </a:lnTo>
                  <a:lnTo>
                    <a:pt x="16" y="61"/>
                  </a:lnTo>
                  <a:lnTo>
                    <a:pt x="22" y="45"/>
                  </a:lnTo>
                  <a:lnTo>
                    <a:pt x="27" y="31"/>
                  </a:lnTo>
                  <a:lnTo>
                    <a:pt x="33" y="19"/>
                  </a:lnTo>
                  <a:lnTo>
                    <a:pt x="40" y="12"/>
                  </a:lnTo>
                  <a:lnTo>
                    <a:pt x="45" y="7"/>
                  </a:lnTo>
                  <a:lnTo>
                    <a:pt x="53" y="5"/>
                  </a:lnTo>
                  <a:lnTo>
                    <a:pt x="5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1623" name="Google Shape;1623;p4"/>
            <p:cNvSpPr/>
            <p:nvPr/>
          </p:nvSpPr>
          <p:spPr>
            <a:xfrm>
              <a:off x="4074" y="3307"/>
              <a:ext cx="45" cy="114"/>
            </a:xfrm>
            <a:custGeom>
              <a:avLst/>
              <a:gdLst/>
              <a:ahLst/>
              <a:cxnLst/>
              <a:rect l="l" t="t" r="r" b="b"/>
              <a:pathLst>
                <a:path w="51" h="193" extrusionOk="0">
                  <a:moveTo>
                    <a:pt x="51" y="0"/>
                  </a:moveTo>
                  <a:lnTo>
                    <a:pt x="43" y="2"/>
                  </a:lnTo>
                  <a:lnTo>
                    <a:pt x="38" y="7"/>
                  </a:lnTo>
                  <a:lnTo>
                    <a:pt x="31" y="14"/>
                  </a:lnTo>
                  <a:lnTo>
                    <a:pt x="25" y="26"/>
                  </a:lnTo>
                  <a:lnTo>
                    <a:pt x="20" y="40"/>
                  </a:lnTo>
                  <a:lnTo>
                    <a:pt x="14" y="56"/>
                  </a:lnTo>
                  <a:lnTo>
                    <a:pt x="11" y="75"/>
                  </a:lnTo>
                  <a:lnTo>
                    <a:pt x="7" y="96"/>
                  </a:lnTo>
                  <a:lnTo>
                    <a:pt x="4" y="118"/>
                  </a:lnTo>
                  <a:lnTo>
                    <a:pt x="2" y="142"/>
                  </a:lnTo>
                  <a:lnTo>
                    <a:pt x="0" y="167"/>
                  </a:lnTo>
                  <a:lnTo>
                    <a:pt x="0" y="193"/>
                  </a:lnTo>
                  <a:lnTo>
                    <a:pt x="2" y="193"/>
                  </a:lnTo>
                  <a:lnTo>
                    <a:pt x="2" y="168"/>
                  </a:lnTo>
                  <a:lnTo>
                    <a:pt x="4" y="144"/>
                  </a:lnTo>
                  <a:lnTo>
                    <a:pt x="5" y="120"/>
                  </a:lnTo>
                  <a:lnTo>
                    <a:pt x="7" y="99"/>
                  </a:lnTo>
                  <a:lnTo>
                    <a:pt x="11" y="78"/>
                  </a:lnTo>
                  <a:lnTo>
                    <a:pt x="16" y="59"/>
                  </a:lnTo>
                  <a:lnTo>
                    <a:pt x="20" y="44"/>
                  </a:lnTo>
                  <a:lnTo>
                    <a:pt x="25" y="30"/>
                  </a:lnTo>
                  <a:lnTo>
                    <a:pt x="31" y="19"/>
                  </a:lnTo>
                  <a:lnTo>
                    <a:pt x="38" y="12"/>
                  </a:lnTo>
                  <a:lnTo>
                    <a:pt x="43" y="7"/>
                  </a:lnTo>
                  <a:lnTo>
                    <a:pt x="51" y="5"/>
                  </a:lnTo>
                  <a:lnTo>
                    <a:pt x="51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1624" name="Google Shape;1624;p4"/>
            <p:cNvSpPr/>
            <p:nvPr/>
          </p:nvSpPr>
          <p:spPr>
            <a:xfrm>
              <a:off x="4075" y="3309"/>
              <a:ext cx="44" cy="112"/>
            </a:xfrm>
            <a:custGeom>
              <a:avLst/>
              <a:gdLst/>
              <a:ahLst/>
              <a:cxnLst/>
              <a:rect l="l" t="t" r="r" b="b"/>
              <a:pathLst>
                <a:path w="49" h="188" extrusionOk="0">
                  <a:moveTo>
                    <a:pt x="49" y="0"/>
                  </a:moveTo>
                  <a:lnTo>
                    <a:pt x="41" y="2"/>
                  </a:lnTo>
                  <a:lnTo>
                    <a:pt x="36" y="7"/>
                  </a:lnTo>
                  <a:lnTo>
                    <a:pt x="29" y="14"/>
                  </a:lnTo>
                  <a:lnTo>
                    <a:pt x="23" y="25"/>
                  </a:lnTo>
                  <a:lnTo>
                    <a:pt x="18" y="39"/>
                  </a:lnTo>
                  <a:lnTo>
                    <a:pt x="14" y="54"/>
                  </a:lnTo>
                  <a:lnTo>
                    <a:pt x="9" y="73"/>
                  </a:lnTo>
                  <a:lnTo>
                    <a:pt x="5" y="94"/>
                  </a:lnTo>
                  <a:lnTo>
                    <a:pt x="3" y="115"/>
                  </a:lnTo>
                  <a:lnTo>
                    <a:pt x="2" y="139"/>
                  </a:lnTo>
                  <a:lnTo>
                    <a:pt x="0" y="163"/>
                  </a:lnTo>
                  <a:lnTo>
                    <a:pt x="0" y="188"/>
                  </a:lnTo>
                  <a:lnTo>
                    <a:pt x="2" y="188"/>
                  </a:lnTo>
                  <a:lnTo>
                    <a:pt x="2" y="163"/>
                  </a:lnTo>
                  <a:lnTo>
                    <a:pt x="2" y="141"/>
                  </a:lnTo>
                  <a:lnTo>
                    <a:pt x="5" y="118"/>
                  </a:lnTo>
                  <a:lnTo>
                    <a:pt x="7" y="96"/>
                  </a:lnTo>
                  <a:lnTo>
                    <a:pt x="11" y="77"/>
                  </a:lnTo>
                  <a:lnTo>
                    <a:pt x="14" y="59"/>
                  </a:lnTo>
                  <a:lnTo>
                    <a:pt x="20" y="44"/>
                  </a:lnTo>
                  <a:lnTo>
                    <a:pt x="25" y="30"/>
                  </a:lnTo>
                  <a:lnTo>
                    <a:pt x="30" y="19"/>
                  </a:lnTo>
                  <a:lnTo>
                    <a:pt x="36" y="11"/>
                  </a:lnTo>
                  <a:lnTo>
                    <a:pt x="41" y="7"/>
                  </a:lnTo>
                  <a:lnTo>
                    <a:pt x="49" y="6"/>
                  </a:lnTo>
                  <a:lnTo>
                    <a:pt x="49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1625" name="Google Shape;1625;p4"/>
            <p:cNvSpPr/>
            <p:nvPr/>
          </p:nvSpPr>
          <p:spPr>
            <a:xfrm>
              <a:off x="4077" y="3313"/>
              <a:ext cx="42" cy="108"/>
            </a:xfrm>
            <a:custGeom>
              <a:avLst/>
              <a:gdLst/>
              <a:ahLst/>
              <a:cxnLst/>
              <a:rect l="l" t="t" r="r" b="b"/>
              <a:pathLst>
                <a:path w="47" h="182" extrusionOk="0">
                  <a:moveTo>
                    <a:pt x="47" y="0"/>
                  </a:moveTo>
                  <a:lnTo>
                    <a:pt x="39" y="1"/>
                  </a:lnTo>
                  <a:lnTo>
                    <a:pt x="34" y="5"/>
                  </a:lnTo>
                  <a:lnTo>
                    <a:pt x="28" y="13"/>
                  </a:lnTo>
                  <a:lnTo>
                    <a:pt x="23" y="24"/>
                  </a:lnTo>
                  <a:lnTo>
                    <a:pt x="18" y="38"/>
                  </a:lnTo>
                  <a:lnTo>
                    <a:pt x="12" y="53"/>
                  </a:lnTo>
                  <a:lnTo>
                    <a:pt x="9" y="71"/>
                  </a:lnTo>
                  <a:lnTo>
                    <a:pt x="5" y="90"/>
                  </a:lnTo>
                  <a:lnTo>
                    <a:pt x="3" y="112"/>
                  </a:lnTo>
                  <a:lnTo>
                    <a:pt x="0" y="135"/>
                  </a:lnTo>
                  <a:lnTo>
                    <a:pt x="0" y="157"/>
                  </a:lnTo>
                  <a:lnTo>
                    <a:pt x="0" y="182"/>
                  </a:lnTo>
                  <a:lnTo>
                    <a:pt x="0" y="182"/>
                  </a:lnTo>
                  <a:lnTo>
                    <a:pt x="1" y="157"/>
                  </a:lnTo>
                  <a:lnTo>
                    <a:pt x="1" y="135"/>
                  </a:lnTo>
                  <a:lnTo>
                    <a:pt x="3" y="114"/>
                  </a:lnTo>
                  <a:lnTo>
                    <a:pt x="7" y="93"/>
                  </a:lnTo>
                  <a:lnTo>
                    <a:pt x="10" y="74"/>
                  </a:lnTo>
                  <a:lnTo>
                    <a:pt x="14" y="57"/>
                  </a:lnTo>
                  <a:lnTo>
                    <a:pt x="18" y="41"/>
                  </a:lnTo>
                  <a:lnTo>
                    <a:pt x="23" y="29"/>
                  </a:lnTo>
                  <a:lnTo>
                    <a:pt x="28" y="19"/>
                  </a:lnTo>
                  <a:lnTo>
                    <a:pt x="34" y="10"/>
                  </a:lnTo>
                  <a:lnTo>
                    <a:pt x="39" y="7"/>
                  </a:lnTo>
                  <a:lnTo>
                    <a:pt x="47" y="5"/>
                  </a:lnTo>
                  <a:lnTo>
                    <a:pt x="47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1626" name="Google Shape;1626;p4"/>
            <p:cNvSpPr/>
            <p:nvPr/>
          </p:nvSpPr>
          <p:spPr>
            <a:xfrm>
              <a:off x="4077" y="3315"/>
              <a:ext cx="42" cy="106"/>
            </a:xfrm>
            <a:custGeom>
              <a:avLst/>
              <a:gdLst/>
              <a:ahLst/>
              <a:cxnLst/>
              <a:rect l="l" t="t" r="r" b="b"/>
              <a:pathLst>
                <a:path w="47" h="177" extrusionOk="0">
                  <a:moveTo>
                    <a:pt x="47" y="0"/>
                  </a:moveTo>
                  <a:lnTo>
                    <a:pt x="39" y="2"/>
                  </a:lnTo>
                  <a:lnTo>
                    <a:pt x="34" y="5"/>
                  </a:lnTo>
                  <a:lnTo>
                    <a:pt x="28" y="14"/>
                  </a:lnTo>
                  <a:lnTo>
                    <a:pt x="23" y="24"/>
                  </a:lnTo>
                  <a:lnTo>
                    <a:pt x="18" y="36"/>
                  </a:lnTo>
                  <a:lnTo>
                    <a:pt x="14" y="52"/>
                  </a:lnTo>
                  <a:lnTo>
                    <a:pt x="10" y="69"/>
                  </a:lnTo>
                  <a:lnTo>
                    <a:pt x="7" y="88"/>
                  </a:lnTo>
                  <a:lnTo>
                    <a:pt x="3" y="109"/>
                  </a:lnTo>
                  <a:lnTo>
                    <a:pt x="1" y="130"/>
                  </a:lnTo>
                  <a:lnTo>
                    <a:pt x="1" y="152"/>
                  </a:lnTo>
                  <a:lnTo>
                    <a:pt x="0" y="177"/>
                  </a:lnTo>
                  <a:lnTo>
                    <a:pt x="1" y="177"/>
                  </a:lnTo>
                  <a:lnTo>
                    <a:pt x="1" y="154"/>
                  </a:lnTo>
                  <a:lnTo>
                    <a:pt x="3" y="132"/>
                  </a:lnTo>
                  <a:lnTo>
                    <a:pt x="5" y="111"/>
                  </a:lnTo>
                  <a:lnTo>
                    <a:pt x="7" y="90"/>
                  </a:lnTo>
                  <a:lnTo>
                    <a:pt x="10" y="73"/>
                  </a:lnTo>
                  <a:lnTo>
                    <a:pt x="14" y="55"/>
                  </a:lnTo>
                  <a:lnTo>
                    <a:pt x="19" y="40"/>
                  </a:lnTo>
                  <a:lnTo>
                    <a:pt x="23" y="28"/>
                  </a:lnTo>
                  <a:lnTo>
                    <a:pt x="28" y="17"/>
                  </a:lnTo>
                  <a:lnTo>
                    <a:pt x="34" y="10"/>
                  </a:lnTo>
                  <a:lnTo>
                    <a:pt x="41" y="7"/>
                  </a:lnTo>
                  <a:lnTo>
                    <a:pt x="47" y="5"/>
                  </a:lnTo>
                  <a:lnTo>
                    <a:pt x="47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1627" name="Google Shape;1627;p4"/>
            <p:cNvSpPr/>
            <p:nvPr/>
          </p:nvSpPr>
          <p:spPr>
            <a:xfrm>
              <a:off x="4079" y="3319"/>
              <a:ext cx="40" cy="102"/>
            </a:xfrm>
            <a:custGeom>
              <a:avLst/>
              <a:gdLst/>
              <a:ahLst/>
              <a:cxnLst/>
              <a:rect l="l" t="t" r="r" b="b"/>
              <a:pathLst>
                <a:path w="46" h="172" extrusionOk="0">
                  <a:moveTo>
                    <a:pt x="46" y="0"/>
                  </a:moveTo>
                  <a:lnTo>
                    <a:pt x="40" y="2"/>
                  </a:lnTo>
                  <a:lnTo>
                    <a:pt x="33" y="5"/>
                  </a:lnTo>
                  <a:lnTo>
                    <a:pt x="27" y="12"/>
                  </a:lnTo>
                  <a:lnTo>
                    <a:pt x="22" y="23"/>
                  </a:lnTo>
                  <a:lnTo>
                    <a:pt x="18" y="35"/>
                  </a:lnTo>
                  <a:lnTo>
                    <a:pt x="13" y="50"/>
                  </a:lnTo>
                  <a:lnTo>
                    <a:pt x="9" y="68"/>
                  </a:lnTo>
                  <a:lnTo>
                    <a:pt x="6" y="85"/>
                  </a:lnTo>
                  <a:lnTo>
                    <a:pt x="4" y="106"/>
                  </a:lnTo>
                  <a:lnTo>
                    <a:pt x="2" y="127"/>
                  </a:lnTo>
                  <a:lnTo>
                    <a:pt x="0" y="149"/>
                  </a:lnTo>
                  <a:lnTo>
                    <a:pt x="0" y="172"/>
                  </a:lnTo>
                  <a:lnTo>
                    <a:pt x="2" y="172"/>
                  </a:lnTo>
                  <a:lnTo>
                    <a:pt x="2" y="147"/>
                  </a:lnTo>
                  <a:lnTo>
                    <a:pt x="4" y="125"/>
                  </a:lnTo>
                  <a:lnTo>
                    <a:pt x="6" y="102"/>
                  </a:lnTo>
                  <a:lnTo>
                    <a:pt x="9" y="82"/>
                  </a:lnTo>
                  <a:lnTo>
                    <a:pt x="13" y="62"/>
                  </a:lnTo>
                  <a:lnTo>
                    <a:pt x="17" y="45"/>
                  </a:lnTo>
                  <a:lnTo>
                    <a:pt x="22" y="31"/>
                  </a:lnTo>
                  <a:lnTo>
                    <a:pt x="27" y="21"/>
                  </a:lnTo>
                  <a:lnTo>
                    <a:pt x="33" y="12"/>
                  </a:lnTo>
                  <a:lnTo>
                    <a:pt x="38" y="7"/>
                  </a:lnTo>
                  <a:lnTo>
                    <a:pt x="46" y="5"/>
                  </a:lnTo>
                  <a:lnTo>
                    <a:pt x="46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1628" name="Google Shape;1628;p4"/>
            <p:cNvSpPr/>
            <p:nvPr/>
          </p:nvSpPr>
          <p:spPr>
            <a:xfrm>
              <a:off x="4081" y="3323"/>
              <a:ext cx="38" cy="98"/>
            </a:xfrm>
            <a:custGeom>
              <a:avLst/>
              <a:gdLst/>
              <a:ahLst/>
              <a:cxnLst/>
              <a:rect l="l" t="t" r="r" b="b"/>
              <a:pathLst>
                <a:path w="44" h="167" extrusionOk="0">
                  <a:moveTo>
                    <a:pt x="44" y="0"/>
                  </a:moveTo>
                  <a:lnTo>
                    <a:pt x="36" y="2"/>
                  </a:lnTo>
                  <a:lnTo>
                    <a:pt x="31" y="7"/>
                  </a:lnTo>
                  <a:lnTo>
                    <a:pt x="25" y="16"/>
                  </a:lnTo>
                  <a:lnTo>
                    <a:pt x="20" y="26"/>
                  </a:lnTo>
                  <a:lnTo>
                    <a:pt x="15" y="40"/>
                  </a:lnTo>
                  <a:lnTo>
                    <a:pt x="11" y="57"/>
                  </a:lnTo>
                  <a:lnTo>
                    <a:pt x="7" y="77"/>
                  </a:lnTo>
                  <a:lnTo>
                    <a:pt x="4" y="97"/>
                  </a:lnTo>
                  <a:lnTo>
                    <a:pt x="2" y="120"/>
                  </a:lnTo>
                  <a:lnTo>
                    <a:pt x="0" y="142"/>
                  </a:lnTo>
                  <a:lnTo>
                    <a:pt x="0" y="167"/>
                  </a:lnTo>
                  <a:lnTo>
                    <a:pt x="2" y="167"/>
                  </a:lnTo>
                  <a:lnTo>
                    <a:pt x="2" y="142"/>
                  </a:lnTo>
                  <a:lnTo>
                    <a:pt x="2" y="122"/>
                  </a:lnTo>
                  <a:lnTo>
                    <a:pt x="6" y="99"/>
                  </a:lnTo>
                  <a:lnTo>
                    <a:pt x="7" y="80"/>
                  </a:lnTo>
                  <a:lnTo>
                    <a:pt x="11" y="61"/>
                  </a:lnTo>
                  <a:lnTo>
                    <a:pt x="16" y="45"/>
                  </a:lnTo>
                  <a:lnTo>
                    <a:pt x="20" y="31"/>
                  </a:lnTo>
                  <a:lnTo>
                    <a:pt x="25" y="19"/>
                  </a:lnTo>
                  <a:lnTo>
                    <a:pt x="31" y="12"/>
                  </a:lnTo>
                  <a:lnTo>
                    <a:pt x="36" y="7"/>
                  </a:lnTo>
                  <a:lnTo>
                    <a:pt x="44" y="5"/>
                  </a:lnTo>
                  <a:lnTo>
                    <a:pt x="44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1629" name="Google Shape;1629;p4"/>
            <p:cNvSpPr/>
            <p:nvPr/>
          </p:nvSpPr>
          <p:spPr>
            <a:xfrm>
              <a:off x="4082" y="3325"/>
              <a:ext cx="37" cy="96"/>
            </a:xfrm>
            <a:custGeom>
              <a:avLst/>
              <a:gdLst/>
              <a:ahLst/>
              <a:cxnLst/>
              <a:rect l="l" t="t" r="r" b="b"/>
              <a:pathLst>
                <a:path w="42" h="162" extrusionOk="0">
                  <a:moveTo>
                    <a:pt x="42" y="0"/>
                  </a:moveTo>
                  <a:lnTo>
                    <a:pt x="34" y="2"/>
                  </a:lnTo>
                  <a:lnTo>
                    <a:pt x="29" y="7"/>
                  </a:lnTo>
                  <a:lnTo>
                    <a:pt x="23" y="14"/>
                  </a:lnTo>
                  <a:lnTo>
                    <a:pt x="18" y="26"/>
                  </a:lnTo>
                  <a:lnTo>
                    <a:pt x="14" y="40"/>
                  </a:lnTo>
                  <a:lnTo>
                    <a:pt x="9" y="56"/>
                  </a:lnTo>
                  <a:lnTo>
                    <a:pt x="5" y="75"/>
                  </a:lnTo>
                  <a:lnTo>
                    <a:pt x="4" y="94"/>
                  </a:lnTo>
                  <a:lnTo>
                    <a:pt x="0" y="117"/>
                  </a:lnTo>
                  <a:lnTo>
                    <a:pt x="0" y="137"/>
                  </a:lnTo>
                  <a:lnTo>
                    <a:pt x="0" y="162"/>
                  </a:lnTo>
                  <a:lnTo>
                    <a:pt x="0" y="162"/>
                  </a:lnTo>
                  <a:lnTo>
                    <a:pt x="2" y="139"/>
                  </a:lnTo>
                  <a:lnTo>
                    <a:pt x="2" y="117"/>
                  </a:lnTo>
                  <a:lnTo>
                    <a:pt x="4" y="96"/>
                  </a:lnTo>
                  <a:lnTo>
                    <a:pt x="7" y="77"/>
                  </a:lnTo>
                  <a:lnTo>
                    <a:pt x="11" y="59"/>
                  </a:lnTo>
                  <a:lnTo>
                    <a:pt x="14" y="44"/>
                  </a:lnTo>
                  <a:lnTo>
                    <a:pt x="20" y="30"/>
                  </a:lnTo>
                  <a:lnTo>
                    <a:pt x="23" y="20"/>
                  </a:lnTo>
                  <a:lnTo>
                    <a:pt x="29" y="13"/>
                  </a:lnTo>
                  <a:lnTo>
                    <a:pt x="36" y="7"/>
                  </a:lnTo>
                  <a:lnTo>
                    <a:pt x="42" y="6"/>
                  </a:lnTo>
                  <a:lnTo>
                    <a:pt x="42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1630" name="Google Shape;1630;p4"/>
            <p:cNvSpPr/>
            <p:nvPr/>
          </p:nvSpPr>
          <p:spPr>
            <a:xfrm>
              <a:off x="4082" y="3329"/>
              <a:ext cx="37" cy="92"/>
            </a:xfrm>
            <a:custGeom>
              <a:avLst/>
              <a:gdLst/>
              <a:ahLst/>
              <a:cxnLst/>
              <a:rect l="l" t="t" r="r" b="b"/>
              <a:pathLst>
                <a:path w="42" h="156" extrusionOk="0">
                  <a:moveTo>
                    <a:pt x="42" y="0"/>
                  </a:moveTo>
                  <a:lnTo>
                    <a:pt x="36" y="1"/>
                  </a:lnTo>
                  <a:lnTo>
                    <a:pt x="29" y="7"/>
                  </a:lnTo>
                  <a:lnTo>
                    <a:pt x="23" y="14"/>
                  </a:lnTo>
                  <a:lnTo>
                    <a:pt x="20" y="24"/>
                  </a:lnTo>
                  <a:lnTo>
                    <a:pt x="14" y="38"/>
                  </a:lnTo>
                  <a:lnTo>
                    <a:pt x="11" y="53"/>
                  </a:lnTo>
                  <a:lnTo>
                    <a:pt x="7" y="71"/>
                  </a:lnTo>
                  <a:lnTo>
                    <a:pt x="4" y="90"/>
                  </a:lnTo>
                  <a:lnTo>
                    <a:pt x="2" y="111"/>
                  </a:lnTo>
                  <a:lnTo>
                    <a:pt x="2" y="133"/>
                  </a:lnTo>
                  <a:lnTo>
                    <a:pt x="0" y="156"/>
                  </a:lnTo>
                  <a:lnTo>
                    <a:pt x="2" y="156"/>
                  </a:lnTo>
                  <a:lnTo>
                    <a:pt x="2" y="133"/>
                  </a:lnTo>
                  <a:lnTo>
                    <a:pt x="4" y="112"/>
                  </a:lnTo>
                  <a:lnTo>
                    <a:pt x="5" y="93"/>
                  </a:lnTo>
                  <a:lnTo>
                    <a:pt x="7" y="74"/>
                  </a:lnTo>
                  <a:lnTo>
                    <a:pt x="11" y="57"/>
                  </a:lnTo>
                  <a:lnTo>
                    <a:pt x="16" y="41"/>
                  </a:lnTo>
                  <a:lnTo>
                    <a:pt x="20" y="29"/>
                  </a:lnTo>
                  <a:lnTo>
                    <a:pt x="25" y="19"/>
                  </a:lnTo>
                  <a:lnTo>
                    <a:pt x="31" y="10"/>
                  </a:lnTo>
                  <a:lnTo>
                    <a:pt x="36" y="7"/>
                  </a:lnTo>
                  <a:lnTo>
                    <a:pt x="42" y="5"/>
                  </a:lnTo>
                  <a:lnTo>
                    <a:pt x="42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1631" name="Google Shape;1631;p4"/>
            <p:cNvSpPr/>
            <p:nvPr/>
          </p:nvSpPr>
          <p:spPr>
            <a:xfrm>
              <a:off x="4084" y="3331"/>
              <a:ext cx="35" cy="90"/>
            </a:xfrm>
            <a:custGeom>
              <a:avLst/>
              <a:gdLst/>
              <a:ahLst/>
              <a:cxnLst/>
              <a:rect l="l" t="t" r="r" b="b"/>
              <a:pathLst>
                <a:path w="40" h="151" extrusionOk="0">
                  <a:moveTo>
                    <a:pt x="40" y="0"/>
                  </a:moveTo>
                  <a:lnTo>
                    <a:pt x="34" y="2"/>
                  </a:lnTo>
                  <a:lnTo>
                    <a:pt x="29" y="5"/>
                  </a:lnTo>
                  <a:lnTo>
                    <a:pt x="23" y="14"/>
                  </a:lnTo>
                  <a:lnTo>
                    <a:pt x="18" y="24"/>
                  </a:lnTo>
                  <a:lnTo>
                    <a:pt x="14" y="36"/>
                  </a:lnTo>
                  <a:lnTo>
                    <a:pt x="9" y="52"/>
                  </a:lnTo>
                  <a:lnTo>
                    <a:pt x="5" y="69"/>
                  </a:lnTo>
                  <a:lnTo>
                    <a:pt x="3" y="88"/>
                  </a:lnTo>
                  <a:lnTo>
                    <a:pt x="2" y="107"/>
                  </a:lnTo>
                  <a:lnTo>
                    <a:pt x="0" y="128"/>
                  </a:lnTo>
                  <a:lnTo>
                    <a:pt x="0" y="151"/>
                  </a:lnTo>
                  <a:lnTo>
                    <a:pt x="2" y="151"/>
                  </a:lnTo>
                  <a:lnTo>
                    <a:pt x="2" y="130"/>
                  </a:lnTo>
                  <a:lnTo>
                    <a:pt x="3" y="109"/>
                  </a:lnTo>
                  <a:lnTo>
                    <a:pt x="5" y="90"/>
                  </a:lnTo>
                  <a:lnTo>
                    <a:pt x="7" y="71"/>
                  </a:lnTo>
                  <a:lnTo>
                    <a:pt x="11" y="55"/>
                  </a:lnTo>
                  <a:lnTo>
                    <a:pt x="14" y="40"/>
                  </a:lnTo>
                  <a:lnTo>
                    <a:pt x="18" y="28"/>
                  </a:lnTo>
                  <a:lnTo>
                    <a:pt x="23" y="17"/>
                  </a:lnTo>
                  <a:lnTo>
                    <a:pt x="29" y="10"/>
                  </a:lnTo>
                  <a:lnTo>
                    <a:pt x="34" y="7"/>
                  </a:lnTo>
                  <a:lnTo>
                    <a:pt x="40" y="5"/>
                  </a:lnTo>
                  <a:lnTo>
                    <a:pt x="40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1632" name="Google Shape;1632;p4"/>
            <p:cNvSpPr/>
            <p:nvPr/>
          </p:nvSpPr>
          <p:spPr>
            <a:xfrm>
              <a:off x="4086" y="3335"/>
              <a:ext cx="33" cy="86"/>
            </a:xfrm>
            <a:custGeom>
              <a:avLst/>
              <a:gdLst/>
              <a:ahLst/>
              <a:cxnLst/>
              <a:rect l="l" t="t" r="r" b="b"/>
              <a:pathLst>
                <a:path w="38" h="146" extrusionOk="0">
                  <a:moveTo>
                    <a:pt x="38" y="0"/>
                  </a:moveTo>
                  <a:lnTo>
                    <a:pt x="32" y="2"/>
                  </a:lnTo>
                  <a:lnTo>
                    <a:pt x="27" y="5"/>
                  </a:lnTo>
                  <a:lnTo>
                    <a:pt x="21" y="12"/>
                  </a:lnTo>
                  <a:lnTo>
                    <a:pt x="16" y="23"/>
                  </a:lnTo>
                  <a:lnTo>
                    <a:pt x="12" y="35"/>
                  </a:lnTo>
                  <a:lnTo>
                    <a:pt x="9" y="50"/>
                  </a:lnTo>
                  <a:lnTo>
                    <a:pt x="5" y="66"/>
                  </a:lnTo>
                  <a:lnTo>
                    <a:pt x="3" y="85"/>
                  </a:lnTo>
                  <a:lnTo>
                    <a:pt x="1" y="104"/>
                  </a:lnTo>
                  <a:lnTo>
                    <a:pt x="0" y="125"/>
                  </a:lnTo>
                  <a:lnTo>
                    <a:pt x="0" y="146"/>
                  </a:lnTo>
                  <a:lnTo>
                    <a:pt x="1" y="146"/>
                  </a:lnTo>
                  <a:lnTo>
                    <a:pt x="1" y="123"/>
                  </a:lnTo>
                  <a:lnTo>
                    <a:pt x="3" y="102"/>
                  </a:lnTo>
                  <a:lnTo>
                    <a:pt x="5" y="82"/>
                  </a:lnTo>
                  <a:lnTo>
                    <a:pt x="7" y="63"/>
                  </a:lnTo>
                  <a:lnTo>
                    <a:pt x="10" y="47"/>
                  </a:lnTo>
                  <a:lnTo>
                    <a:pt x="16" y="31"/>
                  </a:lnTo>
                  <a:lnTo>
                    <a:pt x="21" y="21"/>
                  </a:lnTo>
                  <a:lnTo>
                    <a:pt x="25" y="12"/>
                  </a:lnTo>
                  <a:lnTo>
                    <a:pt x="32" y="7"/>
                  </a:lnTo>
                  <a:lnTo>
                    <a:pt x="38" y="5"/>
                  </a:lnTo>
                  <a:lnTo>
                    <a:pt x="38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1633" name="Google Shape;1633;p4"/>
            <p:cNvSpPr/>
            <p:nvPr/>
          </p:nvSpPr>
          <p:spPr>
            <a:xfrm>
              <a:off x="4088" y="3338"/>
              <a:ext cx="31" cy="83"/>
            </a:xfrm>
            <a:custGeom>
              <a:avLst/>
              <a:gdLst/>
              <a:ahLst/>
              <a:cxnLst/>
              <a:rect l="l" t="t" r="r" b="b"/>
              <a:pathLst>
                <a:path w="37" h="141" extrusionOk="0">
                  <a:moveTo>
                    <a:pt x="37" y="0"/>
                  </a:moveTo>
                  <a:lnTo>
                    <a:pt x="31" y="2"/>
                  </a:lnTo>
                  <a:lnTo>
                    <a:pt x="24" y="7"/>
                  </a:lnTo>
                  <a:lnTo>
                    <a:pt x="20" y="16"/>
                  </a:lnTo>
                  <a:lnTo>
                    <a:pt x="15" y="26"/>
                  </a:lnTo>
                  <a:lnTo>
                    <a:pt x="9" y="42"/>
                  </a:lnTo>
                  <a:lnTo>
                    <a:pt x="6" y="58"/>
                  </a:lnTo>
                  <a:lnTo>
                    <a:pt x="4" y="77"/>
                  </a:lnTo>
                  <a:lnTo>
                    <a:pt x="2" y="97"/>
                  </a:lnTo>
                  <a:lnTo>
                    <a:pt x="0" y="118"/>
                  </a:lnTo>
                  <a:lnTo>
                    <a:pt x="0" y="141"/>
                  </a:lnTo>
                  <a:lnTo>
                    <a:pt x="0" y="141"/>
                  </a:lnTo>
                  <a:lnTo>
                    <a:pt x="2" y="118"/>
                  </a:lnTo>
                  <a:lnTo>
                    <a:pt x="2" y="99"/>
                  </a:lnTo>
                  <a:lnTo>
                    <a:pt x="4" y="78"/>
                  </a:lnTo>
                  <a:lnTo>
                    <a:pt x="8" y="61"/>
                  </a:lnTo>
                  <a:lnTo>
                    <a:pt x="11" y="45"/>
                  </a:lnTo>
                  <a:lnTo>
                    <a:pt x="15" y="31"/>
                  </a:lnTo>
                  <a:lnTo>
                    <a:pt x="20" y="19"/>
                  </a:lnTo>
                  <a:lnTo>
                    <a:pt x="26" y="12"/>
                  </a:lnTo>
                  <a:lnTo>
                    <a:pt x="31" y="7"/>
                  </a:lnTo>
                  <a:lnTo>
                    <a:pt x="37" y="5"/>
                  </a:lnTo>
                  <a:lnTo>
                    <a:pt x="37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1634" name="Google Shape;1634;p4"/>
            <p:cNvSpPr/>
            <p:nvPr/>
          </p:nvSpPr>
          <p:spPr>
            <a:xfrm>
              <a:off x="4088" y="3340"/>
              <a:ext cx="31" cy="81"/>
            </a:xfrm>
            <a:custGeom>
              <a:avLst/>
              <a:gdLst/>
              <a:ahLst/>
              <a:cxnLst/>
              <a:rect l="l" t="t" r="r" b="b"/>
              <a:pathLst>
                <a:path w="37" h="136" extrusionOk="0">
                  <a:moveTo>
                    <a:pt x="37" y="0"/>
                  </a:moveTo>
                  <a:lnTo>
                    <a:pt x="31" y="2"/>
                  </a:lnTo>
                  <a:lnTo>
                    <a:pt x="26" y="7"/>
                  </a:lnTo>
                  <a:lnTo>
                    <a:pt x="20" y="14"/>
                  </a:lnTo>
                  <a:lnTo>
                    <a:pt x="15" y="26"/>
                  </a:lnTo>
                  <a:lnTo>
                    <a:pt x="11" y="40"/>
                  </a:lnTo>
                  <a:lnTo>
                    <a:pt x="8" y="56"/>
                  </a:lnTo>
                  <a:lnTo>
                    <a:pt x="4" y="73"/>
                  </a:lnTo>
                  <a:lnTo>
                    <a:pt x="2" y="94"/>
                  </a:lnTo>
                  <a:lnTo>
                    <a:pt x="2" y="113"/>
                  </a:lnTo>
                  <a:lnTo>
                    <a:pt x="0" y="136"/>
                  </a:lnTo>
                  <a:lnTo>
                    <a:pt x="2" y="136"/>
                  </a:lnTo>
                  <a:lnTo>
                    <a:pt x="2" y="115"/>
                  </a:lnTo>
                  <a:lnTo>
                    <a:pt x="4" y="96"/>
                  </a:lnTo>
                  <a:lnTo>
                    <a:pt x="6" y="77"/>
                  </a:lnTo>
                  <a:lnTo>
                    <a:pt x="9" y="59"/>
                  </a:lnTo>
                  <a:lnTo>
                    <a:pt x="13" y="44"/>
                  </a:lnTo>
                  <a:lnTo>
                    <a:pt x="17" y="30"/>
                  </a:lnTo>
                  <a:lnTo>
                    <a:pt x="20" y="20"/>
                  </a:lnTo>
                  <a:lnTo>
                    <a:pt x="26" y="13"/>
                  </a:lnTo>
                  <a:lnTo>
                    <a:pt x="31" y="7"/>
                  </a:lnTo>
                  <a:lnTo>
                    <a:pt x="37" y="6"/>
                  </a:lnTo>
                  <a:lnTo>
                    <a:pt x="37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1635" name="Google Shape;1635;p4"/>
            <p:cNvSpPr/>
            <p:nvPr/>
          </p:nvSpPr>
          <p:spPr>
            <a:xfrm>
              <a:off x="4089" y="3344"/>
              <a:ext cx="30" cy="77"/>
            </a:xfrm>
            <a:custGeom>
              <a:avLst/>
              <a:gdLst/>
              <a:ahLst/>
              <a:cxnLst/>
              <a:rect l="l" t="t" r="r" b="b"/>
              <a:pathLst>
                <a:path w="35" h="130" extrusionOk="0">
                  <a:moveTo>
                    <a:pt x="35" y="0"/>
                  </a:moveTo>
                  <a:lnTo>
                    <a:pt x="29" y="1"/>
                  </a:lnTo>
                  <a:lnTo>
                    <a:pt x="24" y="7"/>
                  </a:lnTo>
                  <a:lnTo>
                    <a:pt x="18" y="14"/>
                  </a:lnTo>
                  <a:lnTo>
                    <a:pt x="15" y="24"/>
                  </a:lnTo>
                  <a:lnTo>
                    <a:pt x="11" y="38"/>
                  </a:lnTo>
                  <a:lnTo>
                    <a:pt x="7" y="53"/>
                  </a:lnTo>
                  <a:lnTo>
                    <a:pt x="4" y="71"/>
                  </a:lnTo>
                  <a:lnTo>
                    <a:pt x="2" y="90"/>
                  </a:lnTo>
                  <a:lnTo>
                    <a:pt x="0" y="109"/>
                  </a:lnTo>
                  <a:lnTo>
                    <a:pt x="0" y="130"/>
                  </a:lnTo>
                  <a:lnTo>
                    <a:pt x="2" y="130"/>
                  </a:lnTo>
                  <a:lnTo>
                    <a:pt x="2" y="109"/>
                  </a:lnTo>
                  <a:lnTo>
                    <a:pt x="4" y="90"/>
                  </a:lnTo>
                  <a:lnTo>
                    <a:pt x="6" y="73"/>
                  </a:lnTo>
                  <a:lnTo>
                    <a:pt x="7" y="55"/>
                  </a:lnTo>
                  <a:lnTo>
                    <a:pt x="11" y="41"/>
                  </a:lnTo>
                  <a:lnTo>
                    <a:pt x="15" y="29"/>
                  </a:lnTo>
                  <a:lnTo>
                    <a:pt x="20" y="19"/>
                  </a:lnTo>
                  <a:lnTo>
                    <a:pt x="24" y="10"/>
                  </a:lnTo>
                  <a:lnTo>
                    <a:pt x="29" y="7"/>
                  </a:lnTo>
                  <a:lnTo>
                    <a:pt x="35" y="5"/>
                  </a:lnTo>
                  <a:lnTo>
                    <a:pt x="35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1636" name="Google Shape;1636;p4"/>
            <p:cNvSpPr/>
            <p:nvPr/>
          </p:nvSpPr>
          <p:spPr>
            <a:xfrm>
              <a:off x="4091" y="3346"/>
              <a:ext cx="28" cy="75"/>
            </a:xfrm>
            <a:custGeom>
              <a:avLst/>
              <a:gdLst/>
              <a:ahLst/>
              <a:cxnLst/>
              <a:rect l="l" t="t" r="r" b="b"/>
              <a:pathLst>
                <a:path w="33" h="125" extrusionOk="0">
                  <a:moveTo>
                    <a:pt x="33" y="0"/>
                  </a:moveTo>
                  <a:lnTo>
                    <a:pt x="27" y="2"/>
                  </a:lnTo>
                  <a:lnTo>
                    <a:pt x="22" y="5"/>
                  </a:lnTo>
                  <a:lnTo>
                    <a:pt x="18" y="14"/>
                  </a:lnTo>
                  <a:lnTo>
                    <a:pt x="13" y="24"/>
                  </a:lnTo>
                  <a:lnTo>
                    <a:pt x="9" y="36"/>
                  </a:lnTo>
                  <a:lnTo>
                    <a:pt x="5" y="50"/>
                  </a:lnTo>
                  <a:lnTo>
                    <a:pt x="4" y="68"/>
                  </a:lnTo>
                  <a:lnTo>
                    <a:pt x="2" y="85"/>
                  </a:lnTo>
                  <a:lnTo>
                    <a:pt x="0" y="104"/>
                  </a:lnTo>
                  <a:lnTo>
                    <a:pt x="0" y="125"/>
                  </a:lnTo>
                  <a:lnTo>
                    <a:pt x="2" y="125"/>
                  </a:lnTo>
                  <a:lnTo>
                    <a:pt x="2" y="106"/>
                  </a:lnTo>
                  <a:lnTo>
                    <a:pt x="2" y="87"/>
                  </a:lnTo>
                  <a:lnTo>
                    <a:pt x="4" y="69"/>
                  </a:lnTo>
                  <a:lnTo>
                    <a:pt x="7" y="54"/>
                  </a:lnTo>
                  <a:lnTo>
                    <a:pt x="11" y="40"/>
                  </a:lnTo>
                  <a:lnTo>
                    <a:pt x="14" y="28"/>
                  </a:lnTo>
                  <a:lnTo>
                    <a:pt x="18" y="17"/>
                  </a:lnTo>
                  <a:lnTo>
                    <a:pt x="22" y="10"/>
                  </a:lnTo>
                  <a:lnTo>
                    <a:pt x="27" y="7"/>
                  </a:lnTo>
                  <a:lnTo>
                    <a:pt x="33" y="5"/>
                  </a:lnTo>
                  <a:lnTo>
                    <a:pt x="3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1637" name="Google Shape;1637;p4"/>
            <p:cNvSpPr/>
            <p:nvPr/>
          </p:nvSpPr>
          <p:spPr>
            <a:xfrm>
              <a:off x="4091" y="3350"/>
              <a:ext cx="28" cy="71"/>
            </a:xfrm>
            <a:custGeom>
              <a:avLst/>
              <a:gdLst/>
              <a:ahLst/>
              <a:cxnLst/>
              <a:rect l="l" t="t" r="r" b="b"/>
              <a:pathLst>
                <a:path w="31" h="120" extrusionOk="0">
                  <a:moveTo>
                    <a:pt x="31" y="0"/>
                  </a:moveTo>
                  <a:lnTo>
                    <a:pt x="25" y="2"/>
                  </a:lnTo>
                  <a:lnTo>
                    <a:pt x="20" y="5"/>
                  </a:lnTo>
                  <a:lnTo>
                    <a:pt x="16" y="12"/>
                  </a:lnTo>
                  <a:lnTo>
                    <a:pt x="12" y="23"/>
                  </a:lnTo>
                  <a:lnTo>
                    <a:pt x="9" y="35"/>
                  </a:lnTo>
                  <a:lnTo>
                    <a:pt x="5" y="49"/>
                  </a:lnTo>
                  <a:lnTo>
                    <a:pt x="2" y="64"/>
                  </a:lnTo>
                  <a:lnTo>
                    <a:pt x="0" y="82"/>
                  </a:lnTo>
                  <a:lnTo>
                    <a:pt x="0" y="101"/>
                  </a:lnTo>
                  <a:lnTo>
                    <a:pt x="0" y="120"/>
                  </a:lnTo>
                  <a:lnTo>
                    <a:pt x="0" y="120"/>
                  </a:lnTo>
                  <a:lnTo>
                    <a:pt x="0" y="101"/>
                  </a:lnTo>
                  <a:lnTo>
                    <a:pt x="2" y="83"/>
                  </a:lnTo>
                  <a:lnTo>
                    <a:pt x="3" y="68"/>
                  </a:lnTo>
                  <a:lnTo>
                    <a:pt x="5" y="52"/>
                  </a:lnTo>
                  <a:lnTo>
                    <a:pt x="9" y="38"/>
                  </a:lnTo>
                  <a:lnTo>
                    <a:pt x="12" y="26"/>
                  </a:lnTo>
                  <a:lnTo>
                    <a:pt x="16" y="17"/>
                  </a:lnTo>
                  <a:lnTo>
                    <a:pt x="22" y="10"/>
                  </a:lnTo>
                  <a:lnTo>
                    <a:pt x="25" y="7"/>
                  </a:lnTo>
                  <a:lnTo>
                    <a:pt x="31" y="5"/>
                  </a:lnTo>
                  <a:lnTo>
                    <a:pt x="31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1638" name="Google Shape;1638;p4"/>
            <p:cNvSpPr/>
            <p:nvPr/>
          </p:nvSpPr>
          <p:spPr>
            <a:xfrm>
              <a:off x="4091" y="3354"/>
              <a:ext cx="28" cy="67"/>
            </a:xfrm>
            <a:custGeom>
              <a:avLst/>
              <a:gdLst/>
              <a:ahLst/>
              <a:cxnLst/>
              <a:rect l="l" t="t" r="r" b="b"/>
              <a:pathLst>
                <a:path w="31" h="115" extrusionOk="0">
                  <a:moveTo>
                    <a:pt x="31" y="0"/>
                  </a:moveTo>
                  <a:lnTo>
                    <a:pt x="25" y="2"/>
                  </a:lnTo>
                  <a:lnTo>
                    <a:pt x="22" y="5"/>
                  </a:lnTo>
                  <a:lnTo>
                    <a:pt x="16" y="12"/>
                  </a:lnTo>
                  <a:lnTo>
                    <a:pt x="12" y="21"/>
                  </a:lnTo>
                  <a:lnTo>
                    <a:pt x="9" y="33"/>
                  </a:lnTo>
                  <a:lnTo>
                    <a:pt x="5" y="47"/>
                  </a:lnTo>
                  <a:lnTo>
                    <a:pt x="3" y="63"/>
                  </a:lnTo>
                  <a:lnTo>
                    <a:pt x="2" y="78"/>
                  </a:lnTo>
                  <a:lnTo>
                    <a:pt x="0" y="96"/>
                  </a:lnTo>
                  <a:lnTo>
                    <a:pt x="0" y="115"/>
                  </a:lnTo>
                  <a:lnTo>
                    <a:pt x="2" y="115"/>
                  </a:lnTo>
                  <a:lnTo>
                    <a:pt x="2" y="96"/>
                  </a:lnTo>
                  <a:lnTo>
                    <a:pt x="3" y="77"/>
                  </a:lnTo>
                  <a:lnTo>
                    <a:pt x="5" y="59"/>
                  </a:lnTo>
                  <a:lnTo>
                    <a:pt x="9" y="44"/>
                  </a:lnTo>
                  <a:lnTo>
                    <a:pt x="12" y="32"/>
                  </a:lnTo>
                  <a:lnTo>
                    <a:pt x="16" y="19"/>
                  </a:lnTo>
                  <a:lnTo>
                    <a:pt x="20" y="12"/>
                  </a:lnTo>
                  <a:lnTo>
                    <a:pt x="25" y="7"/>
                  </a:lnTo>
                  <a:lnTo>
                    <a:pt x="31" y="5"/>
                  </a:lnTo>
                  <a:lnTo>
                    <a:pt x="31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1639" name="Google Shape;1639;p4"/>
            <p:cNvSpPr/>
            <p:nvPr/>
          </p:nvSpPr>
          <p:spPr>
            <a:xfrm>
              <a:off x="4093" y="3356"/>
              <a:ext cx="26" cy="65"/>
            </a:xfrm>
            <a:custGeom>
              <a:avLst/>
              <a:gdLst/>
              <a:ahLst/>
              <a:cxnLst/>
              <a:rect l="l" t="t" r="r" b="b"/>
              <a:pathLst>
                <a:path w="29" h="110" extrusionOk="0">
                  <a:moveTo>
                    <a:pt x="29" y="0"/>
                  </a:moveTo>
                  <a:lnTo>
                    <a:pt x="23" y="2"/>
                  </a:lnTo>
                  <a:lnTo>
                    <a:pt x="18" y="7"/>
                  </a:lnTo>
                  <a:lnTo>
                    <a:pt x="14" y="14"/>
                  </a:lnTo>
                  <a:lnTo>
                    <a:pt x="10" y="27"/>
                  </a:lnTo>
                  <a:lnTo>
                    <a:pt x="7" y="39"/>
                  </a:lnTo>
                  <a:lnTo>
                    <a:pt x="3" y="54"/>
                  </a:lnTo>
                  <a:lnTo>
                    <a:pt x="1" y="72"/>
                  </a:lnTo>
                  <a:lnTo>
                    <a:pt x="0" y="91"/>
                  </a:lnTo>
                  <a:lnTo>
                    <a:pt x="0" y="110"/>
                  </a:lnTo>
                  <a:lnTo>
                    <a:pt x="1" y="110"/>
                  </a:lnTo>
                  <a:lnTo>
                    <a:pt x="1" y="91"/>
                  </a:lnTo>
                  <a:lnTo>
                    <a:pt x="3" y="73"/>
                  </a:lnTo>
                  <a:lnTo>
                    <a:pt x="5" y="58"/>
                  </a:lnTo>
                  <a:lnTo>
                    <a:pt x="7" y="42"/>
                  </a:lnTo>
                  <a:lnTo>
                    <a:pt x="10" y="30"/>
                  </a:lnTo>
                  <a:lnTo>
                    <a:pt x="14" y="20"/>
                  </a:lnTo>
                  <a:lnTo>
                    <a:pt x="20" y="11"/>
                  </a:lnTo>
                  <a:lnTo>
                    <a:pt x="23" y="7"/>
                  </a:lnTo>
                  <a:lnTo>
                    <a:pt x="29" y="6"/>
                  </a:lnTo>
                  <a:lnTo>
                    <a:pt x="29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1640" name="Google Shape;1640;p4"/>
            <p:cNvSpPr/>
            <p:nvPr/>
          </p:nvSpPr>
          <p:spPr>
            <a:xfrm>
              <a:off x="4095" y="3360"/>
              <a:ext cx="24" cy="61"/>
            </a:xfrm>
            <a:custGeom>
              <a:avLst/>
              <a:gdLst/>
              <a:ahLst/>
              <a:cxnLst/>
              <a:rect l="l" t="t" r="r" b="b"/>
              <a:pathLst>
                <a:path w="28" h="104" extrusionOk="0">
                  <a:moveTo>
                    <a:pt x="28" y="0"/>
                  </a:moveTo>
                  <a:lnTo>
                    <a:pt x="22" y="1"/>
                  </a:lnTo>
                  <a:lnTo>
                    <a:pt x="19" y="5"/>
                  </a:lnTo>
                  <a:lnTo>
                    <a:pt x="13" y="14"/>
                  </a:lnTo>
                  <a:lnTo>
                    <a:pt x="9" y="24"/>
                  </a:lnTo>
                  <a:lnTo>
                    <a:pt x="6" y="36"/>
                  </a:lnTo>
                  <a:lnTo>
                    <a:pt x="4" y="52"/>
                  </a:lnTo>
                  <a:lnTo>
                    <a:pt x="2" y="67"/>
                  </a:lnTo>
                  <a:lnTo>
                    <a:pt x="0" y="85"/>
                  </a:lnTo>
                  <a:lnTo>
                    <a:pt x="0" y="104"/>
                  </a:lnTo>
                  <a:lnTo>
                    <a:pt x="2" y="104"/>
                  </a:lnTo>
                  <a:lnTo>
                    <a:pt x="2" y="86"/>
                  </a:lnTo>
                  <a:lnTo>
                    <a:pt x="2" y="69"/>
                  </a:lnTo>
                  <a:lnTo>
                    <a:pt x="4" y="53"/>
                  </a:lnTo>
                  <a:lnTo>
                    <a:pt x="8" y="40"/>
                  </a:lnTo>
                  <a:lnTo>
                    <a:pt x="11" y="27"/>
                  </a:lnTo>
                  <a:lnTo>
                    <a:pt x="15" y="17"/>
                  </a:lnTo>
                  <a:lnTo>
                    <a:pt x="19" y="10"/>
                  </a:lnTo>
                  <a:lnTo>
                    <a:pt x="22" y="7"/>
                  </a:lnTo>
                  <a:lnTo>
                    <a:pt x="28" y="5"/>
                  </a:lnTo>
                  <a:lnTo>
                    <a:pt x="28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1641" name="Google Shape;1641;p4"/>
            <p:cNvSpPr/>
            <p:nvPr/>
          </p:nvSpPr>
          <p:spPr>
            <a:xfrm>
              <a:off x="4096" y="3362"/>
              <a:ext cx="23" cy="59"/>
            </a:xfrm>
            <a:custGeom>
              <a:avLst/>
              <a:gdLst/>
              <a:ahLst/>
              <a:cxnLst/>
              <a:rect l="l" t="t" r="r" b="b"/>
              <a:pathLst>
                <a:path w="26" h="99" extrusionOk="0">
                  <a:moveTo>
                    <a:pt x="26" y="0"/>
                  </a:moveTo>
                  <a:lnTo>
                    <a:pt x="20" y="2"/>
                  </a:lnTo>
                  <a:lnTo>
                    <a:pt x="17" y="5"/>
                  </a:lnTo>
                  <a:lnTo>
                    <a:pt x="13" y="12"/>
                  </a:lnTo>
                  <a:lnTo>
                    <a:pt x="9" y="22"/>
                  </a:lnTo>
                  <a:lnTo>
                    <a:pt x="6" y="35"/>
                  </a:lnTo>
                  <a:lnTo>
                    <a:pt x="2" y="48"/>
                  </a:lnTo>
                  <a:lnTo>
                    <a:pt x="0" y="64"/>
                  </a:lnTo>
                  <a:lnTo>
                    <a:pt x="0" y="81"/>
                  </a:lnTo>
                  <a:lnTo>
                    <a:pt x="0" y="99"/>
                  </a:lnTo>
                  <a:lnTo>
                    <a:pt x="0" y="99"/>
                  </a:lnTo>
                  <a:lnTo>
                    <a:pt x="0" y="81"/>
                  </a:lnTo>
                  <a:lnTo>
                    <a:pt x="2" y="66"/>
                  </a:lnTo>
                  <a:lnTo>
                    <a:pt x="4" y="52"/>
                  </a:lnTo>
                  <a:lnTo>
                    <a:pt x="6" y="38"/>
                  </a:lnTo>
                  <a:lnTo>
                    <a:pt x="9" y="26"/>
                  </a:lnTo>
                  <a:lnTo>
                    <a:pt x="13" y="17"/>
                  </a:lnTo>
                  <a:lnTo>
                    <a:pt x="17" y="10"/>
                  </a:lnTo>
                  <a:lnTo>
                    <a:pt x="20" y="7"/>
                  </a:lnTo>
                  <a:lnTo>
                    <a:pt x="26" y="5"/>
                  </a:lnTo>
                  <a:lnTo>
                    <a:pt x="26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1642" name="Google Shape;1642;p4"/>
            <p:cNvSpPr/>
            <p:nvPr/>
          </p:nvSpPr>
          <p:spPr>
            <a:xfrm>
              <a:off x="4096" y="3365"/>
              <a:ext cx="23" cy="56"/>
            </a:xfrm>
            <a:custGeom>
              <a:avLst/>
              <a:gdLst/>
              <a:ahLst/>
              <a:cxnLst/>
              <a:rect l="l" t="t" r="r" b="b"/>
              <a:pathLst>
                <a:path w="26" h="94" extrusionOk="0">
                  <a:moveTo>
                    <a:pt x="26" y="0"/>
                  </a:moveTo>
                  <a:lnTo>
                    <a:pt x="20" y="2"/>
                  </a:lnTo>
                  <a:lnTo>
                    <a:pt x="17" y="5"/>
                  </a:lnTo>
                  <a:lnTo>
                    <a:pt x="13" y="12"/>
                  </a:lnTo>
                  <a:lnTo>
                    <a:pt x="9" y="21"/>
                  </a:lnTo>
                  <a:lnTo>
                    <a:pt x="6" y="33"/>
                  </a:lnTo>
                  <a:lnTo>
                    <a:pt x="4" y="47"/>
                  </a:lnTo>
                  <a:lnTo>
                    <a:pt x="2" y="61"/>
                  </a:lnTo>
                  <a:lnTo>
                    <a:pt x="0" y="76"/>
                  </a:lnTo>
                  <a:lnTo>
                    <a:pt x="0" y="94"/>
                  </a:lnTo>
                  <a:lnTo>
                    <a:pt x="2" y="94"/>
                  </a:lnTo>
                  <a:lnTo>
                    <a:pt x="2" y="76"/>
                  </a:lnTo>
                  <a:lnTo>
                    <a:pt x="4" y="59"/>
                  </a:lnTo>
                  <a:lnTo>
                    <a:pt x="6" y="43"/>
                  </a:lnTo>
                  <a:lnTo>
                    <a:pt x="9" y="31"/>
                  </a:lnTo>
                  <a:lnTo>
                    <a:pt x="13" y="19"/>
                  </a:lnTo>
                  <a:lnTo>
                    <a:pt x="17" y="12"/>
                  </a:lnTo>
                  <a:lnTo>
                    <a:pt x="20" y="7"/>
                  </a:lnTo>
                  <a:lnTo>
                    <a:pt x="26" y="5"/>
                  </a:lnTo>
                  <a:lnTo>
                    <a:pt x="26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1643" name="Google Shape;1643;p4"/>
            <p:cNvSpPr/>
            <p:nvPr/>
          </p:nvSpPr>
          <p:spPr>
            <a:xfrm>
              <a:off x="4098" y="3369"/>
              <a:ext cx="21" cy="52"/>
            </a:xfrm>
            <a:custGeom>
              <a:avLst/>
              <a:gdLst/>
              <a:ahLst/>
              <a:cxnLst/>
              <a:rect l="l" t="t" r="r" b="b"/>
              <a:pathLst>
                <a:path w="24" h="89" extrusionOk="0">
                  <a:moveTo>
                    <a:pt x="24" y="0"/>
                  </a:moveTo>
                  <a:lnTo>
                    <a:pt x="18" y="2"/>
                  </a:lnTo>
                  <a:lnTo>
                    <a:pt x="15" y="7"/>
                  </a:lnTo>
                  <a:lnTo>
                    <a:pt x="11" y="14"/>
                  </a:lnTo>
                  <a:lnTo>
                    <a:pt x="7" y="26"/>
                  </a:lnTo>
                  <a:lnTo>
                    <a:pt x="4" y="38"/>
                  </a:lnTo>
                  <a:lnTo>
                    <a:pt x="2" y="54"/>
                  </a:lnTo>
                  <a:lnTo>
                    <a:pt x="0" y="71"/>
                  </a:lnTo>
                  <a:lnTo>
                    <a:pt x="0" y="89"/>
                  </a:lnTo>
                  <a:lnTo>
                    <a:pt x="2" y="89"/>
                  </a:lnTo>
                  <a:lnTo>
                    <a:pt x="2" y="71"/>
                  </a:lnTo>
                  <a:lnTo>
                    <a:pt x="4" y="56"/>
                  </a:lnTo>
                  <a:lnTo>
                    <a:pt x="5" y="42"/>
                  </a:lnTo>
                  <a:lnTo>
                    <a:pt x="7" y="30"/>
                  </a:lnTo>
                  <a:lnTo>
                    <a:pt x="11" y="19"/>
                  </a:lnTo>
                  <a:lnTo>
                    <a:pt x="15" y="11"/>
                  </a:lnTo>
                  <a:lnTo>
                    <a:pt x="18" y="7"/>
                  </a:lnTo>
                  <a:lnTo>
                    <a:pt x="24" y="6"/>
                  </a:lnTo>
                  <a:lnTo>
                    <a:pt x="24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1644" name="Google Shape;1644;p4"/>
            <p:cNvSpPr/>
            <p:nvPr/>
          </p:nvSpPr>
          <p:spPr>
            <a:xfrm>
              <a:off x="4100" y="3371"/>
              <a:ext cx="19" cy="50"/>
            </a:xfrm>
            <a:custGeom>
              <a:avLst/>
              <a:gdLst/>
              <a:ahLst/>
              <a:cxnLst/>
              <a:rect l="l" t="t" r="r" b="b"/>
              <a:pathLst>
                <a:path w="22" h="83" extrusionOk="0">
                  <a:moveTo>
                    <a:pt x="22" y="0"/>
                  </a:moveTo>
                  <a:lnTo>
                    <a:pt x="16" y="1"/>
                  </a:lnTo>
                  <a:lnTo>
                    <a:pt x="13" y="5"/>
                  </a:lnTo>
                  <a:lnTo>
                    <a:pt x="9" y="13"/>
                  </a:lnTo>
                  <a:lnTo>
                    <a:pt x="5" y="24"/>
                  </a:lnTo>
                  <a:lnTo>
                    <a:pt x="3" y="36"/>
                  </a:lnTo>
                  <a:lnTo>
                    <a:pt x="2" y="50"/>
                  </a:lnTo>
                  <a:lnTo>
                    <a:pt x="0" y="65"/>
                  </a:lnTo>
                  <a:lnTo>
                    <a:pt x="0" y="83"/>
                  </a:lnTo>
                  <a:lnTo>
                    <a:pt x="2" y="83"/>
                  </a:lnTo>
                  <a:lnTo>
                    <a:pt x="2" y="67"/>
                  </a:lnTo>
                  <a:lnTo>
                    <a:pt x="2" y="52"/>
                  </a:lnTo>
                  <a:lnTo>
                    <a:pt x="3" y="39"/>
                  </a:lnTo>
                  <a:lnTo>
                    <a:pt x="7" y="27"/>
                  </a:lnTo>
                  <a:lnTo>
                    <a:pt x="11" y="17"/>
                  </a:lnTo>
                  <a:lnTo>
                    <a:pt x="13" y="10"/>
                  </a:lnTo>
                  <a:lnTo>
                    <a:pt x="18" y="6"/>
                  </a:lnTo>
                  <a:lnTo>
                    <a:pt x="22" y="5"/>
                  </a:lnTo>
                  <a:lnTo>
                    <a:pt x="22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1645" name="Google Shape;1645;p4"/>
            <p:cNvSpPr/>
            <p:nvPr/>
          </p:nvSpPr>
          <p:spPr>
            <a:xfrm>
              <a:off x="4102" y="3375"/>
              <a:ext cx="17" cy="46"/>
            </a:xfrm>
            <a:custGeom>
              <a:avLst/>
              <a:gdLst/>
              <a:ahLst/>
              <a:cxnLst/>
              <a:rect l="l" t="t" r="r" b="b"/>
              <a:pathLst>
                <a:path w="20" h="78" extrusionOk="0">
                  <a:moveTo>
                    <a:pt x="20" y="0"/>
                  </a:moveTo>
                  <a:lnTo>
                    <a:pt x="16" y="1"/>
                  </a:lnTo>
                  <a:lnTo>
                    <a:pt x="11" y="5"/>
                  </a:lnTo>
                  <a:lnTo>
                    <a:pt x="9" y="12"/>
                  </a:lnTo>
                  <a:lnTo>
                    <a:pt x="5" y="22"/>
                  </a:lnTo>
                  <a:lnTo>
                    <a:pt x="1" y="34"/>
                  </a:lnTo>
                  <a:lnTo>
                    <a:pt x="0" y="47"/>
                  </a:lnTo>
                  <a:lnTo>
                    <a:pt x="0" y="62"/>
                  </a:lnTo>
                  <a:lnTo>
                    <a:pt x="0" y="78"/>
                  </a:lnTo>
                  <a:lnTo>
                    <a:pt x="0" y="78"/>
                  </a:lnTo>
                  <a:lnTo>
                    <a:pt x="0" y="62"/>
                  </a:lnTo>
                  <a:lnTo>
                    <a:pt x="1" y="50"/>
                  </a:lnTo>
                  <a:lnTo>
                    <a:pt x="3" y="36"/>
                  </a:lnTo>
                  <a:lnTo>
                    <a:pt x="5" y="26"/>
                  </a:lnTo>
                  <a:lnTo>
                    <a:pt x="9" y="17"/>
                  </a:lnTo>
                  <a:lnTo>
                    <a:pt x="12" y="10"/>
                  </a:lnTo>
                  <a:lnTo>
                    <a:pt x="16" y="7"/>
                  </a:lnTo>
                  <a:lnTo>
                    <a:pt x="20" y="5"/>
                  </a:lnTo>
                  <a:lnTo>
                    <a:pt x="20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1646" name="Google Shape;1646;p4"/>
            <p:cNvSpPr/>
            <p:nvPr/>
          </p:nvSpPr>
          <p:spPr>
            <a:xfrm>
              <a:off x="4102" y="3377"/>
              <a:ext cx="17" cy="44"/>
            </a:xfrm>
            <a:custGeom>
              <a:avLst/>
              <a:gdLst/>
              <a:ahLst/>
              <a:cxnLst/>
              <a:rect l="l" t="t" r="r" b="b"/>
              <a:pathLst>
                <a:path w="20" h="73" extrusionOk="0">
                  <a:moveTo>
                    <a:pt x="20" y="0"/>
                  </a:moveTo>
                  <a:lnTo>
                    <a:pt x="16" y="2"/>
                  </a:lnTo>
                  <a:lnTo>
                    <a:pt x="12" y="5"/>
                  </a:lnTo>
                  <a:lnTo>
                    <a:pt x="9" y="12"/>
                  </a:lnTo>
                  <a:lnTo>
                    <a:pt x="5" y="21"/>
                  </a:lnTo>
                  <a:lnTo>
                    <a:pt x="3" y="31"/>
                  </a:lnTo>
                  <a:lnTo>
                    <a:pt x="1" y="45"/>
                  </a:lnTo>
                  <a:lnTo>
                    <a:pt x="0" y="57"/>
                  </a:lnTo>
                  <a:lnTo>
                    <a:pt x="0" y="73"/>
                  </a:lnTo>
                  <a:lnTo>
                    <a:pt x="1" y="73"/>
                  </a:lnTo>
                  <a:lnTo>
                    <a:pt x="1" y="57"/>
                  </a:lnTo>
                  <a:lnTo>
                    <a:pt x="3" y="43"/>
                  </a:lnTo>
                  <a:lnTo>
                    <a:pt x="5" y="29"/>
                  </a:lnTo>
                  <a:lnTo>
                    <a:pt x="9" y="19"/>
                  </a:lnTo>
                  <a:lnTo>
                    <a:pt x="12" y="12"/>
                  </a:lnTo>
                  <a:lnTo>
                    <a:pt x="16" y="7"/>
                  </a:lnTo>
                  <a:lnTo>
                    <a:pt x="20" y="5"/>
                  </a:lnTo>
                  <a:lnTo>
                    <a:pt x="20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1647" name="Google Shape;1647;p4"/>
            <p:cNvSpPr/>
            <p:nvPr/>
          </p:nvSpPr>
          <p:spPr>
            <a:xfrm>
              <a:off x="4103" y="3381"/>
              <a:ext cx="16" cy="40"/>
            </a:xfrm>
            <a:custGeom>
              <a:avLst/>
              <a:gdLst/>
              <a:ahLst/>
              <a:cxnLst/>
              <a:rect l="l" t="t" r="r" b="b"/>
              <a:pathLst>
                <a:path w="19" h="68" extrusionOk="0">
                  <a:moveTo>
                    <a:pt x="19" y="0"/>
                  </a:moveTo>
                  <a:lnTo>
                    <a:pt x="15" y="2"/>
                  </a:lnTo>
                  <a:lnTo>
                    <a:pt x="11" y="7"/>
                  </a:lnTo>
                  <a:lnTo>
                    <a:pt x="8" y="14"/>
                  </a:lnTo>
                  <a:lnTo>
                    <a:pt x="4" y="24"/>
                  </a:lnTo>
                  <a:lnTo>
                    <a:pt x="2" y="38"/>
                  </a:lnTo>
                  <a:lnTo>
                    <a:pt x="0" y="52"/>
                  </a:lnTo>
                  <a:lnTo>
                    <a:pt x="0" y="68"/>
                  </a:lnTo>
                  <a:lnTo>
                    <a:pt x="2" y="68"/>
                  </a:lnTo>
                  <a:lnTo>
                    <a:pt x="2" y="54"/>
                  </a:lnTo>
                  <a:lnTo>
                    <a:pt x="4" y="40"/>
                  </a:lnTo>
                  <a:lnTo>
                    <a:pt x="6" y="28"/>
                  </a:lnTo>
                  <a:lnTo>
                    <a:pt x="8" y="19"/>
                  </a:lnTo>
                  <a:lnTo>
                    <a:pt x="11" y="11"/>
                  </a:lnTo>
                  <a:lnTo>
                    <a:pt x="15" y="7"/>
                  </a:lnTo>
                  <a:lnTo>
                    <a:pt x="19" y="5"/>
                  </a:lnTo>
                  <a:lnTo>
                    <a:pt x="19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1648" name="Google Shape;1648;p4"/>
            <p:cNvSpPr/>
            <p:nvPr/>
          </p:nvSpPr>
          <p:spPr>
            <a:xfrm>
              <a:off x="4105" y="3385"/>
              <a:ext cx="14" cy="36"/>
            </a:xfrm>
            <a:custGeom>
              <a:avLst/>
              <a:gdLst/>
              <a:ahLst/>
              <a:cxnLst/>
              <a:rect l="l" t="t" r="r" b="b"/>
              <a:pathLst>
                <a:path w="17" h="63" extrusionOk="0">
                  <a:moveTo>
                    <a:pt x="17" y="0"/>
                  </a:moveTo>
                  <a:lnTo>
                    <a:pt x="13" y="2"/>
                  </a:lnTo>
                  <a:lnTo>
                    <a:pt x="9" y="6"/>
                  </a:lnTo>
                  <a:lnTo>
                    <a:pt x="6" y="14"/>
                  </a:lnTo>
                  <a:lnTo>
                    <a:pt x="4" y="23"/>
                  </a:lnTo>
                  <a:lnTo>
                    <a:pt x="2" y="35"/>
                  </a:lnTo>
                  <a:lnTo>
                    <a:pt x="0" y="49"/>
                  </a:lnTo>
                  <a:lnTo>
                    <a:pt x="0" y="63"/>
                  </a:lnTo>
                  <a:lnTo>
                    <a:pt x="2" y="63"/>
                  </a:lnTo>
                  <a:lnTo>
                    <a:pt x="2" y="49"/>
                  </a:lnTo>
                  <a:lnTo>
                    <a:pt x="2" y="37"/>
                  </a:lnTo>
                  <a:lnTo>
                    <a:pt x="4" y="26"/>
                  </a:lnTo>
                  <a:lnTo>
                    <a:pt x="8" y="18"/>
                  </a:lnTo>
                  <a:lnTo>
                    <a:pt x="9" y="11"/>
                  </a:lnTo>
                  <a:lnTo>
                    <a:pt x="13" y="7"/>
                  </a:lnTo>
                  <a:lnTo>
                    <a:pt x="17" y="6"/>
                  </a:lnTo>
                  <a:lnTo>
                    <a:pt x="17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1649" name="Google Shape;1649;p4"/>
            <p:cNvSpPr/>
            <p:nvPr/>
          </p:nvSpPr>
          <p:spPr>
            <a:xfrm>
              <a:off x="4107" y="3387"/>
              <a:ext cx="12" cy="34"/>
            </a:xfrm>
            <a:custGeom>
              <a:avLst/>
              <a:gdLst/>
              <a:ahLst/>
              <a:cxnLst/>
              <a:rect l="l" t="t" r="r" b="b"/>
              <a:pathLst>
                <a:path w="15" h="57" extrusionOk="0">
                  <a:moveTo>
                    <a:pt x="15" y="0"/>
                  </a:moveTo>
                  <a:lnTo>
                    <a:pt x="11" y="1"/>
                  </a:lnTo>
                  <a:lnTo>
                    <a:pt x="7" y="5"/>
                  </a:lnTo>
                  <a:lnTo>
                    <a:pt x="6" y="12"/>
                  </a:lnTo>
                  <a:lnTo>
                    <a:pt x="2" y="20"/>
                  </a:lnTo>
                  <a:lnTo>
                    <a:pt x="0" y="31"/>
                  </a:lnTo>
                  <a:lnTo>
                    <a:pt x="0" y="43"/>
                  </a:lnTo>
                  <a:lnTo>
                    <a:pt x="0" y="57"/>
                  </a:lnTo>
                  <a:lnTo>
                    <a:pt x="0" y="57"/>
                  </a:lnTo>
                  <a:lnTo>
                    <a:pt x="0" y="45"/>
                  </a:lnTo>
                  <a:lnTo>
                    <a:pt x="2" y="34"/>
                  </a:lnTo>
                  <a:lnTo>
                    <a:pt x="4" y="24"/>
                  </a:lnTo>
                  <a:lnTo>
                    <a:pt x="6" y="15"/>
                  </a:lnTo>
                  <a:lnTo>
                    <a:pt x="7" y="10"/>
                  </a:lnTo>
                  <a:lnTo>
                    <a:pt x="11" y="5"/>
                  </a:lnTo>
                  <a:lnTo>
                    <a:pt x="15" y="5"/>
                  </a:lnTo>
                  <a:lnTo>
                    <a:pt x="15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1650" name="Google Shape;1650;p4"/>
            <p:cNvSpPr/>
            <p:nvPr/>
          </p:nvSpPr>
          <p:spPr>
            <a:xfrm>
              <a:off x="4107" y="3390"/>
              <a:ext cx="12" cy="31"/>
            </a:xfrm>
            <a:custGeom>
              <a:avLst/>
              <a:gdLst/>
              <a:ahLst/>
              <a:cxnLst/>
              <a:rect l="l" t="t" r="r" b="b"/>
              <a:pathLst>
                <a:path w="15" h="52" extrusionOk="0">
                  <a:moveTo>
                    <a:pt x="15" y="0"/>
                  </a:moveTo>
                  <a:lnTo>
                    <a:pt x="11" y="0"/>
                  </a:lnTo>
                  <a:lnTo>
                    <a:pt x="7" y="5"/>
                  </a:lnTo>
                  <a:lnTo>
                    <a:pt x="6" y="10"/>
                  </a:lnTo>
                  <a:lnTo>
                    <a:pt x="4" y="19"/>
                  </a:lnTo>
                  <a:lnTo>
                    <a:pt x="2" y="29"/>
                  </a:lnTo>
                  <a:lnTo>
                    <a:pt x="0" y="40"/>
                  </a:lnTo>
                  <a:lnTo>
                    <a:pt x="0" y="52"/>
                  </a:lnTo>
                  <a:lnTo>
                    <a:pt x="2" y="52"/>
                  </a:lnTo>
                  <a:lnTo>
                    <a:pt x="2" y="40"/>
                  </a:lnTo>
                  <a:lnTo>
                    <a:pt x="4" y="27"/>
                  </a:lnTo>
                  <a:lnTo>
                    <a:pt x="6" y="19"/>
                  </a:lnTo>
                  <a:lnTo>
                    <a:pt x="7" y="10"/>
                  </a:lnTo>
                  <a:lnTo>
                    <a:pt x="11" y="7"/>
                  </a:lnTo>
                  <a:lnTo>
                    <a:pt x="15" y="5"/>
                  </a:lnTo>
                  <a:lnTo>
                    <a:pt x="15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1651" name="Google Shape;1651;p4"/>
            <p:cNvSpPr/>
            <p:nvPr/>
          </p:nvSpPr>
          <p:spPr>
            <a:xfrm>
              <a:off x="4107" y="3393"/>
              <a:ext cx="12" cy="28"/>
            </a:xfrm>
            <a:custGeom>
              <a:avLst/>
              <a:gdLst/>
              <a:ahLst/>
              <a:cxnLst/>
              <a:rect l="l" t="t" r="r" b="b"/>
              <a:pathLst>
                <a:path w="13" h="47" extrusionOk="0">
                  <a:moveTo>
                    <a:pt x="13" y="0"/>
                  </a:moveTo>
                  <a:lnTo>
                    <a:pt x="9" y="2"/>
                  </a:lnTo>
                  <a:lnTo>
                    <a:pt x="5" y="5"/>
                  </a:lnTo>
                  <a:lnTo>
                    <a:pt x="4" y="14"/>
                  </a:lnTo>
                  <a:lnTo>
                    <a:pt x="2" y="22"/>
                  </a:lnTo>
                  <a:lnTo>
                    <a:pt x="0" y="35"/>
                  </a:lnTo>
                  <a:lnTo>
                    <a:pt x="0" y="47"/>
                  </a:lnTo>
                  <a:lnTo>
                    <a:pt x="2" y="47"/>
                  </a:lnTo>
                  <a:lnTo>
                    <a:pt x="2" y="35"/>
                  </a:lnTo>
                  <a:lnTo>
                    <a:pt x="4" y="26"/>
                  </a:lnTo>
                  <a:lnTo>
                    <a:pt x="5" y="17"/>
                  </a:lnTo>
                  <a:lnTo>
                    <a:pt x="7" y="10"/>
                  </a:lnTo>
                  <a:lnTo>
                    <a:pt x="9" y="7"/>
                  </a:lnTo>
                  <a:lnTo>
                    <a:pt x="13" y="5"/>
                  </a:lnTo>
                  <a:lnTo>
                    <a:pt x="1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1652" name="Google Shape;1652;p4"/>
            <p:cNvSpPr/>
            <p:nvPr/>
          </p:nvSpPr>
          <p:spPr>
            <a:xfrm>
              <a:off x="4109" y="3396"/>
              <a:ext cx="10" cy="25"/>
            </a:xfrm>
            <a:custGeom>
              <a:avLst/>
              <a:gdLst/>
              <a:ahLst/>
              <a:cxnLst/>
              <a:rect l="l" t="t" r="r" b="b"/>
              <a:pathLst>
                <a:path w="11" h="42" extrusionOk="0">
                  <a:moveTo>
                    <a:pt x="11" y="0"/>
                  </a:moveTo>
                  <a:lnTo>
                    <a:pt x="7" y="2"/>
                  </a:lnTo>
                  <a:lnTo>
                    <a:pt x="5" y="5"/>
                  </a:lnTo>
                  <a:lnTo>
                    <a:pt x="3" y="12"/>
                  </a:lnTo>
                  <a:lnTo>
                    <a:pt x="2" y="21"/>
                  </a:lnTo>
                  <a:lnTo>
                    <a:pt x="0" y="30"/>
                  </a:lnTo>
                  <a:lnTo>
                    <a:pt x="0" y="42"/>
                  </a:lnTo>
                  <a:lnTo>
                    <a:pt x="0" y="42"/>
                  </a:lnTo>
                  <a:lnTo>
                    <a:pt x="2" y="31"/>
                  </a:lnTo>
                  <a:lnTo>
                    <a:pt x="2" y="23"/>
                  </a:lnTo>
                  <a:lnTo>
                    <a:pt x="3" y="16"/>
                  </a:lnTo>
                  <a:lnTo>
                    <a:pt x="5" y="11"/>
                  </a:lnTo>
                  <a:lnTo>
                    <a:pt x="7" y="5"/>
                  </a:lnTo>
                  <a:lnTo>
                    <a:pt x="11" y="5"/>
                  </a:lnTo>
                  <a:lnTo>
                    <a:pt x="11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1653" name="Google Shape;1653;p4"/>
            <p:cNvSpPr/>
            <p:nvPr/>
          </p:nvSpPr>
          <p:spPr>
            <a:xfrm>
              <a:off x="4109" y="3400"/>
              <a:ext cx="10" cy="21"/>
            </a:xfrm>
            <a:custGeom>
              <a:avLst/>
              <a:gdLst/>
              <a:ahLst/>
              <a:cxnLst/>
              <a:rect l="l" t="t" r="r" b="b"/>
              <a:pathLst>
                <a:path w="11" h="37" extrusionOk="0">
                  <a:moveTo>
                    <a:pt x="11" y="0"/>
                  </a:moveTo>
                  <a:lnTo>
                    <a:pt x="7" y="0"/>
                  </a:lnTo>
                  <a:lnTo>
                    <a:pt x="5" y="6"/>
                  </a:lnTo>
                  <a:lnTo>
                    <a:pt x="3" y="11"/>
                  </a:lnTo>
                  <a:lnTo>
                    <a:pt x="2" y="18"/>
                  </a:lnTo>
                  <a:lnTo>
                    <a:pt x="2" y="26"/>
                  </a:lnTo>
                  <a:lnTo>
                    <a:pt x="0" y="37"/>
                  </a:lnTo>
                  <a:lnTo>
                    <a:pt x="2" y="37"/>
                  </a:lnTo>
                  <a:lnTo>
                    <a:pt x="2" y="26"/>
                  </a:lnTo>
                  <a:lnTo>
                    <a:pt x="3" y="18"/>
                  </a:lnTo>
                  <a:lnTo>
                    <a:pt x="5" y="11"/>
                  </a:lnTo>
                  <a:lnTo>
                    <a:pt x="7" y="7"/>
                  </a:lnTo>
                  <a:lnTo>
                    <a:pt x="11" y="6"/>
                  </a:lnTo>
                  <a:lnTo>
                    <a:pt x="11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1654" name="Google Shape;1654;p4"/>
            <p:cNvSpPr/>
            <p:nvPr/>
          </p:nvSpPr>
          <p:spPr>
            <a:xfrm>
              <a:off x="4110" y="3402"/>
              <a:ext cx="9" cy="19"/>
            </a:xfrm>
            <a:custGeom>
              <a:avLst/>
              <a:gdLst/>
              <a:ahLst/>
              <a:cxnLst/>
              <a:rect l="l" t="t" r="r" b="b"/>
              <a:pathLst>
                <a:path w="9" h="31" extrusionOk="0">
                  <a:moveTo>
                    <a:pt x="9" y="0"/>
                  </a:moveTo>
                  <a:lnTo>
                    <a:pt x="5" y="1"/>
                  </a:lnTo>
                  <a:lnTo>
                    <a:pt x="3" y="5"/>
                  </a:lnTo>
                  <a:lnTo>
                    <a:pt x="1" y="12"/>
                  </a:lnTo>
                  <a:lnTo>
                    <a:pt x="0" y="20"/>
                  </a:lnTo>
                  <a:lnTo>
                    <a:pt x="0" y="31"/>
                  </a:lnTo>
                  <a:lnTo>
                    <a:pt x="1" y="31"/>
                  </a:lnTo>
                  <a:lnTo>
                    <a:pt x="1" y="22"/>
                  </a:lnTo>
                  <a:lnTo>
                    <a:pt x="3" y="15"/>
                  </a:lnTo>
                  <a:lnTo>
                    <a:pt x="5" y="10"/>
                  </a:lnTo>
                  <a:lnTo>
                    <a:pt x="7" y="5"/>
                  </a:lnTo>
                  <a:lnTo>
                    <a:pt x="9" y="5"/>
                  </a:lnTo>
                  <a:lnTo>
                    <a:pt x="9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1655" name="Google Shape;1655;p4"/>
            <p:cNvSpPr/>
            <p:nvPr/>
          </p:nvSpPr>
          <p:spPr>
            <a:xfrm>
              <a:off x="4112" y="3406"/>
              <a:ext cx="7" cy="15"/>
            </a:xfrm>
            <a:custGeom>
              <a:avLst/>
              <a:gdLst/>
              <a:ahLst/>
              <a:cxnLst/>
              <a:rect l="l" t="t" r="r" b="b"/>
              <a:pathLst>
                <a:path w="8" h="26" extrusionOk="0">
                  <a:moveTo>
                    <a:pt x="8" y="0"/>
                  </a:moveTo>
                  <a:lnTo>
                    <a:pt x="6" y="0"/>
                  </a:lnTo>
                  <a:lnTo>
                    <a:pt x="4" y="5"/>
                  </a:lnTo>
                  <a:lnTo>
                    <a:pt x="2" y="10"/>
                  </a:lnTo>
                  <a:lnTo>
                    <a:pt x="0" y="17"/>
                  </a:lnTo>
                  <a:lnTo>
                    <a:pt x="0" y="26"/>
                  </a:lnTo>
                  <a:lnTo>
                    <a:pt x="2" y="26"/>
                  </a:lnTo>
                  <a:lnTo>
                    <a:pt x="2" y="17"/>
                  </a:lnTo>
                  <a:lnTo>
                    <a:pt x="4" y="10"/>
                  </a:lnTo>
                  <a:lnTo>
                    <a:pt x="6" y="7"/>
                  </a:lnTo>
                  <a:lnTo>
                    <a:pt x="8" y="5"/>
                  </a:lnTo>
                  <a:lnTo>
                    <a:pt x="8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1656" name="Google Shape;1656;p4"/>
            <p:cNvSpPr/>
            <p:nvPr/>
          </p:nvSpPr>
          <p:spPr>
            <a:xfrm>
              <a:off x="4114" y="3408"/>
              <a:ext cx="5" cy="13"/>
            </a:xfrm>
            <a:custGeom>
              <a:avLst/>
              <a:gdLst/>
              <a:ahLst/>
              <a:cxnLst/>
              <a:rect l="l" t="t" r="r" b="b"/>
              <a:pathLst>
                <a:path w="6" h="21" extrusionOk="0">
                  <a:moveTo>
                    <a:pt x="6" y="0"/>
                  </a:moveTo>
                  <a:lnTo>
                    <a:pt x="4" y="2"/>
                  </a:lnTo>
                  <a:lnTo>
                    <a:pt x="2" y="5"/>
                  </a:lnTo>
                  <a:lnTo>
                    <a:pt x="0" y="12"/>
                  </a:lnTo>
                  <a:lnTo>
                    <a:pt x="0" y="21"/>
                  </a:lnTo>
                  <a:lnTo>
                    <a:pt x="0" y="21"/>
                  </a:lnTo>
                  <a:lnTo>
                    <a:pt x="2" y="14"/>
                  </a:lnTo>
                  <a:lnTo>
                    <a:pt x="2" y="9"/>
                  </a:lnTo>
                  <a:lnTo>
                    <a:pt x="4" y="5"/>
                  </a:lnTo>
                  <a:lnTo>
                    <a:pt x="6" y="5"/>
                  </a:lnTo>
                  <a:lnTo>
                    <a:pt x="6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1657" name="Google Shape;1657;p4"/>
            <p:cNvSpPr/>
            <p:nvPr/>
          </p:nvSpPr>
          <p:spPr>
            <a:xfrm>
              <a:off x="4114" y="3412"/>
              <a:ext cx="5" cy="9"/>
            </a:xfrm>
            <a:custGeom>
              <a:avLst/>
              <a:gdLst/>
              <a:ahLst/>
              <a:cxnLst/>
              <a:rect l="l" t="t" r="r" b="b"/>
              <a:pathLst>
                <a:path w="6" h="16" extrusionOk="0">
                  <a:moveTo>
                    <a:pt x="6" y="0"/>
                  </a:moveTo>
                  <a:lnTo>
                    <a:pt x="4" y="0"/>
                  </a:lnTo>
                  <a:lnTo>
                    <a:pt x="2" y="4"/>
                  </a:lnTo>
                  <a:lnTo>
                    <a:pt x="2" y="9"/>
                  </a:lnTo>
                  <a:lnTo>
                    <a:pt x="0" y="16"/>
                  </a:lnTo>
                  <a:lnTo>
                    <a:pt x="2" y="16"/>
                  </a:lnTo>
                  <a:lnTo>
                    <a:pt x="2" y="11"/>
                  </a:lnTo>
                  <a:lnTo>
                    <a:pt x="4" y="5"/>
                  </a:lnTo>
                  <a:lnTo>
                    <a:pt x="6" y="5"/>
                  </a:lnTo>
                  <a:lnTo>
                    <a:pt x="6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1658" name="Google Shape;1658;p4"/>
            <p:cNvSpPr/>
            <p:nvPr/>
          </p:nvSpPr>
          <p:spPr>
            <a:xfrm>
              <a:off x="4116" y="3416"/>
              <a:ext cx="3" cy="5"/>
            </a:xfrm>
            <a:custGeom>
              <a:avLst/>
              <a:gdLst/>
              <a:ahLst/>
              <a:cxnLst/>
              <a:rect l="l" t="t" r="r" b="b"/>
              <a:pathLst>
                <a:path w="4" h="11" extrusionOk="0">
                  <a:moveTo>
                    <a:pt x="4" y="0"/>
                  </a:moveTo>
                  <a:lnTo>
                    <a:pt x="2" y="0"/>
                  </a:lnTo>
                  <a:lnTo>
                    <a:pt x="0" y="6"/>
                  </a:lnTo>
                  <a:lnTo>
                    <a:pt x="0" y="11"/>
                  </a:lnTo>
                  <a:lnTo>
                    <a:pt x="2" y="11"/>
                  </a:lnTo>
                  <a:lnTo>
                    <a:pt x="2" y="7"/>
                  </a:lnTo>
                  <a:lnTo>
                    <a:pt x="4" y="6"/>
                  </a:lnTo>
                  <a:lnTo>
                    <a:pt x="4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1659" name="Google Shape;1659;p4"/>
            <p:cNvSpPr/>
            <p:nvPr/>
          </p:nvSpPr>
          <p:spPr>
            <a:xfrm>
              <a:off x="4117" y="3418"/>
              <a:ext cx="2" cy="3"/>
            </a:xfrm>
            <a:custGeom>
              <a:avLst/>
              <a:gdLst/>
              <a:ahLst/>
              <a:cxnLst/>
              <a:rect l="l" t="t" r="r" b="b"/>
              <a:pathLst>
                <a:path w="2" h="5" extrusionOk="0">
                  <a:moveTo>
                    <a:pt x="2" y="0"/>
                  </a:moveTo>
                  <a:lnTo>
                    <a:pt x="0" y="1"/>
                  </a:lnTo>
                  <a:lnTo>
                    <a:pt x="0" y="5"/>
                  </a:lnTo>
                  <a:lnTo>
                    <a:pt x="2" y="5"/>
                  </a:lnTo>
                  <a:lnTo>
                    <a:pt x="2" y="5"/>
                  </a:lnTo>
                  <a:lnTo>
                    <a:pt x="2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1660" name="Google Shape;1660;p4"/>
            <p:cNvSpPr/>
            <p:nvPr/>
          </p:nvSpPr>
          <p:spPr>
            <a:xfrm>
              <a:off x="4070" y="3294"/>
              <a:ext cx="49" cy="127"/>
            </a:xfrm>
            <a:custGeom>
              <a:avLst/>
              <a:gdLst/>
              <a:ahLst/>
              <a:cxnLst/>
              <a:rect l="l" t="t" r="r" b="b"/>
              <a:pathLst>
                <a:path w="56" h="214" extrusionOk="0">
                  <a:moveTo>
                    <a:pt x="27" y="214"/>
                  </a:moveTo>
                  <a:lnTo>
                    <a:pt x="34" y="210"/>
                  </a:lnTo>
                  <a:lnTo>
                    <a:pt x="41" y="202"/>
                  </a:lnTo>
                  <a:lnTo>
                    <a:pt x="47" y="186"/>
                  </a:lnTo>
                  <a:lnTo>
                    <a:pt x="50" y="167"/>
                  </a:lnTo>
                  <a:lnTo>
                    <a:pt x="54" y="144"/>
                  </a:lnTo>
                  <a:lnTo>
                    <a:pt x="56" y="120"/>
                  </a:lnTo>
                  <a:lnTo>
                    <a:pt x="56" y="94"/>
                  </a:lnTo>
                  <a:lnTo>
                    <a:pt x="54" y="70"/>
                  </a:lnTo>
                  <a:lnTo>
                    <a:pt x="50" y="45"/>
                  </a:lnTo>
                  <a:lnTo>
                    <a:pt x="47" y="26"/>
                  </a:lnTo>
                  <a:lnTo>
                    <a:pt x="41" y="13"/>
                  </a:lnTo>
                  <a:lnTo>
                    <a:pt x="34" y="4"/>
                  </a:lnTo>
                  <a:lnTo>
                    <a:pt x="27" y="0"/>
                  </a:lnTo>
                  <a:lnTo>
                    <a:pt x="21" y="4"/>
                  </a:lnTo>
                  <a:lnTo>
                    <a:pt x="14" y="13"/>
                  </a:lnTo>
                  <a:lnTo>
                    <a:pt x="9" y="26"/>
                  </a:lnTo>
                  <a:lnTo>
                    <a:pt x="5" y="45"/>
                  </a:lnTo>
                  <a:lnTo>
                    <a:pt x="1" y="70"/>
                  </a:lnTo>
                  <a:lnTo>
                    <a:pt x="0" y="94"/>
                  </a:lnTo>
                  <a:lnTo>
                    <a:pt x="0" y="120"/>
                  </a:lnTo>
                  <a:lnTo>
                    <a:pt x="1" y="144"/>
                  </a:lnTo>
                  <a:lnTo>
                    <a:pt x="5" y="167"/>
                  </a:lnTo>
                  <a:lnTo>
                    <a:pt x="9" y="186"/>
                  </a:lnTo>
                  <a:lnTo>
                    <a:pt x="14" y="202"/>
                  </a:lnTo>
                  <a:lnTo>
                    <a:pt x="21" y="210"/>
                  </a:lnTo>
                  <a:lnTo>
                    <a:pt x="27" y="214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1661" name="Google Shape;1661;p4"/>
            <p:cNvSpPr/>
            <p:nvPr/>
          </p:nvSpPr>
          <p:spPr>
            <a:xfrm>
              <a:off x="4070" y="3294"/>
              <a:ext cx="49" cy="127"/>
            </a:xfrm>
            <a:custGeom>
              <a:avLst/>
              <a:gdLst/>
              <a:ahLst/>
              <a:cxnLst/>
              <a:rect l="l" t="t" r="r" b="b"/>
              <a:pathLst>
                <a:path w="56" h="214" extrusionOk="0">
                  <a:moveTo>
                    <a:pt x="56" y="0"/>
                  </a:moveTo>
                  <a:lnTo>
                    <a:pt x="48" y="2"/>
                  </a:lnTo>
                  <a:lnTo>
                    <a:pt x="41" y="7"/>
                  </a:lnTo>
                  <a:lnTo>
                    <a:pt x="36" y="14"/>
                  </a:lnTo>
                  <a:lnTo>
                    <a:pt x="28" y="25"/>
                  </a:lnTo>
                  <a:lnTo>
                    <a:pt x="23" y="39"/>
                  </a:lnTo>
                  <a:lnTo>
                    <a:pt x="18" y="54"/>
                  </a:lnTo>
                  <a:lnTo>
                    <a:pt x="14" y="72"/>
                  </a:lnTo>
                  <a:lnTo>
                    <a:pt x="9" y="92"/>
                  </a:lnTo>
                  <a:lnTo>
                    <a:pt x="7" y="115"/>
                  </a:lnTo>
                  <a:lnTo>
                    <a:pt x="3" y="137"/>
                  </a:lnTo>
                  <a:lnTo>
                    <a:pt x="1" y="162"/>
                  </a:lnTo>
                  <a:lnTo>
                    <a:pt x="0" y="188"/>
                  </a:lnTo>
                  <a:lnTo>
                    <a:pt x="0" y="214"/>
                  </a:lnTo>
                  <a:lnTo>
                    <a:pt x="0" y="0"/>
                  </a:lnTo>
                  <a:lnTo>
                    <a:pt x="56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1662" name="Google Shape;1662;p4"/>
            <p:cNvSpPr/>
            <p:nvPr/>
          </p:nvSpPr>
          <p:spPr>
            <a:xfrm>
              <a:off x="4070" y="3294"/>
              <a:ext cx="49" cy="127"/>
            </a:xfrm>
            <a:custGeom>
              <a:avLst/>
              <a:gdLst/>
              <a:ahLst/>
              <a:cxnLst/>
              <a:rect l="l" t="t" r="r" b="b"/>
              <a:pathLst>
                <a:path w="56" h="214" extrusionOk="0">
                  <a:moveTo>
                    <a:pt x="56" y="0"/>
                  </a:moveTo>
                  <a:lnTo>
                    <a:pt x="48" y="2"/>
                  </a:lnTo>
                  <a:lnTo>
                    <a:pt x="41" y="7"/>
                  </a:lnTo>
                  <a:lnTo>
                    <a:pt x="36" y="14"/>
                  </a:lnTo>
                  <a:lnTo>
                    <a:pt x="28" y="25"/>
                  </a:lnTo>
                  <a:lnTo>
                    <a:pt x="23" y="39"/>
                  </a:lnTo>
                  <a:lnTo>
                    <a:pt x="18" y="54"/>
                  </a:lnTo>
                  <a:lnTo>
                    <a:pt x="14" y="72"/>
                  </a:lnTo>
                  <a:lnTo>
                    <a:pt x="9" y="92"/>
                  </a:lnTo>
                  <a:lnTo>
                    <a:pt x="7" y="115"/>
                  </a:lnTo>
                  <a:lnTo>
                    <a:pt x="3" y="137"/>
                  </a:lnTo>
                  <a:lnTo>
                    <a:pt x="1" y="162"/>
                  </a:lnTo>
                  <a:lnTo>
                    <a:pt x="0" y="188"/>
                  </a:lnTo>
                  <a:lnTo>
                    <a:pt x="0" y="214"/>
                  </a:lnTo>
                  <a:lnTo>
                    <a:pt x="1" y="214"/>
                  </a:lnTo>
                  <a:lnTo>
                    <a:pt x="1" y="188"/>
                  </a:lnTo>
                  <a:lnTo>
                    <a:pt x="3" y="163"/>
                  </a:lnTo>
                  <a:lnTo>
                    <a:pt x="5" y="139"/>
                  </a:lnTo>
                  <a:lnTo>
                    <a:pt x="7" y="117"/>
                  </a:lnTo>
                  <a:lnTo>
                    <a:pt x="10" y="96"/>
                  </a:lnTo>
                  <a:lnTo>
                    <a:pt x="14" y="75"/>
                  </a:lnTo>
                  <a:lnTo>
                    <a:pt x="19" y="58"/>
                  </a:lnTo>
                  <a:lnTo>
                    <a:pt x="25" y="42"/>
                  </a:lnTo>
                  <a:lnTo>
                    <a:pt x="30" y="30"/>
                  </a:lnTo>
                  <a:lnTo>
                    <a:pt x="36" y="19"/>
                  </a:lnTo>
                  <a:lnTo>
                    <a:pt x="43" y="11"/>
                  </a:lnTo>
                  <a:lnTo>
                    <a:pt x="48" y="7"/>
                  </a:lnTo>
                  <a:lnTo>
                    <a:pt x="56" y="6"/>
                  </a:lnTo>
                  <a:lnTo>
                    <a:pt x="56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1663" name="Google Shape;1663;p4"/>
            <p:cNvSpPr/>
            <p:nvPr/>
          </p:nvSpPr>
          <p:spPr>
            <a:xfrm>
              <a:off x="4072" y="3298"/>
              <a:ext cx="47" cy="123"/>
            </a:xfrm>
            <a:custGeom>
              <a:avLst/>
              <a:gdLst/>
              <a:ahLst/>
              <a:cxnLst/>
              <a:rect l="l" t="t" r="r" b="b"/>
              <a:pathLst>
                <a:path w="55" h="208" extrusionOk="0">
                  <a:moveTo>
                    <a:pt x="55" y="0"/>
                  </a:moveTo>
                  <a:lnTo>
                    <a:pt x="47" y="1"/>
                  </a:lnTo>
                  <a:lnTo>
                    <a:pt x="42" y="5"/>
                  </a:lnTo>
                  <a:lnTo>
                    <a:pt x="35" y="13"/>
                  </a:lnTo>
                  <a:lnTo>
                    <a:pt x="29" y="24"/>
                  </a:lnTo>
                  <a:lnTo>
                    <a:pt x="24" y="36"/>
                  </a:lnTo>
                  <a:lnTo>
                    <a:pt x="18" y="52"/>
                  </a:lnTo>
                  <a:lnTo>
                    <a:pt x="13" y="69"/>
                  </a:lnTo>
                  <a:lnTo>
                    <a:pt x="9" y="90"/>
                  </a:lnTo>
                  <a:lnTo>
                    <a:pt x="6" y="111"/>
                  </a:lnTo>
                  <a:lnTo>
                    <a:pt x="4" y="133"/>
                  </a:lnTo>
                  <a:lnTo>
                    <a:pt x="2" y="157"/>
                  </a:lnTo>
                  <a:lnTo>
                    <a:pt x="0" y="182"/>
                  </a:lnTo>
                  <a:lnTo>
                    <a:pt x="0" y="208"/>
                  </a:lnTo>
                  <a:lnTo>
                    <a:pt x="2" y="208"/>
                  </a:lnTo>
                  <a:lnTo>
                    <a:pt x="2" y="180"/>
                  </a:lnTo>
                  <a:lnTo>
                    <a:pt x="4" y="154"/>
                  </a:lnTo>
                  <a:lnTo>
                    <a:pt x="6" y="130"/>
                  </a:lnTo>
                  <a:lnTo>
                    <a:pt x="8" y="105"/>
                  </a:lnTo>
                  <a:lnTo>
                    <a:pt x="13" y="85"/>
                  </a:lnTo>
                  <a:lnTo>
                    <a:pt x="17" y="64"/>
                  </a:lnTo>
                  <a:lnTo>
                    <a:pt x="22" y="46"/>
                  </a:lnTo>
                  <a:lnTo>
                    <a:pt x="27" y="33"/>
                  </a:lnTo>
                  <a:lnTo>
                    <a:pt x="35" y="20"/>
                  </a:lnTo>
                  <a:lnTo>
                    <a:pt x="40" y="12"/>
                  </a:lnTo>
                  <a:lnTo>
                    <a:pt x="47" y="7"/>
                  </a:lnTo>
                  <a:lnTo>
                    <a:pt x="55" y="5"/>
                  </a:lnTo>
                  <a:lnTo>
                    <a:pt x="55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1664" name="Google Shape;1664;p4"/>
            <p:cNvSpPr/>
            <p:nvPr/>
          </p:nvSpPr>
          <p:spPr>
            <a:xfrm>
              <a:off x="4074" y="3300"/>
              <a:ext cx="45" cy="121"/>
            </a:xfrm>
            <a:custGeom>
              <a:avLst/>
              <a:gdLst/>
              <a:ahLst/>
              <a:cxnLst/>
              <a:rect l="l" t="t" r="r" b="b"/>
              <a:pathLst>
                <a:path w="53" h="203" extrusionOk="0">
                  <a:moveTo>
                    <a:pt x="53" y="0"/>
                  </a:moveTo>
                  <a:lnTo>
                    <a:pt x="45" y="2"/>
                  </a:lnTo>
                  <a:lnTo>
                    <a:pt x="38" y="7"/>
                  </a:lnTo>
                  <a:lnTo>
                    <a:pt x="33" y="15"/>
                  </a:lnTo>
                  <a:lnTo>
                    <a:pt x="25" y="28"/>
                  </a:lnTo>
                  <a:lnTo>
                    <a:pt x="20" y="41"/>
                  </a:lnTo>
                  <a:lnTo>
                    <a:pt x="15" y="59"/>
                  </a:lnTo>
                  <a:lnTo>
                    <a:pt x="11" y="80"/>
                  </a:lnTo>
                  <a:lnTo>
                    <a:pt x="6" y="100"/>
                  </a:lnTo>
                  <a:lnTo>
                    <a:pt x="4" y="125"/>
                  </a:lnTo>
                  <a:lnTo>
                    <a:pt x="2" y="149"/>
                  </a:lnTo>
                  <a:lnTo>
                    <a:pt x="0" y="175"/>
                  </a:lnTo>
                  <a:lnTo>
                    <a:pt x="0" y="203"/>
                  </a:lnTo>
                  <a:lnTo>
                    <a:pt x="0" y="203"/>
                  </a:lnTo>
                  <a:lnTo>
                    <a:pt x="2" y="177"/>
                  </a:lnTo>
                  <a:lnTo>
                    <a:pt x="2" y="151"/>
                  </a:lnTo>
                  <a:lnTo>
                    <a:pt x="4" y="126"/>
                  </a:lnTo>
                  <a:lnTo>
                    <a:pt x="7" y="104"/>
                  </a:lnTo>
                  <a:lnTo>
                    <a:pt x="11" y="81"/>
                  </a:lnTo>
                  <a:lnTo>
                    <a:pt x="16" y="62"/>
                  </a:lnTo>
                  <a:lnTo>
                    <a:pt x="20" y="45"/>
                  </a:lnTo>
                  <a:lnTo>
                    <a:pt x="27" y="31"/>
                  </a:lnTo>
                  <a:lnTo>
                    <a:pt x="33" y="21"/>
                  </a:lnTo>
                  <a:lnTo>
                    <a:pt x="38" y="12"/>
                  </a:lnTo>
                  <a:lnTo>
                    <a:pt x="45" y="7"/>
                  </a:lnTo>
                  <a:lnTo>
                    <a:pt x="53" y="5"/>
                  </a:lnTo>
                  <a:lnTo>
                    <a:pt x="5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1665" name="Google Shape;1665;p4"/>
            <p:cNvSpPr/>
            <p:nvPr/>
          </p:nvSpPr>
          <p:spPr>
            <a:xfrm>
              <a:off x="4074" y="3304"/>
              <a:ext cx="45" cy="117"/>
            </a:xfrm>
            <a:custGeom>
              <a:avLst/>
              <a:gdLst/>
              <a:ahLst/>
              <a:cxnLst/>
              <a:rect l="l" t="t" r="r" b="b"/>
              <a:pathLst>
                <a:path w="53" h="198" extrusionOk="0">
                  <a:moveTo>
                    <a:pt x="53" y="0"/>
                  </a:moveTo>
                  <a:lnTo>
                    <a:pt x="45" y="2"/>
                  </a:lnTo>
                  <a:lnTo>
                    <a:pt x="38" y="7"/>
                  </a:lnTo>
                  <a:lnTo>
                    <a:pt x="33" y="16"/>
                  </a:lnTo>
                  <a:lnTo>
                    <a:pt x="27" y="26"/>
                  </a:lnTo>
                  <a:lnTo>
                    <a:pt x="20" y="40"/>
                  </a:lnTo>
                  <a:lnTo>
                    <a:pt x="16" y="57"/>
                  </a:lnTo>
                  <a:lnTo>
                    <a:pt x="11" y="76"/>
                  </a:lnTo>
                  <a:lnTo>
                    <a:pt x="7" y="99"/>
                  </a:lnTo>
                  <a:lnTo>
                    <a:pt x="4" y="121"/>
                  </a:lnTo>
                  <a:lnTo>
                    <a:pt x="2" y="146"/>
                  </a:lnTo>
                  <a:lnTo>
                    <a:pt x="2" y="172"/>
                  </a:lnTo>
                  <a:lnTo>
                    <a:pt x="0" y="198"/>
                  </a:lnTo>
                  <a:lnTo>
                    <a:pt x="2" y="198"/>
                  </a:lnTo>
                  <a:lnTo>
                    <a:pt x="2" y="172"/>
                  </a:lnTo>
                  <a:lnTo>
                    <a:pt x="4" y="147"/>
                  </a:lnTo>
                  <a:lnTo>
                    <a:pt x="6" y="123"/>
                  </a:lnTo>
                  <a:lnTo>
                    <a:pt x="9" y="101"/>
                  </a:lnTo>
                  <a:lnTo>
                    <a:pt x="13" y="80"/>
                  </a:lnTo>
                  <a:lnTo>
                    <a:pt x="16" y="61"/>
                  </a:lnTo>
                  <a:lnTo>
                    <a:pt x="22" y="45"/>
                  </a:lnTo>
                  <a:lnTo>
                    <a:pt x="27" y="31"/>
                  </a:lnTo>
                  <a:lnTo>
                    <a:pt x="33" y="19"/>
                  </a:lnTo>
                  <a:lnTo>
                    <a:pt x="40" y="12"/>
                  </a:lnTo>
                  <a:lnTo>
                    <a:pt x="45" y="7"/>
                  </a:lnTo>
                  <a:lnTo>
                    <a:pt x="53" y="5"/>
                  </a:lnTo>
                  <a:lnTo>
                    <a:pt x="5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1666" name="Google Shape;1666;p4"/>
            <p:cNvSpPr/>
            <p:nvPr/>
          </p:nvSpPr>
          <p:spPr>
            <a:xfrm>
              <a:off x="4074" y="3307"/>
              <a:ext cx="45" cy="114"/>
            </a:xfrm>
            <a:custGeom>
              <a:avLst/>
              <a:gdLst/>
              <a:ahLst/>
              <a:cxnLst/>
              <a:rect l="l" t="t" r="r" b="b"/>
              <a:pathLst>
                <a:path w="51" h="193" extrusionOk="0">
                  <a:moveTo>
                    <a:pt x="51" y="0"/>
                  </a:moveTo>
                  <a:lnTo>
                    <a:pt x="43" y="2"/>
                  </a:lnTo>
                  <a:lnTo>
                    <a:pt x="38" y="7"/>
                  </a:lnTo>
                  <a:lnTo>
                    <a:pt x="31" y="14"/>
                  </a:lnTo>
                  <a:lnTo>
                    <a:pt x="25" y="26"/>
                  </a:lnTo>
                  <a:lnTo>
                    <a:pt x="20" y="40"/>
                  </a:lnTo>
                  <a:lnTo>
                    <a:pt x="14" y="56"/>
                  </a:lnTo>
                  <a:lnTo>
                    <a:pt x="11" y="75"/>
                  </a:lnTo>
                  <a:lnTo>
                    <a:pt x="7" y="96"/>
                  </a:lnTo>
                  <a:lnTo>
                    <a:pt x="4" y="118"/>
                  </a:lnTo>
                  <a:lnTo>
                    <a:pt x="2" y="142"/>
                  </a:lnTo>
                  <a:lnTo>
                    <a:pt x="0" y="167"/>
                  </a:lnTo>
                  <a:lnTo>
                    <a:pt x="0" y="193"/>
                  </a:lnTo>
                  <a:lnTo>
                    <a:pt x="2" y="193"/>
                  </a:lnTo>
                  <a:lnTo>
                    <a:pt x="2" y="168"/>
                  </a:lnTo>
                  <a:lnTo>
                    <a:pt x="4" y="144"/>
                  </a:lnTo>
                  <a:lnTo>
                    <a:pt x="5" y="120"/>
                  </a:lnTo>
                  <a:lnTo>
                    <a:pt x="7" y="99"/>
                  </a:lnTo>
                  <a:lnTo>
                    <a:pt x="11" y="78"/>
                  </a:lnTo>
                  <a:lnTo>
                    <a:pt x="16" y="59"/>
                  </a:lnTo>
                  <a:lnTo>
                    <a:pt x="20" y="44"/>
                  </a:lnTo>
                  <a:lnTo>
                    <a:pt x="25" y="30"/>
                  </a:lnTo>
                  <a:lnTo>
                    <a:pt x="31" y="19"/>
                  </a:lnTo>
                  <a:lnTo>
                    <a:pt x="38" y="12"/>
                  </a:lnTo>
                  <a:lnTo>
                    <a:pt x="43" y="7"/>
                  </a:lnTo>
                  <a:lnTo>
                    <a:pt x="51" y="5"/>
                  </a:lnTo>
                  <a:lnTo>
                    <a:pt x="51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1667" name="Google Shape;1667;p4"/>
            <p:cNvSpPr/>
            <p:nvPr/>
          </p:nvSpPr>
          <p:spPr>
            <a:xfrm>
              <a:off x="4075" y="3309"/>
              <a:ext cx="44" cy="112"/>
            </a:xfrm>
            <a:custGeom>
              <a:avLst/>
              <a:gdLst/>
              <a:ahLst/>
              <a:cxnLst/>
              <a:rect l="l" t="t" r="r" b="b"/>
              <a:pathLst>
                <a:path w="49" h="188" extrusionOk="0">
                  <a:moveTo>
                    <a:pt x="49" y="0"/>
                  </a:moveTo>
                  <a:lnTo>
                    <a:pt x="41" y="2"/>
                  </a:lnTo>
                  <a:lnTo>
                    <a:pt x="36" y="7"/>
                  </a:lnTo>
                  <a:lnTo>
                    <a:pt x="29" y="14"/>
                  </a:lnTo>
                  <a:lnTo>
                    <a:pt x="23" y="25"/>
                  </a:lnTo>
                  <a:lnTo>
                    <a:pt x="18" y="39"/>
                  </a:lnTo>
                  <a:lnTo>
                    <a:pt x="14" y="54"/>
                  </a:lnTo>
                  <a:lnTo>
                    <a:pt x="9" y="73"/>
                  </a:lnTo>
                  <a:lnTo>
                    <a:pt x="5" y="94"/>
                  </a:lnTo>
                  <a:lnTo>
                    <a:pt x="3" y="115"/>
                  </a:lnTo>
                  <a:lnTo>
                    <a:pt x="2" y="139"/>
                  </a:lnTo>
                  <a:lnTo>
                    <a:pt x="0" y="163"/>
                  </a:lnTo>
                  <a:lnTo>
                    <a:pt x="0" y="188"/>
                  </a:lnTo>
                  <a:lnTo>
                    <a:pt x="2" y="188"/>
                  </a:lnTo>
                  <a:lnTo>
                    <a:pt x="2" y="163"/>
                  </a:lnTo>
                  <a:lnTo>
                    <a:pt x="2" y="141"/>
                  </a:lnTo>
                  <a:lnTo>
                    <a:pt x="5" y="118"/>
                  </a:lnTo>
                  <a:lnTo>
                    <a:pt x="7" y="96"/>
                  </a:lnTo>
                  <a:lnTo>
                    <a:pt x="11" y="77"/>
                  </a:lnTo>
                  <a:lnTo>
                    <a:pt x="14" y="59"/>
                  </a:lnTo>
                  <a:lnTo>
                    <a:pt x="20" y="44"/>
                  </a:lnTo>
                  <a:lnTo>
                    <a:pt x="25" y="30"/>
                  </a:lnTo>
                  <a:lnTo>
                    <a:pt x="30" y="19"/>
                  </a:lnTo>
                  <a:lnTo>
                    <a:pt x="36" y="11"/>
                  </a:lnTo>
                  <a:lnTo>
                    <a:pt x="41" y="7"/>
                  </a:lnTo>
                  <a:lnTo>
                    <a:pt x="49" y="6"/>
                  </a:lnTo>
                  <a:lnTo>
                    <a:pt x="49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1668" name="Google Shape;1668;p4"/>
            <p:cNvSpPr/>
            <p:nvPr/>
          </p:nvSpPr>
          <p:spPr>
            <a:xfrm>
              <a:off x="4077" y="3313"/>
              <a:ext cx="42" cy="108"/>
            </a:xfrm>
            <a:custGeom>
              <a:avLst/>
              <a:gdLst/>
              <a:ahLst/>
              <a:cxnLst/>
              <a:rect l="l" t="t" r="r" b="b"/>
              <a:pathLst>
                <a:path w="47" h="182" extrusionOk="0">
                  <a:moveTo>
                    <a:pt x="47" y="0"/>
                  </a:moveTo>
                  <a:lnTo>
                    <a:pt x="39" y="1"/>
                  </a:lnTo>
                  <a:lnTo>
                    <a:pt x="34" y="5"/>
                  </a:lnTo>
                  <a:lnTo>
                    <a:pt x="28" y="13"/>
                  </a:lnTo>
                  <a:lnTo>
                    <a:pt x="23" y="24"/>
                  </a:lnTo>
                  <a:lnTo>
                    <a:pt x="18" y="38"/>
                  </a:lnTo>
                  <a:lnTo>
                    <a:pt x="12" y="53"/>
                  </a:lnTo>
                  <a:lnTo>
                    <a:pt x="9" y="71"/>
                  </a:lnTo>
                  <a:lnTo>
                    <a:pt x="5" y="90"/>
                  </a:lnTo>
                  <a:lnTo>
                    <a:pt x="3" y="112"/>
                  </a:lnTo>
                  <a:lnTo>
                    <a:pt x="0" y="135"/>
                  </a:lnTo>
                  <a:lnTo>
                    <a:pt x="0" y="157"/>
                  </a:lnTo>
                  <a:lnTo>
                    <a:pt x="0" y="182"/>
                  </a:lnTo>
                  <a:lnTo>
                    <a:pt x="0" y="182"/>
                  </a:lnTo>
                  <a:lnTo>
                    <a:pt x="1" y="157"/>
                  </a:lnTo>
                  <a:lnTo>
                    <a:pt x="1" y="135"/>
                  </a:lnTo>
                  <a:lnTo>
                    <a:pt x="3" y="114"/>
                  </a:lnTo>
                  <a:lnTo>
                    <a:pt x="7" y="93"/>
                  </a:lnTo>
                  <a:lnTo>
                    <a:pt x="10" y="74"/>
                  </a:lnTo>
                  <a:lnTo>
                    <a:pt x="14" y="57"/>
                  </a:lnTo>
                  <a:lnTo>
                    <a:pt x="18" y="41"/>
                  </a:lnTo>
                  <a:lnTo>
                    <a:pt x="23" y="29"/>
                  </a:lnTo>
                  <a:lnTo>
                    <a:pt x="28" y="19"/>
                  </a:lnTo>
                  <a:lnTo>
                    <a:pt x="34" y="10"/>
                  </a:lnTo>
                  <a:lnTo>
                    <a:pt x="39" y="7"/>
                  </a:lnTo>
                  <a:lnTo>
                    <a:pt x="47" y="5"/>
                  </a:lnTo>
                  <a:lnTo>
                    <a:pt x="47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1669" name="Google Shape;1669;p4"/>
            <p:cNvSpPr/>
            <p:nvPr/>
          </p:nvSpPr>
          <p:spPr>
            <a:xfrm>
              <a:off x="4077" y="3315"/>
              <a:ext cx="42" cy="106"/>
            </a:xfrm>
            <a:custGeom>
              <a:avLst/>
              <a:gdLst/>
              <a:ahLst/>
              <a:cxnLst/>
              <a:rect l="l" t="t" r="r" b="b"/>
              <a:pathLst>
                <a:path w="47" h="177" extrusionOk="0">
                  <a:moveTo>
                    <a:pt x="47" y="0"/>
                  </a:moveTo>
                  <a:lnTo>
                    <a:pt x="39" y="2"/>
                  </a:lnTo>
                  <a:lnTo>
                    <a:pt x="34" y="5"/>
                  </a:lnTo>
                  <a:lnTo>
                    <a:pt x="28" y="14"/>
                  </a:lnTo>
                  <a:lnTo>
                    <a:pt x="23" y="24"/>
                  </a:lnTo>
                  <a:lnTo>
                    <a:pt x="18" y="36"/>
                  </a:lnTo>
                  <a:lnTo>
                    <a:pt x="14" y="52"/>
                  </a:lnTo>
                  <a:lnTo>
                    <a:pt x="10" y="69"/>
                  </a:lnTo>
                  <a:lnTo>
                    <a:pt x="7" y="88"/>
                  </a:lnTo>
                  <a:lnTo>
                    <a:pt x="3" y="109"/>
                  </a:lnTo>
                  <a:lnTo>
                    <a:pt x="1" y="130"/>
                  </a:lnTo>
                  <a:lnTo>
                    <a:pt x="1" y="152"/>
                  </a:lnTo>
                  <a:lnTo>
                    <a:pt x="0" y="177"/>
                  </a:lnTo>
                  <a:lnTo>
                    <a:pt x="1" y="177"/>
                  </a:lnTo>
                  <a:lnTo>
                    <a:pt x="1" y="154"/>
                  </a:lnTo>
                  <a:lnTo>
                    <a:pt x="3" y="132"/>
                  </a:lnTo>
                  <a:lnTo>
                    <a:pt x="5" y="111"/>
                  </a:lnTo>
                  <a:lnTo>
                    <a:pt x="7" y="90"/>
                  </a:lnTo>
                  <a:lnTo>
                    <a:pt x="10" y="73"/>
                  </a:lnTo>
                  <a:lnTo>
                    <a:pt x="14" y="55"/>
                  </a:lnTo>
                  <a:lnTo>
                    <a:pt x="19" y="40"/>
                  </a:lnTo>
                  <a:lnTo>
                    <a:pt x="23" y="28"/>
                  </a:lnTo>
                  <a:lnTo>
                    <a:pt x="28" y="17"/>
                  </a:lnTo>
                  <a:lnTo>
                    <a:pt x="34" y="10"/>
                  </a:lnTo>
                  <a:lnTo>
                    <a:pt x="41" y="7"/>
                  </a:lnTo>
                  <a:lnTo>
                    <a:pt x="47" y="5"/>
                  </a:lnTo>
                  <a:lnTo>
                    <a:pt x="47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1670" name="Google Shape;1670;p4"/>
            <p:cNvSpPr/>
            <p:nvPr/>
          </p:nvSpPr>
          <p:spPr>
            <a:xfrm>
              <a:off x="4079" y="3319"/>
              <a:ext cx="40" cy="102"/>
            </a:xfrm>
            <a:custGeom>
              <a:avLst/>
              <a:gdLst/>
              <a:ahLst/>
              <a:cxnLst/>
              <a:rect l="l" t="t" r="r" b="b"/>
              <a:pathLst>
                <a:path w="46" h="172" extrusionOk="0">
                  <a:moveTo>
                    <a:pt x="46" y="0"/>
                  </a:moveTo>
                  <a:lnTo>
                    <a:pt x="40" y="2"/>
                  </a:lnTo>
                  <a:lnTo>
                    <a:pt x="33" y="5"/>
                  </a:lnTo>
                  <a:lnTo>
                    <a:pt x="27" y="12"/>
                  </a:lnTo>
                  <a:lnTo>
                    <a:pt x="22" y="23"/>
                  </a:lnTo>
                  <a:lnTo>
                    <a:pt x="18" y="35"/>
                  </a:lnTo>
                  <a:lnTo>
                    <a:pt x="13" y="50"/>
                  </a:lnTo>
                  <a:lnTo>
                    <a:pt x="9" y="68"/>
                  </a:lnTo>
                  <a:lnTo>
                    <a:pt x="6" y="85"/>
                  </a:lnTo>
                  <a:lnTo>
                    <a:pt x="4" y="106"/>
                  </a:lnTo>
                  <a:lnTo>
                    <a:pt x="2" y="127"/>
                  </a:lnTo>
                  <a:lnTo>
                    <a:pt x="0" y="149"/>
                  </a:lnTo>
                  <a:lnTo>
                    <a:pt x="0" y="172"/>
                  </a:lnTo>
                  <a:lnTo>
                    <a:pt x="2" y="172"/>
                  </a:lnTo>
                  <a:lnTo>
                    <a:pt x="2" y="147"/>
                  </a:lnTo>
                  <a:lnTo>
                    <a:pt x="4" y="125"/>
                  </a:lnTo>
                  <a:lnTo>
                    <a:pt x="6" y="102"/>
                  </a:lnTo>
                  <a:lnTo>
                    <a:pt x="9" y="82"/>
                  </a:lnTo>
                  <a:lnTo>
                    <a:pt x="13" y="62"/>
                  </a:lnTo>
                  <a:lnTo>
                    <a:pt x="17" y="45"/>
                  </a:lnTo>
                  <a:lnTo>
                    <a:pt x="22" y="31"/>
                  </a:lnTo>
                  <a:lnTo>
                    <a:pt x="27" y="21"/>
                  </a:lnTo>
                  <a:lnTo>
                    <a:pt x="33" y="12"/>
                  </a:lnTo>
                  <a:lnTo>
                    <a:pt x="38" y="7"/>
                  </a:lnTo>
                  <a:lnTo>
                    <a:pt x="46" y="5"/>
                  </a:lnTo>
                  <a:lnTo>
                    <a:pt x="46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1671" name="Google Shape;1671;p4"/>
            <p:cNvSpPr/>
            <p:nvPr/>
          </p:nvSpPr>
          <p:spPr>
            <a:xfrm>
              <a:off x="4081" y="3323"/>
              <a:ext cx="38" cy="98"/>
            </a:xfrm>
            <a:custGeom>
              <a:avLst/>
              <a:gdLst/>
              <a:ahLst/>
              <a:cxnLst/>
              <a:rect l="l" t="t" r="r" b="b"/>
              <a:pathLst>
                <a:path w="44" h="167" extrusionOk="0">
                  <a:moveTo>
                    <a:pt x="44" y="0"/>
                  </a:moveTo>
                  <a:lnTo>
                    <a:pt x="36" y="2"/>
                  </a:lnTo>
                  <a:lnTo>
                    <a:pt x="31" y="7"/>
                  </a:lnTo>
                  <a:lnTo>
                    <a:pt x="25" y="16"/>
                  </a:lnTo>
                  <a:lnTo>
                    <a:pt x="20" y="26"/>
                  </a:lnTo>
                  <a:lnTo>
                    <a:pt x="15" y="40"/>
                  </a:lnTo>
                  <a:lnTo>
                    <a:pt x="11" y="57"/>
                  </a:lnTo>
                  <a:lnTo>
                    <a:pt x="7" y="77"/>
                  </a:lnTo>
                  <a:lnTo>
                    <a:pt x="4" y="97"/>
                  </a:lnTo>
                  <a:lnTo>
                    <a:pt x="2" y="120"/>
                  </a:lnTo>
                  <a:lnTo>
                    <a:pt x="0" y="142"/>
                  </a:lnTo>
                  <a:lnTo>
                    <a:pt x="0" y="167"/>
                  </a:lnTo>
                  <a:lnTo>
                    <a:pt x="2" y="167"/>
                  </a:lnTo>
                  <a:lnTo>
                    <a:pt x="2" y="142"/>
                  </a:lnTo>
                  <a:lnTo>
                    <a:pt x="2" y="122"/>
                  </a:lnTo>
                  <a:lnTo>
                    <a:pt x="6" y="99"/>
                  </a:lnTo>
                  <a:lnTo>
                    <a:pt x="7" y="80"/>
                  </a:lnTo>
                  <a:lnTo>
                    <a:pt x="11" y="61"/>
                  </a:lnTo>
                  <a:lnTo>
                    <a:pt x="16" y="45"/>
                  </a:lnTo>
                  <a:lnTo>
                    <a:pt x="20" y="31"/>
                  </a:lnTo>
                  <a:lnTo>
                    <a:pt x="25" y="19"/>
                  </a:lnTo>
                  <a:lnTo>
                    <a:pt x="31" y="12"/>
                  </a:lnTo>
                  <a:lnTo>
                    <a:pt x="36" y="7"/>
                  </a:lnTo>
                  <a:lnTo>
                    <a:pt x="44" y="5"/>
                  </a:lnTo>
                  <a:lnTo>
                    <a:pt x="44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1672" name="Google Shape;1672;p4"/>
            <p:cNvSpPr/>
            <p:nvPr/>
          </p:nvSpPr>
          <p:spPr>
            <a:xfrm>
              <a:off x="4082" y="3325"/>
              <a:ext cx="37" cy="96"/>
            </a:xfrm>
            <a:custGeom>
              <a:avLst/>
              <a:gdLst/>
              <a:ahLst/>
              <a:cxnLst/>
              <a:rect l="l" t="t" r="r" b="b"/>
              <a:pathLst>
                <a:path w="42" h="162" extrusionOk="0">
                  <a:moveTo>
                    <a:pt x="42" y="0"/>
                  </a:moveTo>
                  <a:lnTo>
                    <a:pt x="34" y="2"/>
                  </a:lnTo>
                  <a:lnTo>
                    <a:pt x="29" y="7"/>
                  </a:lnTo>
                  <a:lnTo>
                    <a:pt x="23" y="14"/>
                  </a:lnTo>
                  <a:lnTo>
                    <a:pt x="18" y="26"/>
                  </a:lnTo>
                  <a:lnTo>
                    <a:pt x="14" y="40"/>
                  </a:lnTo>
                  <a:lnTo>
                    <a:pt x="9" y="56"/>
                  </a:lnTo>
                  <a:lnTo>
                    <a:pt x="5" y="75"/>
                  </a:lnTo>
                  <a:lnTo>
                    <a:pt x="4" y="94"/>
                  </a:lnTo>
                  <a:lnTo>
                    <a:pt x="0" y="117"/>
                  </a:lnTo>
                  <a:lnTo>
                    <a:pt x="0" y="137"/>
                  </a:lnTo>
                  <a:lnTo>
                    <a:pt x="0" y="162"/>
                  </a:lnTo>
                  <a:lnTo>
                    <a:pt x="0" y="162"/>
                  </a:lnTo>
                  <a:lnTo>
                    <a:pt x="2" y="139"/>
                  </a:lnTo>
                  <a:lnTo>
                    <a:pt x="2" y="117"/>
                  </a:lnTo>
                  <a:lnTo>
                    <a:pt x="4" y="96"/>
                  </a:lnTo>
                  <a:lnTo>
                    <a:pt x="7" y="77"/>
                  </a:lnTo>
                  <a:lnTo>
                    <a:pt x="11" y="59"/>
                  </a:lnTo>
                  <a:lnTo>
                    <a:pt x="14" y="44"/>
                  </a:lnTo>
                  <a:lnTo>
                    <a:pt x="20" y="30"/>
                  </a:lnTo>
                  <a:lnTo>
                    <a:pt x="23" y="20"/>
                  </a:lnTo>
                  <a:lnTo>
                    <a:pt x="29" y="13"/>
                  </a:lnTo>
                  <a:lnTo>
                    <a:pt x="36" y="7"/>
                  </a:lnTo>
                  <a:lnTo>
                    <a:pt x="42" y="6"/>
                  </a:lnTo>
                  <a:lnTo>
                    <a:pt x="42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</p:grpSp>
      <p:sp>
        <p:nvSpPr>
          <p:cNvPr id="1673" name="Google Shape;1673;p4"/>
          <p:cNvSpPr/>
          <p:nvPr/>
        </p:nvSpPr>
        <p:spPr>
          <a:xfrm>
            <a:off x="1600200" y="3505200"/>
            <a:ext cx="1676400" cy="533400"/>
          </a:xfrm>
          <a:prstGeom prst="wedgeRectCallout">
            <a:avLst>
              <a:gd name="adj1" fmla="val 69509"/>
              <a:gd name="adj2" fmla="val -23810"/>
            </a:avLst>
          </a:prstGeom>
          <a:solidFill>
            <a:srgbClr val="00D298"/>
          </a:solidFill>
          <a:ln w="12700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ROME</a:t>
            </a:r>
            <a:endParaRPr/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22º25´ N 11º45´E </a:t>
            </a:r>
            <a:endParaRPr/>
          </a:p>
        </p:txBody>
      </p:sp>
      <p:sp>
        <p:nvSpPr>
          <p:cNvPr id="1674" name="Google Shape;1674;p4"/>
          <p:cNvSpPr/>
          <p:nvPr/>
        </p:nvSpPr>
        <p:spPr>
          <a:xfrm>
            <a:off x="3581400" y="4419600"/>
            <a:ext cx="1752600" cy="609600"/>
          </a:xfrm>
          <a:prstGeom prst="wedgeRectCallout">
            <a:avLst>
              <a:gd name="adj1" fmla="val 42028"/>
              <a:gd name="adj2" fmla="val -85940"/>
            </a:avLst>
          </a:prstGeom>
          <a:solidFill>
            <a:srgbClr val="00D298"/>
          </a:solidFill>
          <a:ln w="12700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SALERNO SGB St.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1545 N 1440 E</a:t>
            </a:r>
            <a:endParaRPr/>
          </a:p>
        </p:txBody>
      </p:sp>
      <p:sp>
        <p:nvSpPr>
          <p:cNvPr id="1675" name="Google Shape;1675;p4"/>
          <p:cNvSpPr/>
          <p:nvPr/>
        </p:nvSpPr>
        <p:spPr>
          <a:xfrm>
            <a:off x="5867400" y="4800600"/>
            <a:ext cx="1676400" cy="533400"/>
          </a:xfrm>
          <a:prstGeom prst="wedgeRectCallout">
            <a:avLst>
              <a:gd name="adj1" fmla="val -46875"/>
              <a:gd name="adj2" fmla="val -240477"/>
            </a:avLst>
          </a:prstGeom>
          <a:solidFill>
            <a:srgbClr val="00D298"/>
          </a:solidFill>
          <a:ln w="12700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FOGGIA</a:t>
            </a:r>
            <a:endParaRPr/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21º53´ N 15º47´E </a:t>
            </a:r>
            <a:endParaRPr/>
          </a:p>
        </p:txBody>
      </p:sp>
      <p:sp>
        <p:nvSpPr>
          <p:cNvPr id="1676" name="Google Shape;1676;p4"/>
          <p:cNvSpPr/>
          <p:nvPr/>
        </p:nvSpPr>
        <p:spPr>
          <a:xfrm>
            <a:off x="7239000" y="3657600"/>
            <a:ext cx="1676400" cy="685800"/>
          </a:xfrm>
          <a:prstGeom prst="wedgeRectCallout">
            <a:avLst>
              <a:gd name="adj1" fmla="val -28032"/>
              <a:gd name="adj2" fmla="val -114583"/>
            </a:avLst>
          </a:prstGeom>
          <a:solidFill>
            <a:srgbClr val="00D298"/>
          </a:solidFill>
          <a:ln w="12700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DUBROVNIK</a:t>
            </a:r>
            <a:endParaRPr/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22º35´ N 18º40´E</a:t>
            </a:r>
            <a:r>
              <a:rPr lang="en-US" sz="2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endParaRPr/>
          </a:p>
        </p:txBody>
      </p:sp>
      <p:sp>
        <p:nvSpPr>
          <p:cNvPr id="1677" name="Google Shape;1677;p4"/>
          <p:cNvSpPr/>
          <p:nvPr/>
        </p:nvSpPr>
        <p:spPr>
          <a:xfrm>
            <a:off x="6858000" y="2133600"/>
            <a:ext cx="1676400" cy="533400"/>
          </a:xfrm>
          <a:prstGeom prst="wedgeRectCallout">
            <a:avLst>
              <a:gd name="adj1" fmla="val -71403"/>
              <a:gd name="adj2" fmla="val 89287"/>
            </a:avLst>
          </a:prstGeom>
          <a:solidFill>
            <a:srgbClr val="00D298"/>
          </a:solidFill>
          <a:ln w="12700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SPLIT </a:t>
            </a:r>
            <a:endParaRPr/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23º43´ N 16º00´E </a:t>
            </a:r>
            <a:endParaRPr/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4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678" name="Google Shape;1678;p4"/>
          <p:cNvSpPr/>
          <p:nvPr/>
        </p:nvSpPr>
        <p:spPr>
          <a:xfrm>
            <a:off x="6477000" y="5943600"/>
            <a:ext cx="1981200" cy="609600"/>
          </a:xfrm>
          <a:prstGeom prst="wedgeRectCallout">
            <a:avLst>
              <a:gd name="adj1" fmla="val -106569"/>
              <a:gd name="adj2" fmla="val 36458"/>
            </a:avLst>
          </a:prstGeom>
          <a:solidFill>
            <a:srgbClr val="00D298"/>
          </a:solidFill>
          <a:ln w="12700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Malta SGB St.</a:t>
            </a:r>
            <a:endParaRPr/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16º44´ N 15º06´ E 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84" name="Google Shape;1684;p5"/>
          <p:cNvPicPr preferRelativeResize="0"/>
          <p:nvPr/>
        </p:nvPicPr>
        <p:blipFill rotWithShape="1">
          <a:blip r:embed="rId3">
            <a:alphaModFix/>
          </a:blip>
          <a:srcRect r="40517" b="-469"/>
          <a:stretch/>
        </p:blipFill>
        <p:spPr>
          <a:xfrm>
            <a:off x="0" y="0"/>
            <a:ext cx="9144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685" name="Google Shape;1685;p5"/>
          <p:cNvSpPr/>
          <p:nvPr/>
        </p:nvSpPr>
        <p:spPr>
          <a:xfrm>
            <a:off x="4876800" y="5575300"/>
            <a:ext cx="838200" cy="35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40625" bIns="0" anchor="t" anchorCtr="0">
            <a:noAutofit/>
          </a:bodyPr>
          <a:lstStyle/>
          <a:p>
            <a:pPr marL="39688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20 E</a:t>
            </a:r>
            <a:endParaRPr/>
          </a:p>
        </p:txBody>
      </p:sp>
      <p:sp>
        <p:nvSpPr>
          <p:cNvPr id="1686" name="Google Shape;1686;p5"/>
          <p:cNvSpPr txBox="1"/>
          <p:nvPr/>
        </p:nvSpPr>
        <p:spPr>
          <a:xfrm>
            <a:off x="1534816" y="-20315"/>
            <a:ext cx="7024680" cy="584775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>
                <a:solidFill>
                  <a:srgbClr val="FFFF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AZ Navy Leased-line Broadband Internet</a:t>
            </a:r>
            <a:endParaRPr/>
          </a:p>
        </p:txBody>
      </p:sp>
      <p:grpSp>
        <p:nvGrpSpPr>
          <p:cNvPr id="1687" name="Google Shape;1687;p5"/>
          <p:cNvGrpSpPr/>
          <p:nvPr/>
        </p:nvGrpSpPr>
        <p:grpSpPr>
          <a:xfrm>
            <a:off x="0" y="0"/>
            <a:ext cx="1371600" cy="685800"/>
            <a:chOff x="1296" y="2016"/>
            <a:chExt cx="2832" cy="1728"/>
          </a:xfrm>
        </p:grpSpPr>
        <p:sp>
          <p:nvSpPr>
            <p:cNvPr id="1688" name="Google Shape;1688;p5"/>
            <p:cNvSpPr/>
            <p:nvPr/>
          </p:nvSpPr>
          <p:spPr>
            <a:xfrm>
              <a:off x="1296" y="2016"/>
              <a:ext cx="2832" cy="1728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1689" name="Google Shape;1689;p5"/>
            <p:cNvSpPr/>
            <p:nvPr/>
          </p:nvSpPr>
          <p:spPr>
            <a:xfrm>
              <a:off x="1360" y="2056"/>
              <a:ext cx="1112" cy="624"/>
            </a:xfrm>
            <a:prstGeom prst="rect">
              <a:avLst/>
            </a:prstGeom>
            <a:solidFill>
              <a:srgbClr val="F32B03"/>
            </a:solidFill>
            <a:ln w="9525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pic>
          <p:nvPicPr>
            <p:cNvPr id="1690" name="Google Shape;1690;p5"/>
            <p:cNvPicPr preferRelativeResize="0"/>
            <p:nvPr/>
          </p:nvPicPr>
          <p:blipFill rotWithShape="1">
            <a:blip r:embed="rId4">
              <a:alphaModFix/>
            </a:blip>
            <a:srcRect/>
            <a:stretch/>
          </p:blipFill>
          <p:spPr>
            <a:xfrm>
              <a:off x="1697" y="2145"/>
              <a:ext cx="436" cy="41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691" name="Google Shape;1691;p5"/>
            <p:cNvSpPr/>
            <p:nvPr/>
          </p:nvSpPr>
          <p:spPr>
            <a:xfrm>
              <a:off x="2544" y="2016"/>
              <a:ext cx="336" cy="1728"/>
            </a:xfrm>
            <a:prstGeom prst="rect">
              <a:avLst/>
            </a:prstGeom>
            <a:solidFill>
              <a:srgbClr val="F32B03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1692" name="Google Shape;1692;p5"/>
            <p:cNvSpPr/>
            <p:nvPr/>
          </p:nvSpPr>
          <p:spPr>
            <a:xfrm>
              <a:off x="1296" y="2720"/>
              <a:ext cx="2832" cy="288"/>
            </a:xfrm>
            <a:prstGeom prst="rect">
              <a:avLst/>
            </a:prstGeom>
            <a:solidFill>
              <a:srgbClr val="F32B03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0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NAVY</a:t>
              </a:r>
              <a:endParaRPr/>
            </a:p>
          </p:txBody>
        </p:sp>
      </p:grpSp>
      <p:sp>
        <p:nvSpPr>
          <p:cNvPr id="1693" name="Google Shape;1693;p5"/>
          <p:cNvSpPr/>
          <p:nvPr/>
        </p:nvSpPr>
        <p:spPr>
          <a:xfrm>
            <a:off x="1288952" y="3295507"/>
            <a:ext cx="1905000" cy="533400"/>
          </a:xfrm>
          <a:prstGeom prst="wedgeRectCallout">
            <a:avLst>
              <a:gd name="adj1" fmla="val 69509"/>
              <a:gd name="adj2" fmla="val -23810"/>
            </a:avLst>
          </a:prstGeom>
          <a:solidFill>
            <a:srgbClr val="00D298"/>
          </a:solidFill>
          <a:ln w="12700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ROME (NOC)</a:t>
            </a:r>
            <a:endParaRPr/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22º25´ N 11º45´E </a:t>
            </a:r>
            <a:endParaRPr/>
          </a:p>
        </p:txBody>
      </p:sp>
      <p:sp>
        <p:nvSpPr>
          <p:cNvPr id="1694" name="Google Shape;1694;p5"/>
          <p:cNvSpPr/>
          <p:nvPr/>
        </p:nvSpPr>
        <p:spPr>
          <a:xfrm>
            <a:off x="5981547" y="4744933"/>
            <a:ext cx="1905000" cy="533400"/>
          </a:xfrm>
          <a:prstGeom prst="wedgeRectCallout">
            <a:avLst>
              <a:gd name="adj1" fmla="val -46875"/>
              <a:gd name="adj2" fmla="val -240477"/>
            </a:avLst>
          </a:prstGeom>
          <a:solidFill>
            <a:srgbClr val="00D298"/>
          </a:solidFill>
          <a:ln w="12700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FOGGIA (Local hub)</a:t>
            </a:r>
            <a:endParaRPr/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21º53´ N 15º47´E </a:t>
            </a:r>
            <a:endParaRPr/>
          </a:p>
        </p:txBody>
      </p:sp>
      <p:sp>
        <p:nvSpPr>
          <p:cNvPr id="1695" name="Google Shape;1695;p5"/>
          <p:cNvSpPr/>
          <p:nvPr/>
        </p:nvSpPr>
        <p:spPr>
          <a:xfrm>
            <a:off x="7162800" y="3657600"/>
            <a:ext cx="1752600" cy="685800"/>
          </a:xfrm>
          <a:prstGeom prst="wedgeRectCallout">
            <a:avLst>
              <a:gd name="adj1" fmla="val -27075"/>
              <a:gd name="adj2" fmla="val -96234"/>
            </a:avLst>
          </a:prstGeom>
          <a:solidFill>
            <a:srgbClr val="00D298"/>
          </a:solidFill>
          <a:ln w="12700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DUBROVNIK</a:t>
            </a:r>
            <a:endParaRPr/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22º35´ N 18º40´E</a:t>
            </a:r>
            <a:r>
              <a:rPr lang="en-US" sz="2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endParaRPr/>
          </a:p>
        </p:txBody>
      </p:sp>
      <p:sp>
        <p:nvSpPr>
          <p:cNvPr id="1696" name="Google Shape;1696;p5"/>
          <p:cNvSpPr/>
          <p:nvPr/>
        </p:nvSpPr>
        <p:spPr>
          <a:xfrm>
            <a:off x="6477000" y="5943600"/>
            <a:ext cx="1981200" cy="609600"/>
          </a:xfrm>
          <a:prstGeom prst="wedgeRectCallout">
            <a:avLst>
              <a:gd name="adj1" fmla="val -113670"/>
              <a:gd name="adj2" fmla="val 24919"/>
            </a:avLst>
          </a:prstGeom>
          <a:solidFill>
            <a:srgbClr val="00D298"/>
          </a:solidFill>
          <a:ln w="12700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Malta</a:t>
            </a:r>
            <a:endParaRPr/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16º44´ N 15º06´ E </a:t>
            </a:r>
            <a:endParaRPr/>
          </a:p>
        </p:txBody>
      </p:sp>
      <p:pic>
        <p:nvPicPr>
          <p:cNvPr id="1697" name="Google Shape;1697;p5" descr="A computer monitor with a blue screen&#10;&#10;Description automatically generated with medium confidence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3559250" y="3259936"/>
            <a:ext cx="380695" cy="355601"/>
          </a:xfrm>
          <a:prstGeom prst="rect">
            <a:avLst/>
          </a:prstGeom>
          <a:noFill/>
          <a:ln>
            <a:noFill/>
          </a:ln>
        </p:spPr>
      </p:pic>
      <p:pic>
        <p:nvPicPr>
          <p:cNvPr id="1698" name="Google Shape;1698;p5" descr="A computer monitor with a blue screen&#10;&#10;Description automatically generated with medium confidence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5063583" y="3707459"/>
            <a:ext cx="380695" cy="355601"/>
          </a:xfrm>
          <a:prstGeom prst="rect">
            <a:avLst/>
          </a:prstGeom>
          <a:noFill/>
          <a:ln>
            <a:noFill/>
          </a:ln>
        </p:spPr>
      </p:pic>
      <p:pic>
        <p:nvPicPr>
          <p:cNvPr id="1699" name="Google Shape;1699;p5" descr="A computer monitor with a blue screen&#10;&#10;Description automatically generated with medium confidence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5791200" y="3420902"/>
            <a:ext cx="380695" cy="355601"/>
          </a:xfrm>
          <a:prstGeom prst="rect">
            <a:avLst/>
          </a:prstGeom>
          <a:noFill/>
          <a:ln>
            <a:noFill/>
          </a:ln>
        </p:spPr>
      </p:pic>
      <p:pic>
        <p:nvPicPr>
          <p:cNvPr id="1700" name="Google Shape;1700;p5" descr="A computer monitor with a blue screen&#10;&#10;Description automatically generated with medium confidence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171895" y="2615796"/>
            <a:ext cx="380695" cy="355601"/>
          </a:xfrm>
          <a:prstGeom prst="rect">
            <a:avLst/>
          </a:prstGeom>
          <a:noFill/>
          <a:ln>
            <a:noFill/>
          </a:ln>
        </p:spPr>
      </p:pic>
      <p:pic>
        <p:nvPicPr>
          <p:cNvPr id="1701" name="Google Shape;1701;p5" descr="A computer monitor with a blue screen&#10;&#10;Description automatically generated with medium confidence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7308847" y="2984499"/>
            <a:ext cx="380695" cy="355601"/>
          </a:xfrm>
          <a:prstGeom prst="rect">
            <a:avLst/>
          </a:prstGeom>
          <a:noFill/>
          <a:ln>
            <a:noFill/>
          </a:ln>
        </p:spPr>
      </p:pic>
      <p:pic>
        <p:nvPicPr>
          <p:cNvPr id="1702" name="Google Shape;1702;p5" descr="A computer monitor with a blue screen&#10;&#10;Description automatically generated with medium confidence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4121069" y="5197782"/>
            <a:ext cx="380695" cy="355601"/>
          </a:xfrm>
          <a:prstGeom prst="rect">
            <a:avLst/>
          </a:prstGeom>
          <a:noFill/>
          <a:ln>
            <a:noFill/>
          </a:ln>
        </p:spPr>
      </p:pic>
      <p:pic>
        <p:nvPicPr>
          <p:cNvPr id="1703" name="Google Shape;1703;p5" descr="A computer monitor with a blue screen&#10;&#10;Description automatically generated with medium confidence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4876800" y="6121399"/>
            <a:ext cx="380695" cy="355601"/>
          </a:xfrm>
          <a:prstGeom prst="rect">
            <a:avLst/>
          </a:prstGeom>
          <a:noFill/>
          <a:ln>
            <a:noFill/>
          </a:ln>
        </p:spPr>
      </p:pic>
      <p:pic>
        <p:nvPicPr>
          <p:cNvPr id="1704" name="Google Shape;1704;p5" descr="A computer monitor with a blue screen&#10;&#10;Description automatically generated with medium confidence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1844620" y="4099720"/>
            <a:ext cx="380695" cy="355601"/>
          </a:xfrm>
          <a:prstGeom prst="rect">
            <a:avLst/>
          </a:prstGeom>
          <a:noFill/>
          <a:ln>
            <a:noFill/>
          </a:ln>
        </p:spPr>
      </p:pic>
      <p:sp>
        <p:nvSpPr>
          <p:cNvPr id="1705" name="Google Shape;1705;p5"/>
          <p:cNvSpPr/>
          <p:nvPr/>
        </p:nvSpPr>
        <p:spPr>
          <a:xfrm>
            <a:off x="1216129" y="5242956"/>
            <a:ext cx="1905000" cy="533400"/>
          </a:xfrm>
          <a:prstGeom prst="wedgeRectCallout">
            <a:avLst>
              <a:gd name="adj1" fmla="val -5075"/>
              <a:gd name="adj2" fmla="val -203151"/>
            </a:avLst>
          </a:prstGeom>
          <a:solidFill>
            <a:srgbClr val="00D298"/>
          </a:solidFill>
          <a:ln w="12700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GOLFO</a:t>
            </a:r>
            <a:endParaRPr/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26º 56´ N 09º 29´E </a:t>
            </a:r>
            <a:endParaRPr/>
          </a:p>
        </p:txBody>
      </p:sp>
      <p:sp>
        <p:nvSpPr>
          <p:cNvPr id="1706" name="Google Shape;1706;p5"/>
          <p:cNvSpPr/>
          <p:nvPr/>
        </p:nvSpPr>
        <p:spPr>
          <a:xfrm>
            <a:off x="2007417" y="5973399"/>
            <a:ext cx="1905000" cy="533400"/>
          </a:xfrm>
          <a:prstGeom prst="wedgeRectCallout">
            <a:avLst>
              <a:gd name="adj1" fmla="val 62124"/>
              <a:gd name="adj2" fmla="val -147766"/>
            </a:avLst>
          </a:prstGeom>
          <a:solidFill>
            <a:srgbClr val="00D298"/>
          </a:solidFill>
          <a:ln w="12700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Palermo (Local hub)</a:t>
            </a:r>
            <a:endParaRPr/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17º40´ N 13º03´E </a:t>
            </a:r>
            <a:endParaRPr/>
          </a:p>
        </p:txBody>
      </p:sp>
      <p:pic>
        <p:nvPicPr>
          <p:cNvPr id="1707" name="Google Shape;1707;p5" descr="A computer monitor with a blue screen&#10;&#10;Description automatically generated with medium confidence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3581400" y="1721099"/>
            <a:ext cx="380695" cy="355601"/>
          </a:xfrm>
          <a:prstGeom prst="rect">
            <a:avLst/>
          </a:prstGeom>
          <a:noFill/>
          <a:ln>
            <a:noFill/>
          </a:ln>
        </p:spPr>
      </p:pic>
      <p:sp>
        <p:nvSpPr>
          <p:cNvPr id="1708" name="Google Shape;1708;p5"/>
          <p:cNvSpPr/>
          <p:nvPr/>
        </p:nvSpPr>
        <p:spPr>
          <a:xfrm>
            <a:off x="1216129" y="1287742"/>
            <a:ext cx="1905000" cy="533400"/>
          </a:xfrm>
          <a:prstGeom prst="wedgeRectCallout">
            <a:avLst>
              <a:gd name="adj1" fmla="val 70144"/>
              <a:gd name="adj2" fmla="val 53385"/>
            </a:avLst>
          </a:prstGeom>
          <a:solidFill>
            <a:srgbClr val="00D298"/>
          </a:solidFill>
          <a:ln w="12700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VENEZIA</a:t>
            </a:r>
            <a:endParaRPr/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24º00´ N 12º06´E </a:t>
            </a:r>
            <a:endParaRPr/>
          </a:p>
        </p:txBody>
      </p:sp>
      <p:cxnSp>
        <p:nvCxnSpPr>
          <p:cNvPr id="1709" name="Google Shape;1709;p5"/>
          <p:cNvCxnSpPr>
            <a:stCxn id="1697" idx="3"/>
          </p:cNvCxnSpPr>
          <p:nvPr/>
        </p:nvCxnSpPr>
        <p:spPr>
          <a:xfrm>
            <a:off x="3939945" y="3437737"/>
            <a:ext cx="1123500" cy="447600"/>
          </a:xfrm>
          <a:prstGeom prst="straightConnector1">
            <a:avLst/>
          </a:prstGeom>
          <a:solidFill>
            <a:srgbClr val="00D298"/>
          </a:solidFill>
          <a:ln w="381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  <a:effectLst>
            <a:outerShdw dist="35921" dir="2700000" algn="ctr" rotWithShape="0">
              <a:schemeClr val="lt2"/>
            </a:outerShdw>
          </a:effectLst>
        </p:spPr>
      </p:cxnSp>
      <p:cxnSp>
        <p:nvCxnSpPr>
          <p:cNvPr id="1710" name="Google Shape;1710;p5"/>
          <p:cNvCxnSpPr>
            <a:stCxn id="1702" idx="0"/>
            <a:endCxn id="1697" idx="2"/>
          </p:cNvCxnSpPr>
          <p:nvPr/>
        </p:nvCxnSpPr>
        <p:spPr>
          <a:xfrm rot="10800000">
            <a:off x="3749517" y="3615582"/>
            <a:ext cx="561900" cy="1582200"/>
          </a:xfrm>
          <a:prstGeom prst="straightConnector1">
            <a:avLst/>
          </a:prstGeom>
          <a:solidFill>
            <a:srgbClr val="00D298"/>
          </a:solidFill>
          <a:ln w="381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  <a:effectLst>
            <a:outerShdw dist="35921" dir="2700000" algn="ctr" rotWithShape="0">
              <a:schemeClr val="lt2"/>
            </a:outerShdw>
          </a:effectLst>
        </p:spPr>
      </p:cxnSp>
      <p:sp>
        <p:nvSpPr>
          <p:cNvPr id="1711" name="Google Shape;1711;p5"/>
          <p:cNvSpPr/>
          <p:nvPr/>
        </p:nvSpPr>
        <p:spPr>
          <a:xfrm>
            <a:off x="3581400" y="4419600"/>
            <a:ext cx="1752600" cy="609600"/>
          </a:xfrm>
          <a:prstGeom prst="wedgeRectCallout">
            <a:avLst>
              <a:gd name="adj1" fmla="val 42028"/>
              <a:gd name="adj2" fmla="val -85940"/>
            </a:avLst>
          </a:prstGeom>
          <a:solidFill>
            <a:srgbClr val="00D298"/>
          </a:solidFill>
          <a:ln w="12700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SALERNO 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1545 N 1440 E</a:t>
            </a:r>
            <a:endParaRPr/>
          </a:p>
        </p:txBody>
      </p:sp>
      <p:cxnSp>
        <p:nvCxnSpPr>
          <p:cNvPr id="1712" name="Google Shape;1712;p5"/>
          <p:cNvCxnSpPr>
            <a:endCxn id="1703" idx="0"/>
          </p:cNvCxnSpPr>
          <p:nvPr/>
        </p:nvCxnSpPr>
        <p:spPr>
          <a:xfrm>
            <a:off x="4501648" y="5563399"/>
            <a:ext cx="565500" cy="558000"/>
          </a:xfrm>
          <a:prstGeom prst="straightConnector1">
            <a:avLst/>
          </a:prstGeom>
          <a:solidFill>
            <a:srgbClr val="00D298"/>
          </a:solidFill>
          <a:ln w="381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  <a:effectLst>
            <a:outerShdw dist="35921" dir="2700000" algn="ctr" rotWithShape="0">
              <a:schemeClr val="lt2"/>
            </a:outerShdw>
          </a:effectLst>
        </p:spPr>
      </p:cxnSp>
      <p:cxnSp>
        <p:nvCxnSpPr>
          <p:cNvPr id="1713" name="Google Shape;1713;p5"/>
          <p:cNvCxnSpPr>
            <a:stCxn id="1704" idx="3"/>
            <a:endCxn id="1702" idx="1"/>
          </p:cNvCxnSpPr>
          <p:nvPr/>
        </p:nvCxnSpPr>
        <p:spPr>
          <a:xfrm>
            <a:off x="2225315" y="4277521"/>
            <a:ext cx="1895700" cy="1098000"/>
          </a:xfrm>
          <a:prstGeom prst="straightConnector1">
            <a:avLst/>
          </a:prstGeom>
          <a:solidFill>
            <a:srgbClr val="00D298"/>
          </a:solidFill>
          <a:ln w="381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  <a:effectLst>
            <a:outerShdw dist="35921" dir="2700000" algn="ctr" rotWithShape="0">
              <a:schemeClr val="lt2"/>
            </a:outerShdw>
          </a:effectLst>
        </p:spPr>
      </p:cxnSp>
      <p:cxnSp>
        <p:nvCxnSpPr>
          <p:cNvPr id="1714" name="Google Shape;1714;p5"/>
          <p:cNvCxnSpPr>
            <a:stCxn id="1707" idx="2"/>
          </p:cNvCxnSpPr>
          <p:nvPr/>
        </p:nvCxnSpPr>
        <p:spPr>
          <a:xfrm flipH="1">
            <a:off x="3749548" y="2076700"/>
            <a:ext cx="22200" cy="1170600"/>
          </a:xfrm>
          <a:prstGeom prst="straightConnector1">
            <a:avLst/>
          </a:prstGeom>
          <a:solidFill>
            <a:srgbClr val="00D298"/>
          </a:solidFill>
          <a:ln w="381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  <a:effectLst>
            <a:outerShdw dist="35921" dir="2700000" algn="ctr" rotWithShape="0">
              <a:schemeClr val="lt2"/>
            </a:outerShdw>
          </a:effectLst>
        </p:spPr>
      </p:cxnSp>
      <p:cxnSp>
        <p:nvCxnSpPr>
          <p:cNvPr id="1715" name="Google Shape;1715;p5"/>
          <p:cNvCxnSpPr>
            <a:stCxn id="1698" idx="3"/>
            <a:endCxn id="1699" idx="1"/>
          </p:cNvCxnSpPr>
          <p:nvPr/>
        </p:nvCxnSpPr>
        <p:spPr>
          <a:xfrm rot="10800000" flipH="1">
            <a:off x="5444278" y="3598760"/>
            <a:ext cx="346800" cy="286500"/>
          </a:xfrm>
          <a:prstGeom prst="straightConnector1">
            <a:avLst/>
          </a:prstGeom>
          <a:solidFill>
            <a:srgbClr val="00D298"/>
          </a:solidFill>
          <a:ln w="381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  <a:effectLst>
            <a:outerShdw dist="35921" dir="2700000" algn="ctr" rotWithShape="0">
              <a:schemeClr val="lt2"/>
            </a:outerShdw>
          </a:effectLst>
        </p:spPr>
      </p:cxnSp>
      <p:cxnSp>
        <p:nvCxnSpPr>
          <p:cNvPr id="1716" name="Google Shape;1716;p5"/>
          <p:cNvCxnSpPr>
            <a:endCxn id="1701" idx="1"/>
          </p:cNvCxnSpPr>
          <p:nvPr/>
        </p:nvCxnSpPr>
        <p:spPr>
          <a:xfrm rot="10800000" flipH="1">
            <a:off x="6171847" y="3162300"/>
            <a:ext cx="1137000" cy="399900"/>
          </a:xfrm>
          <a:prstGeom prst="straightConnector1">
            <a:avLst/>
          </a:prstGeom>
          <a:solidFill>
            <a:srgbClr val="00D298"/>
          </a:solidFill>
          <a:ln w="381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  <a:effectLst>
            <a:outerShdw dist="35921" dir="2700000" algn="ctr" rotWithShape="0">
              <a:schemeClr val="lt2"/>
            </a:outerShdw>
          </a:effectLst>
        </p:spPr>
      </p:cxnSp>
      <p:cxnSp>
        <p:nvCxnSpPr>
          <p:cNvPr id="1717" name="Google Shape;1717;p5"/>
          <p:cNvCxnSpPr>
            <a:endCxn id="1699" idx="0"/>
          </p:cNvCxnSpPr>
          <p:nvPr/>
        </p:nvCxnSpPr>
        <p:spPr>
          <a:xfrm flipH="1">
            <a:off x="5981548" y="2971502"/>
            <a:ext cx="267000" cy="449400"/>
          </a:xfrm>
          <a:prstGeom prst="straightConnector1">
            <a:avLst/>
          </a:prstGeom>
          <a:solidFill>
            <a:srgbClr val="00D298"/>
          </a:solidFill>
          <a:ln w="381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  <a:effectLst>
            <a:outerShdw dist="35921" dir="2700000" algn="ctr" rotWithShape="0">
              <a:schemeClr val="lt2"/>
            </a:outerShdw>
          </a:effectLst>
        </p:spPr>
      </p:cxnSp>
      <p:sp>
        <p:nvSpPr>
          <p:cNvPr id="1718" name="Google Shape;1718;p5"/>
          <p:cNvSpPr/>
          <p:nvPr/>
        </p:nvSpPr>
        <p:spPr>
          <a:xfrm>
            <a:off x="6858000" y="2133600"/>
            <a:ext cx="1905000" cy="533400"/>
          </a:xfrm>
          <a:prstGeom prst="wedgeRectCallout">
            <a:avLst>
              <a:gd name="adj1" fmla="val -71403"/>
              <a:gd name="adj2" fmla="val 89287"/>
            </a:avLst>
          </a:prstGeom>
          <a:solidFill>
            <a:srgbClr val="00D298"/>
          </a:solidFill>
          <a:ln w="12700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SPLIT </a:t>
            </a:r>
            <a:endParaRPr/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23º43´ N 16º00´E </a:t>
            </a:r>
            <a:endParaRPr/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4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7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3" name="Google Shape;1723;p6"/>
          <p:cNvSpPr txBox="1">
            <a:spLocks noGrp="1"/>
          </p:cNvSpPr>
          <p:nvPr>
            <p:ph type="title"/>
          </p:nvPr>
        </p:nvSpPr>
        <p:spPr>
          <a:xfrm>
            <a:off x="685800" y="255172"/>
            <a:ext cx="7772400" cy="811628"/>
          </a:xfrm>
          <a:prstGeom prst="rect">
            <a:avLst/>
          </a:prstGeom>
          <a:noFill/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50800" tIns="50800" rIns="91425" bIns="50800" anchor="ctr" anchorCtr="0">
            <a:noAutofit/>
          </a:bodyPr>
          <a:lstStyle/>
          <a:p>
            <a:pPr marL="39688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 dirty="0" err="1">
                <a:latin typeface="Sarabun"/>
                <a:ea typeface="Sarabun"/>
                <a:cs typeface="Sarabun"/>
                <a:sym typeface="Sarabun"/>
              </a:rPr>
              <a:t>ข้อมูลเครือข่ายการสื่อสารภายในประเทศ</a:t>
            </a:r>
            <a:r>
              <a:rPr lang="en-US" sz="3200" dirty="0">
                <a:latin typeface="Sarabun"/>
                <a:ea typeface="Sarabun"/>
                <a:cs typeface="Sarabun"/>
                <a:sym typeface="Sarabun"/>
              </a:rPr>
              <a:t> AZ</a:t>
            </a:r>
            <a:endParaRPr sz="3200" dirty="0"/>
          </a:p>
        </p:txBody>
      </p:sp>
      <p:sp>
        <p:nvSpPr>
          <p:cNvPr id="1724" name="Google Shape;1724;p6"/>
          <p:cNvSpPr txBox="1">
            <a:spLocks noGrp="1"/>
          </p:cNvSpPr>
          <p:nvPr>
            <p:ph type="body" idx="1"/>
          </p:nvPr>
        </p:nvSpPr>
        <p:spPr>
          <a:xfrm>
            <a:off x="685800" y="1219200"/>
            <a:ext cx="7772400" cy="487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0800" tIns="50800" rIns="91425" bIns="50800" anchor="t" anchorCtr="0">
            <a:noAutofit/>
          </a:bodyPr>
          <a:lstStyle/>
          <a:p>
            <a:pPr marL="382588" lvl="0" indent="-3429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en-US" sz="2800" dirty="0" err="1">
                <a:solidFill>
                  <a:srgbClr val="002060"/>
                </a:solidFill>
                <a:latin typeface="Sarabun"/>
                <a:ea typeface="Sarabun"/>
                <a:cs typeface="Sarabun"/>
                <a:sym typeface="Sarabun"/>
              </a:rPr>
              <a:t>หน่วยงานราชการ</a:t>
            </a:r>
            <a:r>
              <a:rPr lang="en-US" sz="2800" dirty="0">
                <a:solidFill>
                  <a:srgbClr val="002060"/>
                </a:solidFill>
                <a:latin typeface="Sarabun"/>
                <a:ea typeface="Sarabun"/>
                <a:cs typeface="Sarabun"/>
                <a:sym typeface="Sarabun"/>
              </a:rPr>
              <a:t> AZ </a:t>
            </a:r>
            <a:r>
              <a:rPr lang="en-US" sz="2800" dirty="0" err="1">
                <a:solidFill>
                  <a:srgbClr val="002060"/>
                </a:solidFill>
                <a:latin typeface="Sarabun"/>
                <a:ea typeface="Sarabun"/>
                <a:cs typeface="Sarabun"/>
                <a:sym typeface="Sarabun"/>
              </a:rPr>
              <a:t>ทั่วประเทศใช้บริการอินเทอร์เน็ตของบริษัท</a:t>
            </a:r>
            <a:r>
              <a:rPr lang="en-US" sz="2800" dirty="0">
                <a:solidFill>
                  <a:srgbClr val="002060"/>
                </a:solidFill>
                <a:latin typeface="Sarabun"/>
                <a:ea typeface="Sarabun"/>
                <a:cs typeface="Sarabun"/>
                <a:sym typeface="Sarabun"/>
              </a:rPr>
              <a:t> AAIS (</a:t>
            </a:r>
            <a:r>
              <a:rPr lang="en-US" sz="2800" dirty="0" err="1">
                <a:solidFill>
                  <a:srgbClr val="002060"/>
                </a:solidFill>
                <a:latin typeface="Sarabun"/>
                <a:ea typeface="Sarabun"/>
                <a:cs typeface="Sarabun"/>
                <a:sym typeface="Sarabun"/>
              </a:rPr>
              <a:t>Alizarian</a:t>
            </a:r>
            <a:r>
              <a:rPr lang="en-US" sz="2800" dirty="0">
                <a:solidFill>
                  <a:srgbClr val="002060"/>
                </a:solidFill>
                <a:latin typeface="Sarabun"/>
                <a:ea typeface="Sarabun"/>
                <a:cs typeface="Sarabun"/>
                <a:sym typeface="Sarabun"/>
              </a:rPr>
              <a:t> Advance Information Service) </a:t>
            </a:r>
            <a:r>
              <a:rPr lang="en-US" sz="2800" dirty="0" err="1">
                <a:solidFill>
                  <a:srgbClr val="002060"/>
                </a:solidFill>
                <a:latin typeface="Sarabun"/>
                <a:ea typeface="Sarabun"/>
                <a:cs typeface="Sarabun"/>
                <a:sym typeface="Sarabun"/>
              </a:rPr>
              <a:t>ซึ่งได้รับสัมปทานเป็นเวลา</a:t>
            </a:r>
            <a:r>
              <a:rPr lang="en-US" sz="2800" dirty="0">
                <a:solidFill>
                  <a:srgbClr val="002060"/>
                </a:solidFill>
                <a:latin typeface="Sarabun"/>
                <a:ea typeface="Sarabun"/>
                <a:cs typeface="Sarabun"/>
                <a:sym typeface="Sarabun"/>
              </a:rPr>
              <a:t> ๒๐ </a:t>
            </a:r>
            <a:r>
              <a:rPr lang="en-US" sz="2800" dirty="0" err="1">
                <a:solidFill>
                  <a:srgbClr val="002060"/>
                </a:solidFill>
                <a:latin typeface="Sarabun"/>
                <a:ea typeface="Sarabun"/>
                <a:cs typeface="Sarabun"/>
                <a:sym typeface="Sarabun"/>
              </a:rPr>
              <a:t>ปี</a:t>
            </a:r>
            <a:r>
              <a:rPr lang="en-US" sz="2800" dirty="0">
                <a:solidFill>
                  <a:srgbClr val="002060"/>
                </a:solidFill>
                <a:latin typeface="Sarabun"/>
                <a:ea typeface="Sarabun"/>
                <a:cs typeface="Sarabun"/>
                <a:sym typeface="Sarabun"/>
              </a:rPr>
              <a:t> </a:t>
            </a:r>
            <a:r>
              <a:rPr lang="en-US" sz="2800" dirty="0" err="1">
                <a:solidFill>
                  <a:srgbClr val="002060"/>
                </a:solidFill>
                <a:latin typeface="Sarabun"/>
                <a:ea typeface="Sarabun"/>
                <a:cs typeface="Sarabun"/>
                <a:sym typeface="Sarabun"/>
              </a:rPr>
              <a:t>ตั้งแต่ปี</a:t>
            </a:r>
            <a:r>
              <a:rPr lang="en-US" sz="2800" dirty="0">
                <a:solidFill>
                  <a:srgbClr val="002060"/>
                </a:solidFill>
                <a:latin typeface="Sarabun"/>
                <a:ea typeface="Sarabun"/>
                <a:cs typeface="Sarabun"/>
                <a:sym typeface="Sarabun"/>
              </a:rPr>
              <a:t> ๒๐๒๐-๒๐๔๐ </a:t>
            </a:r>
            <a:endParaRPr sz="2800" dirty="0">
              <a:solidFill>
                <a:srgbClr val="002060"/>
              </a:solidFill>
            </a:endParaRPr>
          </a:p>
          <a:p>
            <a:pPr marL="382588" lvl="0" indent="-342900" algn="l" rtl="0">
              <a:spcBef>
                <a:spcPts val="7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en-US" sz="2800" dirty="0">
                <a:solidFill>
                  <a:srgbClr val="002060"/>
                </a:solidFill>
                <a:latin typeface="Sarabun"/>
                <a:ea typeface="Sarabun"/>
                <a:cs typeface="Sarabun"/>
                <a:sym typeface="Sarabun"/>
              </a:rPr>
              <a:t>บริษัทที่ได้รับสัมปทานให้บริการโครงข่ายแก่ผู้ให้บริการอินเทอร์เน็ตทั่วประเทศ </a:t>
            </a:r>
            <a:r>
              <a:rPr lang="en-US" sz="2800" dirty="0" err="1">
                <a:solidFill>
                  <a:srgbClr val="002060"/>
                </a:solidFill>
                <a:latin typeface="Sarabun"/>
                <a:ea typeface="Sarabun"/>
                <a:cs typeface="Sarabun"/>
                <a:sym typeface="Sarabun"/>
              </a:rPr>
              <a:t>คือบริษัท</a:t>
            </a:r>
            <a:r>
              <a:rPr lang="en-US" sz="2800" dirty="0">
                <a:solidFill>
                  <a:srgbClr val="002060"/>
                </a:solidFill>
                <a:latin typeface="Sarabun"/>
                <a:ea typeface="Sarabun"/>
                <a:cs typeface="Sarabun"/>
                <a:sym typeface="Sarabun"/>
              </a:rPr>
              <a:t> ANT (</a:t>
            </a:r>
            <a:r>
              <a:rPr lang="en-US" sz="2800" dirty="0" err="1">
                <a:solidFill>
                  <a:srgbClr val="002060"/>
                </a:solidFill>
                <a:latin typeface="Sarabun"/>
                <a:ea typeface="Sarabun"/>
                <a:cs typeface="Sarabun"/>
                <a:sym typeface="Sarabun"/>
              </a:rPr>
              <a:t>Alizarian</a:t>
            </a:r>
            <a:r>
              <a:rPr lang="en-US" sz="2800" dirty="0">
                <a:solidFill>
                  <a:srgbClr val="002060"/>
                </a:solidFill>
                <a:latin typeface="Sarabun"/>
                <a:ea typeface="Sarabun"/>
                <a:cs typeface="Sarabun"/>
                <a:sym typeface="Sarabun"/>
              </a:rPr>
              <a:t> National Telecom) </a:t>
            </a:r>
            <a:r>
              <a:rPr lang="en-US" sz="2800" dirty="0" err="1">
                <a:solidFill>
                  <a:srgbClr val="002060"/>
                </a:solidFill>
                <a:latin typeface="Sarabun"/>
                <a:ea typeface="Sarabun"/>
                <a:cs typeface="Sarabun"/>
                <a:sym typeface="Sarabun"/>
              </a:rPr>
              <a:t>ตั้งแต่ปี</a:t>
            </a:r>
            <a:r>
              <a:rPr lang="en-US" sz="2800" dirty="0">
                <a:solidFill>
                  <a:srgbClr val="002060"/>
                </a:solidFill>
                <a:latin typeface="Sarabun"/>
                <a:ea typeface="Sarabun"/>
                <a:cs typeface="Sarabun"/>
                <a:sym typeface="Sarabun"/>
              </a:rPr>
              <a:t> ๒๐๐๕-๒๐๒๕</a:t>
            </a:r>
            <a:endParaRPr sz="2800" dirty="0">
              <a:solidFill>
                <a:srgbClr val="002060"/>
              </a:solidFill>
            </a:endParaRPr>
          </a:p>
          <a:p>
            <a:pPr marL="382588" lvl="0" indent="-342900" algn="l" rtl="0">
              <a:spcBef>
                <a:spcPts val="7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en-US" sz="2800" dirty="0" err="1">
                <a:solidFill>
                  <a:srgbClr val="002060"/>
                </a:solidFill>
                <a:latin typeface="Sarabun"/>
                <a:ea typeface="Sarabun"/>
                <a:cs typeface="Sarabun"/>
                <a:sym typeface="Sarabun"/>
              </a:rPr>
              <a:t>ผู้ให้บริการอินเทอร์เน็ตเอกชนอื่น</a:t>
            </a:r>
            <a:r>
              <a:rPr lang="en-US" sz="2800" dirty="0">
                <a:solidFill>
                  <a:srgbClr val="002060"/>
                </a:solidFill>
                <a:latin typeface="Sarabun"/>
                <a:ea typeface="Sarabun"/>
                <a:cs typeface="Sarabun"/>
                <a:sym typeface="Sarabun"/>
              </a:rPr>
              <a:t> ๆ </a:t>
            </a:r>
            <a:r>
              <a:rPr lang="en-US" sz="2800" dirty="0" err="1">
                <a:solidFill>
                  <a:srgbClr val="002060"/>
                </a:solidFill>
                <a:latin typeface="Sarabun"/>
                <a:ea typeface="Sarabun"/>
                <a:cs typeface="Sarabun"/>
                <a:sym typeface="Sarabun"/>
              </a:rPr>
              <a:t>ในประเทศ</a:t>
            </a:r>
            <a:r>
              <a:rPr lang="en-US" sz="2800" dirty="0">
                <a:solidFill>
                  <a:srgbClr val="002060"/>
                </a:solidFill>
                <a:latin typeface="Sarabun"/>
                <a:ea typeface="Sarabun"/>
                <a:cs typeface="Sarabun"/>
                <a:sym typeface="Sarabun"/>
              </a:rPr>
              <a:t> </a:t>
            </a:r>
            <a:r>
              <a:rPr lang="en-US" sz="2800" dirty="0" err="1">
                <a:solidFill>
                  <a:srgbClr val="002060"/>
                </a:solidFill>
                <a:latin typeface="Sarabun"/>
                <a:ea typeface="Sarabun"/>
                <a:cs typeface="Sarabun"/>
                <a:sym typeface="Sarabun"/>
              </a:rPr>
              <a:t>ได้แก่บริษัท</a:t>
            </a:r>
            <a:r>
              <a:rPr lang="en-US" sz="2800" dirty="0">
                <a:solidFill>
                  <a:srgbClr val="002060"/>
                </a:solidFill>
                <a:latin typeface="Sarabun"/>
                <a:ea typeface="Sarabun"/>
                <a:cs typeface="Sarabun"/>
                <a:sym typeface="Sarabun"/>
              </a:rPr>
              <a:t> Real Internet, ETAG, </a:t>
            </a:r>
            <a:r>
              <a:rPr lang="en-US" sz="2800" dirty="0" err="1">
                <a:solidFill>
                  <a:srgbClr val="002060"/>
                </a:solidFill>
                <a:latin typeface="Sarabun"/>
                <a:ea typeface="Sarabun"/>
                <a:cs typeface="Sarabun"/>
                <a:sym typeface="Sarabun"/>
              </a:rPr>
              <a:t>และ</a:t>
            </a:r>
            <a:r>
              <a:rPr lang="en-US" sz="2800" dirty="0">
                <a:solidFill>
                  <a:srgbClr val="002060"/>
                </a:solidFill>
                <a:latin typeface="Sarabun"/>
                <a:ea typeface="Sarabun"/>
                <a:cs typeface="Sarabun"/>
                <a:sym typeface="Sarabun"/>
              </a:rPr>
              <a:t> 5DD</a:t>
            </a:r>
            <a:endParaRPr sz="2800" dirty="0">
              <a:solidFill>
                <a:srgbClr val="002060"/>
              </a:solidFill>
            </a:endParaRPr>
          </a:p>
        </p:txBody>
      </p:sp>
      <p:sp>
        <p:nvSpPr>
          <p:cNvPr id="1725" name="Google Shape;1725;p6"/>
          <p:cNvSpPr txBox="1">
            <a:spLocks noGrp="1"/>
          </p:cNvSpPr>
          <p:nvPr>
            <p:ph type="sldNum" idx="12"/>
          </p:nvPr>
        </p:nvSpPr>
        <p:spPr>
          <a:xfrm>
            <a:off x="7359650" y="6248400"/>
            <a:ext cx="292100" cy="292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6</a:t>
            </a:fld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7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0" name="Google Shape;1730;p7"/>
          <p:cNvSpPr txBox="1">
            <a:spLocks noGrp="1"/>
          </p:cNvSpPr>
          <p:nvPr>
            <p:ph type="title"/>
          </p:nvPr>
        </p:nvSpPr>
        <p:spPr>
          <a:xfrm>
            <a:off x="685800" y="255172"/>
            <a:ext cx="7772400" cy="811628"/>
          </a:xfrm>
          <a:prstGeom prst="rect">
            <a:avLst/>
          </a:prstGeom>
          <a:noFill/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50800" tIns="50800" rIns="91425" bIns="50800" anchor="ctr" anchorCtr="0">
            <a:noAutofit/>
          </a:bodyPr>
          <a:lstStyle/>
          <a:p>
            <a:pPr marL="39688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 dirty="0" err="1">
                <a:latin typeface="Sarabun"/>
                <a:ea typeface="Sarabun"/>
                <a:cs typeface="Sarabun"/>
                <a:sym typeface="Sarabun"/>
              </a:rPr>
              <a:t>ข้อมูลเครือข่ายการสื่อสารภายในประเทศ</a:t>
            </a:r>
            <a:r>
              <a:rPr lang="en-US" sz="3200" dirty="0">
                <a:latin typeface="Sarabun"/>
                <a:ea typeface="Sarabun"/>
                <a:cs typeface="Sarabun"/>
                <a:sym typeface="Sarabun"/>
              </a:rPr>
              <a:t> AZ</a:t>
            </a:r>
            <a:endParaRPr sz="3200" dirty="0"/>
          </a:p>
        </p:txBody>
      </p:sp>
      <p:sp>
        <p:nvSpPr>
          <p:cNvPr id="1731" name="Google Shape;1731;p7"/>
          <p:cNvSpPr txBox="1">
            <a:spLocks noGrp="1"/>
          </p:cNvSpPr>
          <p:nvPr>
            <p:ph type="body" idx="1"/>
          </p:nvPr>
        </p:nvSpPr>
        <p:spPr>
          <a:xfrm>
            <a:off x="685800" y="1219200"/>
            <a:ext cx="7772400" cy="487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0800" tIns="50800" rIns="91425" bIns="50800" anchor="t" anchorCtr="0">
            <a:noAutofit/>
          </a:bodyPr>
          <a:lstStyle/>
          <a:p>
            <a:pPr marL="382588" lvl="0" indent="-3429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en-US" sz="2800" dirty="0">
                <a:solidFill>
                  <a:srgbClr val="FF0000"/>
                </a:solidFill>
                <a:latin typeface="Sarabun"/>
                <a:ea typeface="Sarabun"/>
                <a:cs typeface="Sarabun"/>
                <a:sym typeface="Sarabun"/>
              </a:rPr>
              <a:t>หน่วยงานราชการที่มีอำนาจบริหารจัดการคลื่นความถี่และกำหนดนโยบายการสื่อสารทั้งปวงของประเทศ </a:t>
            </a:r>
            <a:r>
              <a:rPr lang="en-US" sz="2800" dirty="0" err="1">
                <a:solidFill>
                  <a:srgbClr val="FF0000"/>
                </a:solidFill>
                <a:latin typeface="Sarabun"/>
                <a:ea typeface="Sarabun"/>
                <a:cs typeface="Sarabun"/>
                <a:sym typeface="Sarabun"/>
              </a:rPr>
              <a:t>ได้แก่</a:t>
            </a:r>
            <a:r>
              <a:rPr lang="en-US" sz="2800" dirty="0">
                <a:solidFill>
                  <a:srgbClr val="FF0000"/>
                </a:solidFill>
                <a:latin typeface="Sarabun"/>
                <a:ea typeface="Sarabun"/>
                <a:cs typeface="Sarabun"/>
                <a:sym typeface="Sarabun"/>
              </a:rPr>
              <a:t> </a:t>
            </a:r>
            <a:r>
              <a:rPr lang="en-US" sz="2800" b="1" dirty="0" err="1">
                <a:solidFill>
                  <a:srgbClr val="FF0000"/>
                </a:solidFill>
                <a:latin typeface="Sarabun"/>
                <a:ea typeface="Sarabun"/>
                <a:cs typeface="Sarabun"/>
                <a:sym typeface="Sarabun"/>
              </a:rPr>
              <a:t>คณะกรรมการบริหารคลื่นความถี่และการสื่อสารแห่งชาติ</a:t>
            </a:r>
            <a:r>
              <a:rPr lang="en-US" sz="2800" b="1" dirty="0">
                <a:solidFill>
                  <a:srgbClr val="FF0000"/>
                </a:solidFill>
                <a:latin typeface="Sarabun"/>
                <a:ea typeface="Sarabun"/>
                <a:cs typeface="Sarabun"/>
                <a:sym typeface="Sarabun"/>
              </a:rPr>
              <a:t> (</a:t>
            </a:r>
            <a:r>
              <a:rPr lang="en-US" sz="2800" b="1" dirty="0" err="1">
                <a:solidFill>
                  <a:srgbClr val="FF0000"/>
                </a:solidFill>
                <a:latin typeface="Sarabun"/>
                <a:ea typeface="Sarabun"/>
                <a:cs typeface="Sarabun"/>
                <a:sym typeface="Sarabun"/>
              </a:rPr>
              <a:t>กคสช</a:t>
            </a:r>
            <a:r>
              <a:rPr lang="en-US" sz="2800" b="1" dirty="0">
                <a:solidFill>
                  <a:srgbClr val="FF0000"/>
                </a:solidFill>
                <a:latin typeface="Sarabun"/>
                <a:ea typeface="Sarabun"/>
                <a:cs typeface="Sarabun"/>
                <a:sym typeface="Sarabun"/>
              </a:rPr>
              <a:t>.)</a:t>
            </a:r>
            <a:endParaRPr sz="2800" dirty="0">
              <a:solidFill>
                <a:srgbClr val="FF0000"/>
              </a:solidFill>
            </a:endParaRPr>
          </a:p>
          <a:p>
            <a:pPr marL="382588" lvl="0" indent="-342900" algn="l" rtl="0">
              <a:spcBef>
                <a:spcPts val="7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en-US" sz="2800" dirty="0" err="1">
                <a:solidFill>
                  <a:srgbClr val="FF0000"/>
                </a:solidFill>
                <a:latin typeface="Sarabun"/>
                <a:ea typeface="Sarabun"/>
                <a:cs typeface="Sarabun"/>
                <a:sym typeface="Sarabun"/>
              </a:rPr>
              <a:t>หน่วยงานบริหารจัดการด้านดิจิทัลและอินเทอร์เน็ตระดับชาติ</a:t>
            </a:r>
            <a:r>
              <a:rPr lang="en-US" sz="2800" dirty="0">
                <a:solidFill>
                  <a:srgbClr val="FF0000"/>
                </a:solidFill>
                <a:latin typeface="Sarabun"/>
                <a:ea typeface="Sarabun"/>
                <a:cs typeface="Sarabun"/>
                <a:sym typeface="Sarabun"/>
              </a:rPr>
              <a:t> </a:t>
            </a:r>
            <a:r>
              <a:rPr lang="en-US" sz="2800" dirty="0" err="1">
                <a:solidFill>
                  <a:srgbClr val="FF0000"/>
                </a:solidFill>
                <a:latin typeface="Sarabun"/>
                <a:ea typeface="Sarabun"/>
                <a:cs typeface="Sarabun"/>
                <a:sym typeface="Sarabun"/>
              </a:rPr>
              <a:t>คือ</a:t>
            </a:r>
            <a:r>
              <a:rPr lang="en-US" sz="2800" dirty="0">
                <a:solidFill>
                  <a:srgbClr val="FF0000"/>
                </a:solidFill>
                <a:latin typeface="Sarabun"/>
                <a:ea typeface="Sarabun"/>
                <a:cs typeface="Sarabun"/>
                <a:sym typeface="Sarabun"/>
              </a:rPr>
              <a:t> </a:t>
            </a:r>
            <a:r>
              <a:rPr lang="en-US" sz="2800" b="1" dirty="0" err="1">
                <a:solidFill>
                  <a:srgbClr val="FF0000"/>
                </a:solidFill>
                <a:latin typeface="Sarabun"/>
                <a:ea typeface="Sarabun"/>
                <a:cs typeface="Sarabun"/>
                <a:sym typeface="Sarabun"/>
              </a:rPr>
              <a:t>กระทรวงอินเทอร์เน็ตและปัญญาประดิษฐ์</a:t>
            </a:r>
            <a:r>
              <a:rPr lang="en-US" sz="2800" b="1" dirty="0">
                <a:solidFill>
                  <a:srgbClr val="FF0000"/>
                </a:solidFill>
                <a:latin typeface="Sarabun"/>
                <a:ea typeface="Sarabun"/>
                <a:cs typeface="Sarabun"/>
                <a:sym typeface="Sarabun"/>
              </a:rPr>
              <a:t> </a:t>
            </a:r>
            <a:r>
              <a:rPr lang="en-US" sz="2800" dirty="0">
                <a:solidFill>
                  <a:srgbClr val="FF0000"/>
                </a:solidFill>
                <a:latin typeface="Sarabun"/>
                <a:ea typeface="Sarabun"/>
                <a:cs typeface="Sarabun"/>
                <a:sym typeface="Sarabun"/>
              </a:rPr>
              <a:t>(Ministry of Internet and Artificial Intelligence: MINIAI)</a:t>
            </a:r>
            <a:endParaRPr sz="2800" dirty="0">
              <a:solidFill>
                <a:srgbClr val="FF0000"/>
              </a:solidFill>
            </a:endParaRPr>
          </a:p>
          <a:p>
            <a:pPr marL="382588" lvl="0" indent="-342900" algn="l" rtl="0">
              <a:spcBef>
                <a:spcPts val="7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en-US" sz="2800" dirty="0" err="1">
                <a:solidFill>
                  <a:srgbClr val="FF0000"/>
                </a:solidFill>
                <a:latin typeface="Sarabun"/>
                <a:ea typeface="Sarabun"/>
                <a:cs typeface="Sarabun"/>
                <a:sym typeface="Sarabun"/>
              </a:rPr>
              <a:t>กองทัพ</a:t>
            </a:r>
            <a:r>
              <a:rPr lang="en-US" sz="2800" dirty="0">
                <a:solidFill>
                  <a:srgbClr val="FF0000"/>
                </a:solidFill>
                <a:latin typeface="Sarabun"/>
                <a:ea typeface="Sarabun"/>
                <a:cs typeface="Sarabun"/>
                <a:sym typeface="Sarabun"/>
              </a:rPr>
              <a:t> AZ </a:t>
            </a:r>
            <a:r>
              <a:rPr lang="en-US" sz="2800" dirty="0" err="1">
                <a:solidFill>
                  <a:srgbClr val="FF0000"/>
                </a:solidFill>
                <a:latin typeface="Sarabun"/>
                <a:ea typeface="Sarabun"/>
                <a:cs typeface="Sarabun"/>
                <a:sym typeface="Sarabun"/>
              </a:rPr>
              <a:t>มีเครือข่ายคอมพิวเตอร์เข้ารหัสของตนเองสำหรับงานด้านยุทธการ</a:t>
            </a:r>
            <a:r>
              <a:rPr lang="en-US" sz="2800" dirty="0">
                <a:solidFill>
                  <a:srgbClr val="FF0000"/>
                </a:solidFill>
                <a:latin typeface="Sarabun"/>
                <a:ea typeface="Sarabun"/>
                <a:cs typeface="Sarabun"/>
                <a:sym typeface="Sarabun"/>
              </a:rPr>
              <a:t> </a:t>
            </a:r>
            <a:r>
              <a:rPr lang="en-US" sz="2800" dirty="0" err="1">
                <a:solidFill>
                  <a:srgbClr val="FF0000"/>
                </a:solidFill>
                <a:latin typeface="Sarabun"/>
                <a:ea typeface="Sarabun"/>
                <a:cs typeface="Sarabun"/>
                <a:sym typeface="Sarabun"/>
              </a:rPr>
              <a:t>ชื่อว่า</a:t>
            </a:r>
            <a:r>
              <a:rPr lang="en-US" sz="2800" dirty="0">
                <a:solidFill>
                  <a:srgbClr val="FF0000"/>
                </a:solidFill>
                <a:latin typeface="Sarabun"/>
                <a:ea typeface="Sarabun"/>
                <a:cs typeface="Sarabun"/>
                <a:sym typeface="Sarabun"/>
              </a:rPr>
              <a:t> DEFNET </a:t>
            </a:r>
            <a:r>
              <a:rPr lang="en-US" sz="2800" dirty="0" err="1">
                <a:solidFill>
                  <a:srgbClr val="FF0000"/>
                </a:solidFill>
                <a:latin typeface="Sarabun"/>
                <a:ea typeface="Sarabun"/>
                <a:cs typeface="Sarabun"/>
                <a:sym typeface="Sarabun"/>
              </a:rPr>
              <a:t>โดยมี</a:t>
            </a:r>
            <a:r>
              <a:rPr lang="en-US" sz="2800" dirty="0">
                <a:solidFill>
                  <a:srgbClr val="FF0000"/>
                </a:solidFill>
                <a:latin typeface="Sarabun"/>
                <a:ea typeface="Sarabun"/>
                <a:cs typeface="Sarabun"/>
                <a:sym typeface="Sarabun"/>
              </a:rPr>
              <a:t> redundant server and storage </a:t>
            </a:r>
            <a:r>
              <a:rPr lang="en-US" sz="2800" dirty="0" err="1">
                <a:solidFill>
                  <a:srgbClr val="FF0000"/>
                </a:solidFill>
                <a:latin typeface="Sarabun"/>
                <a:ea typeface="Sarabun"/>
                <a:cs typeface="Sarabun"/>
                <a:sym typeface="Sarabun"/>
              </a:rPr>
              <a:t>กระจายอยู่ทั่วประเทศ</a:t>
            </a:r>
            <a:r>
              <a:rPr lang="en-US" sz="2800" dirty="0">
                <a:solidFill>
                  <a:srgbClr val="FF0000"/>
                </a:solidFill>
                <a:latin typeface="Sarabun"/>
                <a:ea typeface="Sarabun"/>
                <a:cs typeface="Sarabun"/>
                <a:sym typeface="Sarabun"/>
              </a:rPr>
              <a:t> </a:t>
            </a:r>
            <a:endParaRPr sz="2800" dirty="0">
              <a:solidFill>
                <a:srgbClr val="FF0000"/>
              </a:solidFill>
              <a:latin typeface="Sarabun"/>
              <a:ea typeface="Sarabun"/>
              <a:cs typeface="Sarabun"/>
              <a:sym typeface="Sarabun"/>
            </a:endParaRPr>
          </a:p>
        </p:txBody>
      </p:sp>
      <p:sp>
        <p:nvSpPr>
          <p:cNvPr id="1732" name="Google Shape;1732;p7"/>
          <p:cNvSpPr txBox="1">
            <a:spLocks noGrp="1"/>
          </p:cNvSpPr>
          <p:nvPr>
            <p:ph type="sldNum" idx="12"/>
          </p:nvPr>
        </p:nvSpPr>
        <p:spPr>
          <a:xfrm>
            <a:off x="7359650" y="6248400"/>
            <a:ext cx="292100" cy="292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7</a:t>
            </a:fld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7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7" name="Google Shape;1737;p8"/>
          <p:cNvSpPr txBox="1">
            <a:spLocks noGrp="1"/>
          </p:cNvSpPr>
          <p:nvPr>
            <p:ph type="title"/>
          </p:nvPr>
        </p:nvSpPr>
        <p:spPr>
          <a:xfrm>
            <a:off x="685800" y="255172"/>
            <a:ext cx="7772400" cy="811628"/>
          </a:xfrm>
          <a:prstGeom prst="rect">
            <a:avLst/>
          </a:prstGeom>
          <a:noFill/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50800" tIns="50800" rIns="91425" bIns="50800" anchor="ctr" anchorCtr="0">
            <a:noAutofit/>
          </a:bodyPr>
          <a:lstStyle/>
          <a:p>
            <a:pPr marL="39688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 dirty="0" err="1">
                <a:latin typeface="Sarabun"/>
                <a:ea typeface="Sarabun"/>
                <a:cs typeface="Sarabun"/>
                <a:sym typeface="Sarabun"/>
              </a:rPr>
              <a:t>ข้อมูลเครือข่ายการสื่อสารภายในประเทศ</a:t>
            </a:r>
            <a:r>
              <a:rPr lang="en-US" sz="3200" dirty="0">
                <a:latin typeface="Sarabun"/>
                <a:ea typeface="Sarabun"/>
                <a:cs typeface="Sarabun"/>
                <a:sym typeface="Sarabun"/>
              </a:rPr>
              <a:t> AZ</a:t>
            </a:r>
            <a:endParaRPr sz="3200" dirty="0"/>
          </a:p>
        </p:txBody>
      </p:sp>
      <p:sp>
        <p:nvSpPr>
          <p:cNvPr id="1738" name="Google Shape;1738;p8"/>
          <p:cNvSpPr txBox="1">
            <a:spLocks noGrp="1"/>
          </p:cNvSpPr>
          <p:nvPr>
            <p:ph type="body" idx="1"/>
          </p:nvPr>
        </p:nvSpPr>
        <p:spPr>
          <a:xfrm>
            <a:off x="685800" y="1219200"/>
            <a:ext cx="7772400" cy="487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0800" tIns="50800" rIns="91425" bIns="50800" anchor="t" anchorCtr="0">
            <a:noAutofit/>
          </a:bodyPr>
          <a:lstStyle/>
          <a:p>
            <a:pPr marL="382588" lvl="0" indent="-3429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en-US" sz="2800" dirty="0" err="1">
                <a:solidFill>
                  <a:srgbClr val="FF0000"/>
                </a:solidFill>
                <a:latin typeface="Sarabun"/>
                <a:ea typeface="Sarabun"/>
                <a:cs typeface="Sarabun"/>
                <a:sym typeface="Sarabun"/>
              </a:rPr>
              <a:t>ระบบดาวเทียมนำทางในการทหารหลักของกองทัพ</a:t>
            </a:r>
            <a:r>
              <a:rPr lang="en-US" sz="2800" dirty="0">
                <a:solidFill>
                  <a:srgbClr val="FF0000"/>
                </a:solidFill>
                <a:latin typeface="Sarabun"/>
                <a:ea typeface="Sarabun"/>
                <a:cs typeface="Sarabun"/>
                <a:sym typeface="Sarabun"/>
              </a:rPr>
              <a:t> AZ </a:t>
            </a:r>
            <a:r>
              <a:rPr lang="en-US" sz="2800" dirty="0" err="1">
                <a:solidFill>
                  <a:srgbClr val="FF0000"/>
                </a:solidFill>
                <a:latin typeface="Sarabun"/>
                <a:ea typeface="Sarabun"/>
                <a:cs typeface="Sarabun"/>
                <a:sym typeface="Sarabun"/>
              </a:rPr>
              <a:t>คือเครือข่าย</a:t>
            </a:r>
            <a:r>
              <a:rPr lang="en-US" sz="2800" dirty="0">
                <a:solidFill>
                  <a:srgbClr val="FF0000"/>
                </a:solidFill>
                <a:latin typeface="Sarabun"/>
                <a:ea typeface="Sarabun"/>
                <a:cs typeface="Sarabun"/>
                <a:sym typeface="Sarabun"/>
              </a:rPr>
              <a:t> GLS (Global Locating System) </a:t>
            </a:r>
            <a:r>
              <a:rPr lang="en-US" sz="2800" dirty="0" err="1">
                <a:solidFill>
                  <a:srgbClr val="FF0000"/>
                </a:solidFill>
                <a:latin typeface="Sarabun"/>
                <a:ea typeface="Sarabun"/>
                <a:cs typeface="Sarabun"/>
                <a:sym typeface="Sarabun"/>
              </a:rPr>
              <a:t>ที่ประเทศ</a:t>
            </a:r>
            <a:r>
              <a:rPr lang="en-US" sz="2800" dirty="0">
                <a:solidFill>
                  <a:srgbClr val="FF0000"/>
                </a:solidFill>
                <a:latin typeface="Sarabun"/>
                <a:ea typeface="Sarabun"/>
                <a:cs typeface="Sarabun"/>
                <a:sym typeface="Sarabun"/>
              </a:rPr>
              <a:t> Argus </a:t>
            </a:r>
            <a:r>
              <a:rPr lang="en-US" sz="2800" dirty="0" err="1">
                <a:solidFill>
                  <a:srgbClr val="FF0000"/>
                </a:solidFill>
                <a:latin typeface="Sarabun"/>
                <a:ea typeface="Sarabun"/>
                <a:cs typeface="Sarabun"/>
                <a:sym typeface="Sarabun"/>
              </a:rPr>
              <a:t>เป็นผู้พัฒนาและถูกใช้งานอย่างแพร่หลายทั่วโลก</a:t>
            </a:r>
            <a:r>
              <a:rPr lang="en-US" sz="2800" dirty="0">
                <a:solidFill>
                  <a:srgbClr val="FF0000"/>
                </a:solidFill>
                <a:latin typeface="Sarabun"/>
                <a:ea typeface="Sarabun"/>
                <a:cs typeface="Sarabun"/>
                <a:sym typeface="Sarabun"/>
              </a:rPr>
              <a:t> </a:t>
            </a:r>
            <a:endParaRPr sz="2800" dirty="0">
              <a:solidFill>
                <a:srgbClr val="FF0000"/>
              </a:solidFill>
              <a:latin typeface="Sarabun"/>
              <a:ea typeface="Sarabun"/>
              <a:cs typeface="Sarabun"/>
              <a:sym typeface="Sarabun"/>
            </a:endParaRPr>
          </a:p>
          <a:p>
            <a:pPr marL="382588" lvl="0" indent="-342900" algn="l" rtl="0">
              <a:spcBef>
                <a:spcPts val="7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en-US" sz="2800" dirty="0" err="1">
                <a:solidFill>
                  <a:srgbClr val="FF0000"/>
                </a:solidFill>
                <a:latin typeface="Sarabun"/>
                <a:ea typeface="Sarabun"/>
                <a:cs typeface="Sarabun"/>
                <a:sym typeface="Sarabun"/>
              </a:rPr>
              <a:t>ในช่วง</a:t>
            </a:r>
            <a:r>
              <a:rPr lang="en-US" sz="2800" dirty="0">
                <a:solidFill>
                  <a:srgbClr val="FF0000"/>
                </a:solidFill>
                <a:latin typeface="Sarabun"/>
                <a:ea typeface="Sarabun"/>
                <a:cs typeface="Sarabun"/>
                <a:sym typeface="Sarabun"/>
              </a:rPr>
              <a:t> ๑๐ </a:t>
            </a:r>
            <a:r>
              <a:rPr lang="en-US" sz="2800" dirty="0" err="1">
                <a:solidFill>
                  <a:srgbClr val="FF0000"/>
                </a:solidFill>
                <a:latin typeface="Sarabun"/>
                <a:ea typeface="Sarabun"/>
                <a:cs typeface="Sarabun"/>
                <a:sym typeface="Sarabun"/>
              </a:rPr>
              <a:t>ปีที่ผ่านมา</a:t>
            </a:r>
            <a:r>
              <a:rPr lang="en-US" sz="2800" dirty="0">
                <a:solidFill>
                  <a:srgbClr val="FF0000"/>
                </a:solidFill>
                <a:latin typeface="Sarabun"/>
                <a:ea typeface="Sarabun"/>
                <a:cs typeface="Sarabun"/>
                <a:sym typeface="Sarabun"/>
              </a:rPr>
              <a:t> </a:t>
            </a:r>
            <a:r>
              <a:rPr lang="en-US" sz="2800" dirty="0" err="1">
                <a:solidFill>
                  <a:srgbClr val="FF0000"/>
                </a:solidFill>
                <a:latin typeface="Sarabun"/>
                <a:ea typeface="Sarabun"/>
                <a:cs typeface="Sarabun"/>
                <a:sym typeface="Sarabun"/>
              </a:rPr>
              <a:t>มีความพยายามจากประเทศอื่น</a:t>
            </a:r>
            <a:r>
              <a:rPr lang="en-US" sz="2800" dirty="0">
                <a:solidFill>
                  <a:srgbClr val="FF0000"/>
                </a:solidFill>
                <a:latin typeface="Sarabun"/>
                <a:ea typeface="Sarabun"/>
                <a:cs typeface="Sarabun"/>
                <a:sym typeface="Sarabun"/>
              </a:rPr>
              <a:t> ๆ </a:t>
            </a:r>
            <a:r>
              <a:rPr lang="en-US" sz="2800" dirty="0" err="1">
                <a:solidFill>
                  <a:srgbClr val="FF0000"/>
                </a:solidFill>
                <a:latin typeface="Sarabun"/>
                <a:ea typeface="Sarabun"/>
                <a:cs typeface="Sarabun"/>
                <a:sym typeface="Sarabun"/>
              </a:rPr>
              <a:t>ในการจารกรรมข้อมูลในระบบของหน่วยงานราชการประเทศ</a:t>
            </a:r>
            <a:r>
              <a:rPr lang="en-US" sz="2800" dirty="0">
                <a:solidFill>
                  <a:srgbClr val="FF0000"/>
                </a:solidFill>
                <a:latin typeface="Sarabun"/>
                <a:ea typeface="Sarabun"/>
                <a:cs typeface="Sarabun"/>
                <a:sym typeface="Sarabun"/>
              </a:rPr>
              <a:t> AZ </a:t>
            </a:r>
            <a:r>
              <a:rPr lang="en-US" sz="2800" dirty="0" err="1">
                <a:solidFill>
                  <a:srgbClr val="FF0000"/>
                </a:solidFill>
                <a:latin typeface="Sarabun"/>
                <a:ea typeface="Sarabun"/>
                <a:cs typeface="Sarabun"/>
                <a:sym typeface="Sarabun"/>
              </a:rPr>
              <a:t>หลายครั้ง</a:t>
            </a:r>
            <a:r>
              <a:rPr lang="en-US" sz="2800" dirty="0">
                <a:solidFill>
                  <a:srgbClr val="FF0000"/>
                </a:solidFill>
                <a:latin typeface="Sarabun"/>
                <a:ea typeface="Sarabun"/>
                <a:cs typeface="Sarabun"/>
                <a:sym typeface="Sarabun"/>
              </a:rPr>
              <a:t> </a:t>
            </a:r>
            <a:r>
              <a:rPr lang="en-US" sz="2800" dirty="0" err="1">
                <a:solidFill>
                  <a:srgbClr val="FF0000"/>
                </a:solidFill>
                <a:latin typeface="Sarabun"/>
                <a:ea typeface="Sarabun"/>
                <a:cs typeface="Sarabun"/>
                <a:sym typeface="Sarabun"/>
              </a:rPr>
              <a:t>จากสถิติส่วนมากจะใช้วิธีเจาะการป้องกันด้วย</a:t>
            </a:r>
            <a:r>
              <a:rPr lang="en-US" sz="2800" dirty="0">
                <a:solidFill>
                  <a:srgbClr val="FF0000"/>
                </a:solidFill>
                <a:latin typeface="Sarabun"/>
                <a:ea typeface="Sarabun"/>
                <a:cs typeface="Sarabun"/>
                <a:sym typeface="Sarabun"/>
              </a:rPr>
              <a:t> DDOS </a:t>
            </a:r>
            <a:r>
              <a:rPr lang="en-US" sz="2800" dirty="0" err="1">
                <a:solidFill>
                  <a:srgbClr val="FF0000"/>
                </a:solidFill>
                <a:latin typeface="Sarabun"/>
                <a:ea typeface="Sarabun"/>
                <a:cs typeface="Sarabun"/>
                <a:sym typeface="Sarabun"/>
              </a:rPr>
              <a:t>ผ่าน</a:t>
            </a:r>
            <a:r>
              <a:rPr lang="en-US" sz="2800" dirty="0">
                <a:solidFill>
                  <a:srgbClr val="FF0000"/>
                </a:solidFill>
                <a:latin typeface="Sarabun"/>
                <a:ea typeface="Sarabun"/>
                <a:cs typeface="Sarabun"/>
                <a:sym typeface="Sarabun"/>
              </a:rPr>
              <a:t> VPN </a:t>
            </a:r>
            <a:r>
              <a:rPr lang="en-US" sz="2800" dirty="0" err="1">
                <a:solidFill>
                  <a:srgbClr val="FF0000"/>
                </a:solidFill>
                <a:latin typeface="Sarabun"/>
                <a:ea typeface="Sarabun"/>
                <a:cs typeface="Sarabun"/>
                <a:sym typeface="Sarabun"/>
              </a:rPr>
              <a:t>โดยเหตุใหญ่ที่สุดที่เกิดกับกองทัพเรือคือเมื่อปี</a:t>
            </a:r>
            <a:r>
              <a:rPr lang="en-US" sz="2800" dirty="0">
                <a:solidFill>
                  <a:srgbClr val="FF0000"/>
                </a:solidFill>
                <a:latin typeface="Sarabun"/>
                <a:ea typeface="Sarabun"/>
                <a:cs typeface="Sarabun"/>
                <a:sym typeface="Sarabun"/>
              </a:rPr>
              <a:t> ๒๐๒๒ </a:t>
            </a:r>
            <a:r>
              <a:rPr lang="en-US" sz="2800" dirty="0" err="1">
                <a:solidFill>
                  <a:srgbClr val="FF0000"/>
                </a:solidFill>
                <a:latin typeface="Sarabun"/>
                <a:ea typeface="Sarabun"/>
                <a:cs typeface="Sarabun"/>
                <a:sym typeface="Sarabun"/>
              </a:rPr>
              <a:t>ซึ่งข้อมูลส่วนบุคคลของกำลังพล</a:t>
            </a:r>
            <a:r>
              <a:rPr lang="en-US" sz="2800" dirty="0">
                <a:solidFill>
                  <a:srgbClr val="FF0000"/>
                </a:solidFill>
                <a:latin typeface="Sarabun"/>
                <a:ea typeface="Sarabun"/>
                <a:cs typeface="Sarabun"/>
                <a:sym typeface="Sarabun"/>
              </a:rPr>
              <a:t> ทร.AZ </a:t>
            </a:r>
            <a:r>
              <a:rPr lang="en-US" sz="2800" dirty="0" err="1">
                <a:solidFill>
                  <a:srgbClr val="FF0000"/>
                </a:solidFill>
                <a:latin typeface="Sarabun"/>
                <a:ea typeface="Sarabun"/>
                <a:cs typeface="Sarabun"/>
                <a:sym typeface="Sarabun"/>
              </a:rPr>
              <a:t>จำนวนมาก</a:t>
            </a:r>
            <a:r>
              <a:rPr lang="en-US" sz="2800" dirty="0">
                <a:solidFill>
                  <a:srgbClr val="FF0000"/>
                </a:solidFill>
                <a:latin typeface="Sarabun"/>
                <a:ea typeface="Sarabun"/>
                <a:cs typeface="Sarabun"/>
                <a:sym typeface="Sarabun"/>
              </a:rPr>
              <a:t> </a:t>
            </a:r>
            <a:r>
              <a:rPr lang="en-US" sz="2800" dirty="0" err="1">
                <a:solidFill>
                  <a:srgbClr val="FF0000"/>
                </a:solidFill>
                <a:latin typeface="Sarabun"/>
                <a:ea typeface="Sarabun"/>
                <a:cs typeface="Sarabun"/>
                <a:sym typeface="Sarabun"/>
              </a:rPr>
              <a:t>ถูกแฮ็กไปขายใน</a:t>
            </a:r>
            <a:r>
              <a:rPr lang="en-US" sz="2800" dirty="0">
                <a:solidFill>
                  <a:srgbClr val="FF0000"/>
                </a:solidFill>
                <a:latin typeface="Sarabun"/>
                <a:ea typeface="Sarabun"/>
                <a:cs typeface="Sarabun"/>
                <a:sym typeface="Sarabun"/>
              </a:rPr>
              <a:t> Dark web</a:t>
            </a:r>
            <a:endParaRPr sz="2800" dirty="0">
              <a:solidFill>
                <a:srgbClr val="FF0000"/>
              </a:solidFill>
              <a:latin typeface="Sarabun"/>
              <a:ea typeface="Sarabun"/>
              <a:cs typeface="Sarabun"/>
              <a:sym typeface="Sarabun"/>
            </a:endParaRPr>
          </a:p>
          <a:p>
            <a:pPr marL="382588" lvl="0" indent="-139700" algn="l" rtl="0">
              <a:spcBef>
                <a:spcPts val="70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</a:pPr>
            <a:endParaRPr dirty="0">
              <a:latin typeface="Sarabun"/>
              <a:ea typeface="Sarabun"/>
              <a:cs typeface="Sarabun"/>
              <a:sym typeface="Sarabun"/>
            </a:endParaRPr>
          </a:p>
        </p:txBody>
      </p:sp>
      <p:sp>
        <p:nvSpPr>
          <p:cNvPr id="1739" name="Google Shape;1739;p8"/>
          <p:cNvSpPr txBox="1">
            <a:spLocks noGrp="1"/>
          </p:cNvSpPr>
          <p:nvPr>
            <p:ph type="sldNum" idx="12"/>
          </p:nvPr>
        </p:nvSpPr>
        <p:spPr>
          <a:xfrm>
            <a:off x="7359650" y="6248400"/>
            <a:ext cx="292100" cy="292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8</a:t>
            </a:fld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Title &amp; Bullets">
  <a:themeElements>
    <a:clrScheme name="">
      <a:dk1>
        <a:srgbClr val="000000"/>
      </a:dk1>
      <a:lt1>
        <a:srgbClr val="000000"/>
      </a:lt1>
      <a:dk2>
        <a:srgbClr val="000000"/>
      </a:dk2>
      <a:lt2>
        <a:srgbClr val="808080"/>
      </a:lt2>
      <a:accent1>
        <a:srgbClr val="00D298"/>
      </a:accent1>
      <a:accent2>
        <a:srgbClr val="333399"/>
      </a:accent2>
      <a:accent3>
        <a:srgbClr val="AAAAAA"/>
      </a:accent3>
      <a:accent4>
        <a:srgbClr val="000000"/>
      </a:accent4>
      <a:accent5>
        <a:srgbClr val="AAE5CA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</TotalTime>
  <Words>629</Words>
  <Application>Microsoft Office PowerPoint</Application>
  <PresentationFormat>On-screen Show (4:3)</PresentationFormat>
  <Paragraphs>119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3" baseType="lpstr">
      <vt:lpstr>Sarabun</vt:lpstr>
      <vt:lpstr>Times New Roman</vt:lpstr>
      <vt:lpstr>Merriweather Sans</vt:lpstr>
      <vt:lpstr>Arial</vt:lpstr>
      <vt:lpstr>Title &amp; Bullets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ข้อมูลเครือข่ายการสื่อสารภายในประเทศ AZ</vt:lpstr>
      <vt:lpstr>ข้อมูลเครือข่ายการสื่อสารภายในประเทศ AZ</vt:lpstr>
      <vt:lpstr>ข้อมูลเครือข่ายการสื่อสารภายในประเทศ AZ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Serco</dc:creator>
  <cp:lastModifiedBy>USER</cp:lastModifiedBy>
  <cp:revision>3</cp:revision>
  <dcterms:modified xsi:type="dcterms:W3CDTF">2025-05-26T15:31:47Z</dcterms:modified>
</cp:coreProperties>
</file>
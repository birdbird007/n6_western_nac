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"/>
  </p:notesMasterIdLst>
  <p:sldIdLst>
    <p:sldId id="284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Times New Roman" panose="02020603050405020304" pitchFamily="18" charset="0"/>
        <a:ea typeface="ヒラギノ明朝 Pro W3" pitchFamily="16" charset="-128"/>
        <a:cs typeface="+mn-cs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99"/>
    <a:srgbClr val="00D298"/>
    <a:srgbClr val="99CCFF"/>
    <a:srgbClr val="A50021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0929"/>
  </p:normalViewPr>
  <p:slideViewPr>
    <p:cSldViewPr>
      <p:cViewPr varScale="1">
        <p:scale>
          <a:sx n="85" d="100"/>
          <a:sy n="85" d="100"/>
        </p:scale>
        <p:origin x="931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D298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12291" name="Rectangle 3"/>
          <p:cNvSpPr>
            <a:spLocks noGrp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D298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D298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 noProof="0"/>
              <a:t>Click to edit Master text styles</a:t>
            </a:r>
          </a:p>
          <a:p>
            <a:pPr lvl="1"/>
            <a:r>
              <a:rPr lang="en-AU" altLang="en-US" noProof="0"/>
              <a:t>Second level</a:t>
            </a:r>
          </a:p>
          <a:p>
            <a:pPr lvl="2"/>
            <a:r>
              <a:rPr lang="en-AU" altLang="en-US" noProof="0"/>
              <a:t>Third level</a:t>
            </a:r>
          </a:p>
          <a:p>
            <a:pPr lvl="3"/>
            <a:r>
              <a:rPr lang="en-AU" altLang="en-US" noProof="0"/>
              <a:t>Fourth level</a:t>
            </a:r>
          </a:p>
          <a:p>
            <a:pPr lvl="4"/>
            <a:r>
              <a:rPr lang="en-AU" altLang="en-US" noProof="0"/>
              <a:t>Fifth level</a:t>
            </a:r>
          </a:p>
        </p:txBody>
      </p:sp>
      <p:sp>
        <p:nvSpPr>
          <p:cNvPr id="12294" name="Rectangle 6"/>
          <p:cNvSpPr>
            <a:spLocks noGrp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D298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12295" name="Rectangle 7"/>
          <p:cNvSpPr>
            <a:spLocks noGrp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D298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2C9A4854-2844-429D-A5EB-B0DF8511CAA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2827798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8D257-5749-4CF9-9BF7-782C6AFE97FA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49BE4-A11E-4F2A-B0F3-B6799F0705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52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F290D-4FF7-492D-82BA-5430AA515155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8ABD7-BA97-4368-B110-EC8F5511CD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22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DCAFDF-A5EF-4A96-A4B2-CA300B62608B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6E6EA-AB1A-45E6-86CA-D1EA5417AF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48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D9112-8BDF-49E7-91DF-9DDE7B3411F0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532D8-602C-4B78-AD93-0341D875D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17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899F9-5C92-4315-89C7-33DE05C6AE37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D0DF0-46A9-4988-A8BC-0B3C081F20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20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868CE-B494-415C-BAFD-4F2C48F8FE69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89268-5D19-4164-A50D-1D2228BD20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79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A6BF1-4BEA-48F6-8718-29747AFEA522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45773-A2DB-446F-9C5D-E8A471401C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256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EDF01-E55A-4E9C-B504-438990DCE365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FF0D2-40B0-4579-B8DF-BB34160484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30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672CF-CD83-4AE8-822B-DBBF0E993DFA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111E9-A013-4D81-98A8-501F73D80E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016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51A7B-7454-4F4C-8362-856FE54D150C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2220D-B448-4C32-888C-A98E04F244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59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E90C1-5591-4463-BCA9-36576B9DAFEB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80F09-DBCF-4E34-A8AA-69C253A93D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55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26DD0A5-6CE8-4048-895D-BAFA2DF17D5E}" type="datetimeFigureOut">
              <a:rPr lang="en-US"/>
              <a:pPr>
                <a:defRPr/>
              </a:pPr>
              <a:t>5/20/2024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CB55BB8-AEF6-4E30-8BD1-9F7CF77E45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1" t="19986" r="13126" b="5534"/>
          <a:stretch>
            <a:fillRect/>
          </a:stretch>
        </p:blipFill>
        <p:spPr bwMode="auto">
          <a:xfrm>
            <a:off x="1828800" y="11113"/>
            <a:ext cx="8496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B793B3-08DB-4F1E-95D4-B8C066215E1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5111" t="14445" r="21555" b="25111"/>
          <a:stretch/>
        </p:blipFill>
        <p:spPr>
          <a:xfrm>
            <a:off x="5029200" y="3503115"/>
            <a:ext cx="228600" cy="259080"/>
          </a:xfrm>
          <a:prstGeom prst="rect">
            <a:avLst/>
          </a:prstGeom>
        </p:spPr>
      </p:pic>
      <p:pic>
        <p:nvPicPr>
          <p:cNvPr id="148" name="Picture 147"/>
          <p:cNvPicPr>
            <a:picLocks noChangeAspect="1"/>
          </p:cNvPicPr>
          <p:nvPr/>
        </p:nvPicPr>
        <p:blipFill rotWithShape="1">
          <a:blip r:embed="rId3"/>
          <a:srcRect l="25111" t="14445" r="21555" b="25111"/>
          <a:stretch/>
        </p:blipFill>
        <p:spPr>
          <a:xfrm>
            <a:off x="5848350" y="3048000"/>
            <a:ext cx="228600" cy="259080"/>
          </a:xfrm>
          <a:prstGeom prst="rect">
            <a:avLst/>
          </a:prstGeom>
        </p:spPr>
      </p:pic>
      <p:sp>
        <p:nvSpPr>
          <p:cNvPr id="149" name="AutoShape 81"/>
          <p:cNvSpPr>
            <a:spLocks/>
          </p:cNvSpPr>
          <p:nvPr/>
        </p:nvSpPr>
        <p:spPr bwMode="auto">
          <a:xfrm>
            <a:off x="1033145" y="4598120"/>
            <a:ext cx="3043555" cy="692491"/>
          </a:xfrm>
          <a:prstGeom prst="wedgeRectCallout">
            <a:avLst>
              <a:gd name="adj1" fmla="val 82356"/>
              <a:gd name="adj2" fmla="val -183150"/>
            </a:avLst>
          </a:prstGeom>
          <a:solidFill>
            <a:srgbClr val="00D298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1800" b="1" dirty="0"/>
              <a:t>Castello di </a:t>
            </a:r>
            <a:r>
              <a:rPr lang="en-US" sz="1800" b="1" dirty="0" err="1"/>
              <a:t>Sorli</a:t>
            </a:r>
            <a:endParaRPr lang="en-US" sz="1800" b="1" dirty="0"/>
          </a:p>
          <a:p>
            <a:pPr algn="ctr">
              <a:buNone/>
            </a:pPr>
            <a:r>
              <a:rPr lang="en-US" sz="1800" b="1" dirty="0"/>
              <a:t>RADAR station : AN/TPS-78 </a:t>
            </a:r>
          </a:p>
          <a:p>
            <a:pPr algn="ctr">
              <a:buNone/>
            </a:pPr>
            <a:endParaRPr lang="en-US" sz="1800" b="1" dirty="0"/>
          </a:p>
        </p:txBody>
      </p:sp>
      <p:sp>
        <p:nvSpPr>
          <p:cNvPr id="150" name="AutoShape 81"/>
          <p:cNvSpPr>
            <a:spLocks/>
          </p:cNvSpPr>
          <p:nvPr/>
        </p:nvSpPr>
        <p:spPr bwMode="auto">
          <a:xfrm>
            <a:off x="5848350" y="1551489"/>
            <a:ext cx="3219450" cy="655489"/>
          </a:xfrm>
          <a:prstGeom prst="wedgeRectCallout">
            <a:avLst>
              <a:gd name="adj1" fmla="val -44808"/>
              <a:gd name="adj2" fmla="val 169895"/>
            </a:avLst>
          </a:prstGeom>
          <a:solidFill>
            <a:srgbClr val="00D298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1800" b="1" dirty="0" err="1"/>
              <a:t>Eremo</a:t>
            </a:r>
            <a:r>
              <a:rPr lang="en-US" sz="1800" b="1" dirty="0"/>
              <a:t> del Monte </a:t>
            </a:r>
            <a:r>
              <a:rPr lang="en-US" sz="1800" b="1" dirty="0" err="1"/>
              <a:t>Rua</a:t>
            </a:r>
            <a:endParaRPr lang="en-US" sz="1800" b="1" dirty="0"/>
          </a:p>
          <a:p>
            <a:pPr algn="ctr">
              <a:buNone/>
            </a:pPr>
            <a:r>
              <a:rPr lang="en-US" sz="1800" b="1" dirty="0"/>
              <a:t>RADAR station : AN/TPS-79 </a:t>
            </a:r>
          </a:p>
          <a:p>
            <a:pPr algn="ctr">
              <a:buNone/>
            </a:pPr>
            <a:endParaRPr lang="en-US" sz="1800" b="1" dirty="0"/>
          </a:p>
        </p:txBody>
      </p:sp>
      <p:pic>
        <p:nvPicPr>
          <p:cNvPr id="151" name="Picture 150"/>
          <p:cNvPicPr>
            <a:picLocks noChangeAspect="1"/>
          </p:cNvPicPr>
          <p:nvPr/>
        </p:nvPicPr>
        <p:blipFill rotWithShape="1">
          <a:blip r:embed="rId3"/>
          <a:srcRect l="25111" t="14445" r="21555" b="25111"/>
          <a:stretch/>
        </p:blipFill>
        <p:spPr>
          <a:xfrm>
            <a:off x="6086475" y="4025234"/>
            <a:ext cx="228600" cy="259080"/>
          </a:xfrm>
          <a:prstGeom prst="rect">
            <a:avLst/>
          </a:prstGeom>
        </p:spPr>
      </p:pic>
      <p:sp>
        <p:nvSpPr>
          <p:cNvPr id="152" name="AutoShape 81"/>
          <p:cNvSpPr>
            <a:spLocks/>
          </p:cNvSpPr>
          <p:nvPr/>
        </p:nvSpPr>
        <p:spPr bwMode="auto">
          <a:xfrm>
            <a:off x="4438650" y="5335434"/>
            <a:ext cx="3028950" cy="692491"/>
          </a:xfrm>
          <a:prstGeom prst="wedgeRectCallout">
            <a:avLst>
              <a:gd name="adj1" fmla="val 6765"/>
              <a:gd name="adj2" fmla="val -213669"/>
            </a:avLst>
          </a:prstGeom>
          <a:solidFill>
            <a:srgbClr val="00D298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1800" b="1" dirty="0"/>
              <a:t>Casa Bosco</a:t>
            </a:r>
          </a:p>
          <a:p>
            <a:pPr algn="ctr">
              <a:buNone/>
            </a:pPr>
            <a:r>
              <a:rPr lang="en-US" sz="1800" b="1" dirty="0"/>
              <a:t>RADAR station : AN/FPS-117</a:t>
            </a:r>
          </a:p>
        </p:txBody>
      </p:sp>
      <p:pic>
        <p:nvPicPr>
          <p:cNvPr id="153" name="Picture 152"/>
          <p:cNvPicPr>
            <a:picLocks noChangeAspect="1"/>
          </p:cNvPicPr>
          <p:nvPr/>
        </p:nvPicPr>
        <p:blipFill rotWithShape="1">
          <a:blip r:embed="rId3"/>
          <a:srcRect l="25111" t="14445" r="21555" b="25111"/>
          <a:stretch/>
        </p:blipFill>
        <p:spPr>
          <a:xfrm>
            <a:off x="6872605" y="3291060"/>
            <a:ext cx="228600" cy="259080"/>
          </a:xfrm>
          <a:prstGeom prst="rect">
            <a:avLst/>
          </a:prstGeom>
        </p:spPr>
      </p:pic>
      <p:pic>
        <p:nvPicPr>
          <p:cNvPr id="154" name="Picture 153"/>
          <p:cNvPicPr>
            <a:picLocks noChangeAspect="1"/>
          </p:cNvPicPr>
          <p:nvPr/>
        </p:nvPicPr>
        <p:blipFill rotWithShape="1">
          <a:blip r:embed="rId3"/>
          <a:srcRect l="25111" t="14445" r="21555" b="25111"/>
          <a:stretch/>
        </p:blipFill>
        <p:spPr>
          <a:xfrm>
            <a:off x="7467600" y="3866182"/>
            <a:ext cx="228600" cy="259080"/>
          </a:xfrm>
          <a:prstGeom prst="rect">
            <a:avLst/>
          </a:prstGeom>
        </p:spPr>
      </p:pic>
      <p:sp>
        <p:nvSpPr>
          <p:cNvPr id="155" name="AutoShape 81"/>
          <p:cNvSpPr>
            <a:spLocks/>
          </p:cNvSpPr>
          <p:nvPr/>
        </p:nvSpPr>
        <p:spPr bwMode="auto">
          <a:xfrm>
            <a:off x="7920354" y="2598569"/>
            <a:ext cx="4271645" cy="1148785"/>
          </a:xfrm>
          <a:prstGeom prst="wedgeRectCallout">
            <a:avLst>
              <a:gd name="adj1" fmla="val -67928"/>
              <a:gd name="adj2" fmla="val 15524"/>
            </a:avLst>
          </a:prstGeom>
          <a:solidFill>
            <a:srgbClr val="00D298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1800" b="1" dirty="0" err="1"/>
              <a:t>Šabina</a:t>
            </a:r>
            <a:r>
              <a:rPr lang="en-US" sz="1800" b="1" dirty="0"/>
              <a:t> </a:t>
            </a:r>
            <a:r>
              <a:rPr lang="en-US" sz="1800" b="1" dirty="0" err="1"/>
              <a:t>Greda</a:t>
            </a:r>
            <a:endParaRPr lang="en-US" sz="1800" b="1" dirty="0"/>
          </a:p>
          <a:p>
            <a:pPr algn="ctr">
              <a:buNone/>
            </a:pPr>
            <a:r>
              <a:rPr lang="en-US" sz="1800" b="1" dirty="0"/>
              <a:t>RADAR station : AN/TPS-78</a:t>
            </a:r>
          </a:p>
          <a:p>
            <a:pPr algn="ctr">
              <a:buNone/>
            </a:pPr>
            <a:r>
              <a:rPr lang="en-US" sz="1800" b="1" dirty="0"/>
              <a:t> Mobile unit : Giraffe-180/40</a:t>
            </a:r>
          </a:p>
        </p:txBody>
      </p:sp>
      <p:pic>
        <p:nvPicPr>
          <p:cNvPr id="156" name="Picture 155"/>
          <p:cNvPicPr>
            <a:picLocks noChangeAspect="1"/>
          </p:cNvPicPr>
          <p:nvPr/>
        </p:nvPicPr>
        <p:blipFill rotWithShape="1">
          <a:blip r:embed="rId3"/>
          <a:srcRect l="25111" t="14445" r="21555" b="25111"/>
          <a:stretch/>
        </p:blipFill>
        <p:spPr>
          <a:xfrm>
            <a:off x="6758305" y="4814826"/>
            <a:ext cx="228600" cy="259080"/>
          </a:xfrm>
          <a:prstGeom prst="rect">
            <a:avLst/>
          </a:prstGeom>
        </p:spPr>
      </p:pic>
      <p:sp>
        <p:nvSpPr>
          <p:cNvPr id="157" name="AutoShape 81"/>
          <p:cNvSpPr>
            <a:spLocks/>
          </p:cNvSpPr>
          <p:nvPr/>
        </p:nvSpPr>
        <p:spPr bwMode="auto">
          <a:xfrm>
            <a:off x="8839200" y="4648200"/>
            <a:ext cx="2667000" cy="692491"/>
          </a:xfrm>
          <a:prstGeom prst="wedgeRectCallout">
            <a:avLst>
              <a:gd name="adj1" fmla="val -101596"/>
              <a:gd name="adj2" fmla="val -138935"/>
            </a:avLst>
          </a:prstGeom>
          <a:solidFill>
            <a:srgbClr val="00D298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1800" b="1" dirty="0" err="1"/>
              <a:t>Bobotov</a:t>
            </a:r>
            <a:r>
              <a:rPr lang="en-US" sz="1800" b="1" dirty="0"/>
              <a:t> Kuk</a:t>
            </a:r>
          </a:p>
          <a:p>
            <a:pPr algn="ctr">
              <a:buNone/>
            </a:pPr>
            <a:r>
              <a:rPr lang="en-US" sz="1800" b="1" dirty="0"/>
              <a:t>RADAR station : RAT 31DL</a:t>
            </a:r>
          </a:p>
          <a:p>
            <a:pPr algn="ctr">
              <a:buNone/>
            </a:pPr>
            <a:endParaRPr lang="en-US" sz="1800" b="1" dirty="0"/>
          </a:p>
        </p:txBody>
      </p:sp>
      <p:sp>
        <p:nvSpPr>
          <p:cNvPr id="158" name="AutoShape 81"/>
          <p:cNvSpPr>
            <a:spLocks/>
          </p:cNvSpPr>
          <p:nvPr/>
        </p:nvSpPr>
        <p:spPr bwMode="auto">
          <a:xfrm>
            <a:off x="7334250" y="5846421"/>
            <a:ext cx="2715260" cy="692491"/>
          </a:xfrm>
          <a:prstGeom prst="wedgeRectCallout">
            <a:avLst>
              <a:gd name="adj1" fmla="val -65714"/>
              <a:gd name="adj2" fmla="val -159225"/>
            </a:avLst>
          </a:prstGeom>
          <a:solidFill>
            <a:srgbClr val="00D298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1800" b="1" dirty="0"/>
              <a:t>Arco natural</a:t>
            </a:r>
          </a:p>
          <a:p>
            <a:pPr algn="ctr">
              <a:buNone/>
            </a:pPr>
            <a:r>
              <a:rPr lang="en-US" sz="1800" b="1" dirty="0"/>
              <a:t>RADAR station : RAT 31DL</a:t>
            </a:r>
          </a:p>
        </p:txBody>
      </p:sp>
      <p:sp>
        <p:nvSpPr>
          <p:cNvPr id="18" name="AutoShape 81"/>
          <p:cNvSpPr>
            <a:spLocks/>
          </p:cNvSpPr>
          <p:nvPr/>
        </p:nvSpPr>
        <p:spPr bwMode="auto">
          <a:xfrm>
            <a:off x="464385" y="5928893"/>
            <a:ext cx="3974265" cy="692491"/>
          </a:xfrm>
          <a:prstGeom prst="wedgeRectCallout">
            <a:avLst>
              <a:gd name="adj1" fmla="val 73592"/>
              <a:gd name="adj2" fmla="val -246680"/>
            </a:avLst>
          </a:prstGeom>
          <a:solidFill>
            <a:srgbClr val="00D298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1800" b="1" dirty="0"/>
              <a:t>Mobile unit : Ground Master 400 Alpha (GM400α)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11113"/>
            <a:ext cx="4071949" cy="646331"/>
          </a:xfrm>
          <a:prstGeom prst="rect">
            <a:avLst/>
          </a:prstGeom>
          <a:solidFill>
            <a:srgbClr val="000099"/>
          </a:solidFill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tabLst>
                <a:tab pos="228600" algn="l"/>
                <a:tab pos="742950" algn="l"/>
              </a:tabLst>
            </a:pPr>
            <a:r>
              <a:rPr lang="en-US" sz="3600" b="1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H SarabunPSK" panose="020B0500040200020003" pitchFamily="34" charset="-34"/>
                <a:ea typeface="CordiaUPC" panose="020B0304020202020204" pitchFamily="34" charset="-34"/>
                <a:cs typeface="TH SarabunPSK" panose="020B0500040200020003" pitchFamily="34" charset="-34"/>
              </a:rPr>
              <a:t>AZ : Air-defense radar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Bullet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1901</TotalTime>
  <Pages>0</Pages>
  <Words>70</Words>
  <Characters>0</Characters>
  <Application>Microsoft Office PowerPoint</Application>
  <PresentationFormat>Widescreen</PresentationFormat>
  <Lines>0</Lines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TH SarabunPSK</vt:lpstr>
      <vt:lpstr>Times New Roman</vt:lpstr>
      <vt:lpstr>Title &amp; Bullets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Serco</dc:creator>
  <cp:keywords/>
  <dc:description/>
  <cp:lastModifiedBy>sora saksit</cp:lastModifiedBy>
  <cp:revision>80</cp:revision>
  <dcterms:modified xsi:type="dcterms:W3CDTF">2024-05-20T03:57:16Z</dcterms:modified>
</cp:coreProperties>
</file>